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.emf" ContentType="image/x-emf"/>
  <Override PartName="/ppt/media/image42.emf" ContentType="image/x-emf"/>
  <Override PartName="/ppt/media/image4.emf" ContentType="image/x-emf"/>
  <Override PartName="/ppt/presentation.xml" ContentType="application/vnd.openxmlformats-officedocument.presentationml.presentation.main+xml"/>
  <Override PartName="/ppt/embeddings/oleObject1.bin" ContentType="application/vnd.openxmlformats-officedocument.oleObject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5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104.xml" ContentType="application/vnd.openxmlformats-officedocument.presentationml.slide+xml"/>
  <Override PartName="/ppt/slides/slide12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103.xml" ContentType="application/vnd.openxmlformats-officedocument.presentationml.slide+xml"/>
  <Override PartName="/ppt/slides/slide83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9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98.xml" ContentType="application/vnd.openxmlformats-officedocument.presentationml.slide+xml"/>
  <Override PartName="/ppt/slides/slide82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97.xml" ContentType="application/vnd.openxmlformats-officedocument.presentationml.slide+xml"/>
  <Override PartName="/ppt/slides/slide84.xml" ContentType="application/vnd.openxmlformats-officedocument.presentationml.slide+xml"/>
  <Override PartName="/ppt/slides/slide8.xml" ContentType="application/vnd.openxmlformats-officedocument.presentationml.slide+xml"/>
  <Override PartName="/ppt/slides/slide47.xml" ContentType="application/vnd.openxmlformats-officedocument.presentationml.slide+xml"/>
  <Override PartName="/ppt/slides/slide16.xml" ContentType="application/vnd.openxmlformats-officedocument.presentationml.slide+xml"/>
  <Override PartName="/ppt/slides/slide114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49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22.xml" ContentType="application/vnd.openxmlformats-officedocument.presentationml.slide+xml"/>
  <Override PartName="/ppt/slides/slide74.xml" ContentType="application/vnd.openxmlformats-officedocument.presentationml.slide+xml"/>
  <Override PartName="/ppt/slides/slide121.xml" ContentType="application/vnd.openxmlformats-officedocument.presentationml.slide+xml"/>
  <Override PartName="/ppt/slides/slide71.xml" ContentType="application/vnd.openxmlformats-officedocument.presentationml.slide+xml"/>
  <Override PartName="/ppt/slides/slide107.xml" ContentType="application/vnd.openxmlformats-officedocument.presentationml.slide+xml"/>
  <Override PartName="/ppt/slides/slide86.xml" ContentType="application/vnd.openxmlformats-officedocument.presentationml.slide+xml"/>
  <Override PartName="/ppt/slides/slide78.xml" ContentType="application/vnd.openxmlformats-officedocument.presentationml.slide+xml"/>
  <Override PartName="/ppt/slides/slide67.xml" ContentType="application/vnd.openxmlformats-officedocument.presentationml.slide+xml"/>
  <Override PartName="/ppt/slides/slide63.xml" ContentType="application/vnd.openxmlformats-officedocument.presentationml.slide+xml"/>
  <Override PartName="/ppt/slides/slide92.xml" ContentType="application/vnd.openxmlformats-officedocument.presentationml.slide+xml"/>
  <Override PartName="/ppt/slides/slide87.xml" ContentType="application/vnd.openxmlformats-officedocument.presentationml.slide+xml"/>
  <Override PartName="/ppt/slides/slide118.xml" ContentType="application/vnd.openxmlformats-officedocument.presentationml.slide+xml"/>
  <Override PartName="/ppt/slides/slide117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16.xml" ContentType="application/vnd.openxmlformats-officedocument.presentationml.slide+xml"/>
  <Override PartName="/ppt/slides/slide5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slides/slide88.xml" ContentType="application/vnd.openxmlformats-officedocument.presentationml.slide+xml"/>
  <Override PartName="/ppt/slides/slide101.xml" ContentType="application/vnd.openxmlformats-officedocument.presentationml.slide+xml"/>
  <Override PartName="/ppt/slides/slide108.xml" ContentType="application/vnd.openxmlformats-officedocument.presentationml.slide+xml"/>
  <Override PartName="/ppt/slides/slide17.xml" ContentType="application/vnd.openxmlformats-officedocument.presentationml.slide+xml"/>
  <Override PartName="/ppt/slides/slide119.xml" ContentType="application/vnd.openxmlformats-officedocument.presentationml.slide+xml"/>
  <Override PartName="/ppt/slides/slide109.xml" ContentType="application/vnd.openxmlformats-officedocument.presentationml.slide+xml"/>
  <Override PartName="/ppt/slides/slide1.xml" ContentType="application/vnd.openxmlformats-officedocument.presentationml.slide+xml"/>
  <Override PartName="/ppt/slides/slide106.xml" ContentType="application/vnd.openxmlformats-officedocument.presentationml.slide+xml"/>
  <Override PartName="/ppt/slides/slide77.xml" ContentType="application/vnd.openxmlformats-officedocument.presentationml.slide+xml"/>
  <Override PartName="/ppt/slides/slide85.xml" ContentType="application/vnd.openxmlformats-officedocument.presentationml.slide+xml"/>
  <Override PartName="/ppt/slides/slide72.xml" ContentType="application/vnd.openxmlformats-officedocument.presentationml.slide+xml"/>
  <Override PartName="/ppt/slides/slide95.xml" ContentType="application/vnd.openxmlformats-officedocument.presentationml.slide+xml"/>
  <Override PartName="/ppt/slides/slide89.xml" ContentType="application/vnd.openxmlformats-officedocument.presentationml.slide+xml"/>
  <Override PartName="/ppt/slides/slide111.xml" ContentType="application/vnd.openxmlformats-officedocument.presentationml.slide+xml"/>
  <Override PartName="/ppt/slides/slide60.xml" ContentType="application/vnd.openxmlformats-officedocument.presentationml.slide+xml"/>
  <Override PartName="/ppt/slides/slide21.xml" ContentType="application/vnd.openxmlformats-officedocument.presentationml.slide+xml"/>
  <Override PartName="/ppt/slides/slide68.xml" ContentType="application/vnd.openxmlformats-officedocument.presentationml.slide+xml"/>
  <Override PartName="/ppt/slides/slide113.xml" ContentType="application/vnd.openxmlformats-officedocument.presentationml.slide+xml"/>
  <Override PartName="/ppt/slides/slide115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110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35.xml" ContentType="application/vnd.openxmlformats-officedocument.presentationml.slide+xml"/>
  <Override PartName="/ppt/slides/slide80.xml" ContentType="application/vnd.openxmlformats-officedocument.presentationml.slide+xml"/>
  <Override PartName="/ppt/slides/slide64.xml" ContentType="application/vnd.openxmlformats-officedocument.presentationml.slide+xml"/>
  <Override PartName="/ppt/slides/slide62.xml" ContentType="application/vnd.openxmlformats-officedocument.presentationml.slide+xml"/>
  <Override PartName="/ppt/slides/slide43.xml" ContentType="application/vnd.openxmlformats-officedocument.presentationml.slide+xml"/>
  <Override PartName="/ppt/slides/slide105.xml" ContentType="application/vnd.openxmlformats-officedocument.presentationml.slide+xml"/>
  <Override PartName="/ppt/slides/slide94.xml" ContentType="application/vnd.openxmlformats-officedocument.presentationml.slide+xml"/>
  <Override PartName="/ppt/slides/slide29.xml" ContentType="application/vnd.openxmlformats-officedocument.presentationml.slide+xml"/>
  <Override PartName="/ppt/slides/slide99.xml" ContentType="application/vnd.openxmlformats-officedocument.presentationml.slide+xml"/>
  <Override PartName="/ppt/slides/slide93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7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79.xml" ContentType="application/vnd.openxmlformats-officedocument.presentationml.slide+xml"/>
  <Override PartName="/ppt/slides/slide61.xml" ContentType="application/vnd.openxmlformats-officedocument.presentationml.slide+xml"/>
  <Override PartName="/ppt/slides/slide96.xml" ContentType="application/vnd.openxmlformats-officedocument.presentationml.slide+xml"/>
  <Override PartName="/ppt/slides/slide112.xml" ContentType="application/vnd.openxmlformats-officedocument.presentationml.slide+xml"/>
  <Override PartName="/ppt/slides/slide91.xml" ContentType="application/vnd.openxmlformats-officedocument.presentationml.slide+xml"/>
  <Override PartName="/ppt/slides/slide81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8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5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Relationship Id="rId90" Type="http://schemas.openxmlformats.org/officeDocument/2006/relationships/slide" Target="slides/slide86.xml"/><Relationship Id="rId91" Type="http://schemas.openxmlformats.org/officeDocument/2006/relationships/slide" Target="slides/slide87.xml"/><Relationship Id="rId92" Type="http://schemas.openxmlformats.org/officeDocument/2006/relationships/slide" Target="slides/slide88.xml"/><Relationship Id="rId93" Type="http://schemas.openxmlformats.org/officeDocument/2006/relationships/slide" Target="slides/slide89.xml"/><Relationship Id="rId94" Type="http://schemas.openxmlformats.org/officeDocument/2006/relationships/slide" Target="slides/slide90.xml"/><Relationship Id="rId95" Type="http://schemas.openxmlformats.org/officeDocument/2006/relationships/slide" Target="slides/slide91.xml"/><Relationship Id="rId96" Type="http://schemas.openxmlformats.org/officeDocument/2006/relationships/slide" Target="slides/slide92.xml"/><Relationship Id="rId97" Type="http://schemas.openxmlformats.org/officeDocument/2006/relationships/slide" Target="slides/slide93.xml"/><Relationship Id="rId98" Type="http://schemas.openxmlformats.org/officeDocument/2006/relationships/slide" Target="slides/slide94.xml"/><Relationship Id="rId99" Type="http://schemas.openxmlformats.org/officeDocument/2006/relationships/slide" Target="slides/slide95.xml"/><Relationship Id="rId100" Type="http://schemas.openxmlformats.org/officeDocument/2006/relationships/slide" Target="slides/slide96.xml"/><Relationship Id="rId101" Type="http://schemas.openxmlformats.org/officeDocument/2006/relationships/slide" Target="slides/slide97.xml"/><Relationship Id="rId102" Type="http://schemas.openxmlformats.org/officeDocument/2006/relationships/slide" Target="slides/slide98.xml"/><Relationship Id="rId103" Type="http://schemas.openxmlformats.org/officeDocument/2006/relationships/slide" Target="slides/slide99.xml"/><Relationship Id="rId104" Type="http://schemas.openxmlformats.org/officeDocument/2006/relationships/slide" Target="slides/slide100.xml"/><Relationship Id="rId105" Type="http://schemas.openxmlformats.org/officeDocument/2006/relationships/slide" Target="slides/slide101.xml"/><Relationship Id="rId106" Type="http://schemas.openxmlformats.org/officeDocument/2006/relationships/slide" Target="slides/slide102.xml"/><Relationship Id="rId107" Type="http://schemas.openxmlformats.org/officeDocument/2006/relationships/slide" Target="slides/slide103.xml"/><Relationship Id="rId108" Type="http://schemas.openxmlformats.org/officeDocument/2006/relationships/slide" Target="slides/slide104.xml"/><Relationship Id="rId109" Type="http://schemas.openxmlformats.org/officeDocument/2006/relationships/slide" Target="slides/slide105.xml"/><Relationship Id="rId110" Type="http://schemas.openxmlformats.org/officeDocument/2006/relationships/slide" Target="slides/slide106.xml"/><Relationship Id="rId111" Type="http://schemas.openxmlformats.org/officeDocument/2006/relationships/slide" Target="slides/slide107.xml"/><Relationship Id="rId112" Type="http://schemas.openxmlformats.org/officeDocument/2006/relationships/slide" Target="slides/slide108.xml"/><Relationship Id="rId113" Type="http://schemas.openxmlformats.org/officeDocument/2006/relationships/slide" Target="slides/slide109.xml"/><Relationship Id="rId114" Type="http://schemas.openxmlformats.org/officeDocument/2006/relationships/slide" Target="slides/slide110.xml"/><Relationship Id="rId115" Type="http://schemas.openxmlformats.org/officeDocument/2006/relationships/slide" Target="slides/slide111.xml"/><Relationship Id="rId116" Type="http://schemas.openxmlformats.org/officeDocument/2006/relationships/slide" Target="slides/slide112.xml"/><Relationship Id="rId117" Type="http://schemas.openxmlformats.org/officeDocument/2006/relationships/slide" Target="slides/slide113.xml"/><Relationship Id="rId118" Type="http://schemas.openxmlformats.org/officeDocument/2006/relationships/slide" Target="slides/slide114.xml"/><Relationship Id="rId119" Type="http://schemas.openxmlformats.org/officeDocument/2006/relationships/slide" Target="slides/slide115.xml"/><Relationship Id="rId120" Type="http://schemas.openxmlformats.org/officeDocument/2006/relationships/slide" Target="slides/slide116.xml"/><Relationship Id="rId121" Type="http://schemas.openxmlformats.org/officeDocument/2006/relationships/slide" Target="slides/slide117.xml"/><Relationship Id="rId122" Type="http://schemas.openxmlformats.org/officeDocument/2006/relationships/slide" Target="slides/slide118.xml"/><Relationship Id="rId123" Type="http://schemas.openxmlformats.org/officeDocument/2006/relationships/slide" Target="slides/slide119.xml"/><Relationship Id="rId124" Type="http://schemas.openxmlformats.org/officeDocument/2006/relationships/slide" Target="slides/slide120.xml"/><Relationship Id="rId125" Type="http://schemas.openxmlformats.org/officeDocument/2006/relationships/slide" Target="slides/slide121.xml"/><Relationship Id="rId1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9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0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1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87158A7-E2DA-4224-B311-6B1C543497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95.xml.rels><?xml version="1.0" encoding="UTF-8"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
</Relationships>
</file>

<file path=ppt/notesSlides/_rels/notesSlide96.xml.rels><?xml version="1.0" encoding="UTF-8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
</Relationships>
</file>

<file path=ppt/notesSlides/_rels/notesSlide97.xml.rels><?xml version="1.0" encoding="UTF-8"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
</Relationships>
</file>

<file path=ppt/notesSlides/_rels/notesSlide98.xml.rels><?xml version="1.0" encoding="UTF-8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
</Relationships>
</file>

<file path=ppt/notesSlides/_rels/notesSlide101.xml.rels><?xml version="1.0" encoding="UTF-8"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
</Relationships>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
</Relationships>
</file>

<file path=ppt/notesSlides/_rels/notesSlide106.xml.rels><?xml version="1.0" encoding="UTF-8"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
</Relationships>
</file>

<file path=ppt/notesSlides/_rels/notesSlide107.xml.rels><?xml version="1.0" encoding="UTF-8"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
</Relationships>
</file>

<file path=ppt/notesSlides/_rels/notesSlide117.xml.rels><?xml version="1.0" encoding="UTF-8"?>
<Relationships xmlns="http://schemas.openxmlformats.org/package/2006/relationships"><Relationship Id="rId1" Type="http://schemas.openxmlformats.org/officeDocument/2006/relationships/slide" Target="../slides/slide117.xml"/><Relationship Id="rId2" Type="http://schemas.openxmlformats.org/officeDocument/2006/relationships/notesMaster" Target="../notesMasters/notesMaster1.xml"/>
</Relationships>
</file>

<file path=ppt/notesSlides/_rels/notesSlide118.xml.rels><?xml version="1.0" encoding="UTF-8"?>
<Relationships xmlns="http://schemas.openxmlformats.org/package/2006/relationships"><Relationship Id="rId1" Type="http://schemas.openxmlformats.org/officeDocument/2006/relationships/slide" Target="../slides/slide118.xml"/><Relationship Id="rId2" Type="http://schemas.openxmlformats.org/officeDocument/2006/relationships/notesMaster" Target="../notesMasters/notesMaster1.xml"/>
</Relationships>
</file>

<file path=ppt/notesSlides/_rels/notesSlide119.xml.rels><?xml version="1.0" encoding="UTF-8"?>
<Relationships xmlns="http://schemas.openxmlformats.org/package/2006/relationships"><Relationship Id="rId1" Type="http://schemas.openxmlformats.org/officeDocument/2006/relationships/slide" Target="../slides/slide119.xml"/><Relationship Id="rId2" Type="http://schemas.openxmlformats.org/officeDocument/2006/relationships/notesMaster" Target="../notesMasters/notesMaster1.xml"/>
</Relationships>
</file>

<file path=ppt/notesSlides/_rels/notesSlide120.xml.rels><?xml version="1.0" encoding="UTF-8"?>
<Relationships xmlns="http://schemas.openxmlformats.org/package/2006/relationships"><Relationship Id="rId1" Type="http://schemas.openxmlformats.org/officeDocument/2006/relationships/slide" Target="../slides/slide120.xml"/><Relationship Id="rId2" Type="http://schemas.openxmlformats.org/officeDocument/2006/relationships/notesMaster" Target="../notesMasters/notesMaster1.xml"/>
</Relationships>
</file>

<file path=ppt/notesSlides/_rels/notesSlide121.xml.rels><?xml version="1.0" encoding="UTF-8"?>
<Relationships xmlns="http://schemas.openxmlformats.org/package/2006/relationships"><Relationship Id="rId1" Type="http://schemas.openxmlformats.org/officeDocument/2006/relationships/slide" Target="../slides/slide1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Version History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8.0  (May 2020)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slides reformatted for 16:9 aspect ratio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slides updated to 8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edition material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of Calibri font, rather that Gill Sans MT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 LOTS more animation throughout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lighter header font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Re-do of network management slides; redo of Bellman-Ford slides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8.2 (changes over 8.0)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improved animations of Dijkstra’s algorithm and Bellman Ford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various improvements to BGP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SDN: added Google Orion (2021 Google network SDN control plane)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5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FF6857-F72D-457D-9C50-4103EE4C05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8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9F5F0A-C63D-4A48-9E82-57161963B9E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1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0CBD13-4C39-4E5D-8ECD-4427553193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4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990E2B-3748-4951-BAF3-AF2FEDC5D7B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7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BD5FB4-9985-455C-B8E2-3F04EFB35BF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0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1F8CC6-C041-4A22-A4A8-36C1BCA0A0D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3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3961DC-116E-4052-A030-5E7F5BAF095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6" name="PlaceHolder 3"/>
          <p:cNvSpPr>
            <a:spLocks noGrp="1"/>
          </p:cNvSpPr>
          <p:nvPr>
            <p:ph type="sldNum" idx="1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9C3B45-ADC2-47FC-A7B9-10CFF0180AA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9" name="PlaceHolder 3"/>
          <p:cNvSpPr>
            <a:spLocks noGrp="1"/>
          </p:cNvSpPr>
          <p:nvPr>
            <p:ph type="sldNum" idx="1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A28985-54D1-4CB8-99DC-67886E7CB43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2" name="PlaceHolder 3"/>
          <p:cNvSpPr>
            <a:spLocks noGrp="1"/>
          </p:cNvSpPr>
          <p:nvPr>
            <p:ph type="sldNum" idx="1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2F3CC9-AFBA-448C-8F6C-535CE4C8EC0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5" name="PlaceHolder 3"/>
          <p:cNvSpPr>
            <a:spLocks noGrp="1"/>
          </p:cNvSpPr>
          <p:nvPr>
            <p:ph type="sldNum" idx="1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922013-A48A-4F32-B83A-94379612C23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8" name="PlaceHolder 3"/>
          <p:cNvSpPr>
            <a:spLocks noGrp="1"/>
          </p:cNvSpPr>
          <p:nvPr>
            <p:ph type="sldNum" idx="1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742974-2B98-4EFC-8502-6833669AB1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1" name="PlaceHolder 3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BFA89E-7F0E-4890-AF45-64E839393CE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4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D813BAE-2282-4815-B6E2-4059E69511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7" name="PlaceHolder 3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A94FBF-B749-4BD0-9418-512BB0AFA79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0" name="PlaceHolder 3"/>
          <p:cNvSpPr>
            <a:spLocks noGrp="1"/>
          </p:cNvSpPr>
          <p:nvPr>
            <p:ph type="sldNum" idx="1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8C697C-C943-4CD7-A27B-D0C76CBA1E2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3" name="PlaceHolder 3"/>
          <p:cNvSpPr>
            <a:spLocks noGrp="1"/>
          </p:cNvSpPr>
          <p:nvPr>
            <p:ph type="sldNum" idx="1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D82FE4-4DC2-46BD-8D7A-DD120ACD0AF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6" name="PlaceHolder 3"/>
          <p:cNvSpPr>
            <a:spLocks noGrp="1"/>
          </p:cNvSpPr>
          <p:nvPr>
            <p:ph type="sldNum" idx="1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3630CC-E231-4F92-A6E5-B20B42C009B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9" name="PlaceHolder 3"/>
          <p:cNvSpPr>
            <a:spLocks noGrp="1"/>
          </p:cNvSpPr>
          <p:nvPr>
            <p:ph type="sldNum" idx="1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514786-FBC6-4774-A8AA-56215DE314F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2" name="PlaceHolder 3"/>
          <p:cNvSpPr>
            <a:spLocks noGrp="1"/>
          </p:cNvSpPr>
          <p:nvPr>
            <p:ph type="sldNum" idx="1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82E06A-AD2A-42EC-A1C8-ED57073858A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5" name="PlaceHolder 3"/>
          <p:cNvSpPr>
            <a:spLocks noGrp="1"/>
          </p:cNvSpPr>
          <p:nvPr>
            <p:ph type="sldNum" idx="1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8984DF-363F-4E49-A013-10F619C17B3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8" name="PlaceHolder 3"/>
          <p:cNvSpPr>
            <a:spLocks noGrp="1"/>
          </p:cNvSpPr>
          <p:nvPr>
            <p:ph type="sldNum" idx="1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4161CD-271E-46D7-A9F0-932945F5DD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1" name="PlaceHolder 3"/>
          <p:cNvSpPr>
            <a:spLocks noGrp="1"/>
          </p:cNvSpPr>
          <p:nvPr>
            <p:ph type="sldNum" idx="1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7085A7-C97D-4610-871A-0F68F0B2110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4" name="PlaceHolder 3"/>
          <p:cNvSpPr>
            <a:spLocks noGrp="1"/>
          </p:cNvSpPr>
          <p:nvPr>
            <p:ph type="sldNum" idx="1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E7EB13-DCD0-4F38-908A-BF9597DDA8C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7" name="PlaceHolder 3"/>
          <p:cNvSpPr>
            <a:spLocks noGrp="1"/>
          </p:cNvSpPr>
          <p:nvPr>
            <p:ph type="sldNum" idx="1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BFC334-E171-44F0-AB0E-752889ED72A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0" name="PlaceHolder 3"/>
          <p:cNvSpPr>
            <a:spLocks noGrp="1"/>
          </p:cNvSpPr>
          <p:nvPr>
            <p:ph type="sldNum" idx="1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DECF1B-BEF0-46DA-A2FC-6552B6DE1B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3" name="PlaceHolder 3"/>
          <p:cNvSpPr>
            <a:spLocks noGrp="1"/>
          </p:cNvSpPr>
          <p:nvPr>
            <p:ph type="sldNum" idx="1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B77588-B312-48BD-9E3E-34EB057978E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6" name="PlaceHolder 3"/>
          <p:cNvSpPr>
            <a:spLocks noGrp="1"/>
          </p:cNvSpPr>
          <p:nvPr>
            <p:ph type="sldNum" idx="1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0FCAC3-089D-4B9F-BC3C-947AB68A93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9" name="PlaceHolder 3"/>
          <p:cNvSpPr>
            <a:spLocks noGrp="1"/>
          </p:cNvSpPr>
          <p:nvPr>
            <p:ph type="sldNum" idx="1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C61B51-6DFD-40F2-A664-718BD3A10F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2" name="PlaceHolder 3"/>
          <p:cNvSpPr>
            <a:spLocks noGrp="1"/>
          </p:cNvSpPr>
          <p:nvPr>
            <p:ph type="sldNum" idx="1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9897D1-9161-4F96-A1A1-C4758C5F1D9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5" name="PlaceHolder 3"/>
          <p:cNvSpPr>
            <a:spLocks noGrp="1"/>
          </p:cNvSpPr>
          <p:nvPr>
            <p:ph type="sldNum" idx="1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A390FB-93FC-407D-9701-5B0C2DADF2D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8" name="PlaceHolder 3"/>
          <p:cNvSpPr>
            <a:spLocks noGrp="1"/>
          </p:cNvSpPr>
          <p:nvPr>
            <p:ph type="sldNum" idx="1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F86123E-7BCD-4673-9567-8F9DBCC8FAE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1" name="PlaceHolder 3"/>
          <p:cNvSpPr>
            <a:spLocks noGrp="1"/>
          </p:cNvSpPr>
          <p:nvPr>
            <p:ph type="sldNum" idx="1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119D20-E590-411F-B3F4-C6B5947624C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4" name="PlaceHolder 3"/>
          <p:cNvSpPr>
            <a:spLocks noGrp="1"/>
          </p:cNvSpPr>
          <p:nvPr>
            <p:ph type="sldNum" idx="1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7D9451-9A9C-48B0-AFE4-0B4C6EA7DE8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7" name="PlaceHolder 3"/>
          <p:cNvSpPr>
            <a:spLocks noGrp="1"/>
          </p:cNvSpPr>
          <p:nvPr>
            <p:ph type="sldNum" idx="1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47E0DE-6C9F-4A5C-ACBC-08D967F1F0C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0" name="PlaceHolder 3"/>
          <p:cNvSpPr>
            <a:spLocks noGrp="1"/>
          </p:cNvSpPr>
          <p:nvPr>
            <p:ph type="sldNum" idx="1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1708C7-B655-4A92-A02D-18187C8FBD6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3" name="PlaceHolder 3"/>
          <p:cNvSpPr>
            <a:spLocks noGrp="1"/>
          </p:cNvSpPr>
          <p:nvPr>
            <p:ph type="sldNum" idx="1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A577C8-3A80-49AF-BEE6-722AC14B8C5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6" name="PlaceHolder 3"/>
          <p:cNvSpPr>
            <a:spLocks noGrp="1"/>
          </p:cNvSpPr>
          <p:nvPr>
            <p:ph type="sldNum" idx="1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39D2E5-E7B3-41B4-8F20-69AD733D938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9" name="PlaceHolder 3"/>
          <p:cNvSpPr>
            <a:spLocks noGrp="1"/>
          </p:cNvSpPr>
          <p:nvPr>
            <p:ph type="sldNum" idx="1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96B712-9A5D-4EBE-8372-44BCB28CCD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2" name="PlaceHolder 3"/>
          <p:cNvSpPr>
            <a:spLocks noGrp="1"/>
          </p:cNvSpPr>
          <p:nvPr>
            <p:ph type="sldNum" idx="1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BD49DD-1468-4C1A-B224-7079C25F8E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5" name="PlaceHolder 3"/>
          <p:cNvSpPr>
            <a:spLocks noGrp="1"/>
          </p:cNvSpPr>
          <p:nvPr>
            <p:ph type="sldNum" idx="1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9ADA64-681B-44B0-B44E-1EF64748ADA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8" name="PlaceHolder 3"/>
          <p:cNvSpPr>
            <a:spLocks noGrp="1"/>
          </p:cNvSpPr>
          <p:nvPr>
            <p:ph type="sldNum" idx="1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CF68B6-1F09-4CDA-8C58-BAD3D47C9E1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1" name="PlaceHolder 3"/>
          <p:cNvSpPr>
            <a:spLocks noGrp="1"/>
          </p:cNvSpPr>
          <p:nvPr>
            <p:ph type="sldNum" idx="1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21629F-1734-4235-A1C7-D1080AA13FB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4" name="PlaceHolder 3"/>
          <p:cNvSpPr>
            <a:spLocks noGrp="1"/>
          </p:cNvSpPr>
          <p:nvPr>
            <p:ph type="sldNum" idx="1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B9873F-DA4D-455A-BEBA-96D3E63A539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7" name="PlaceHolder 3"/>
          <p:cNvSpPr>
            <a:spLocks noGrp="1"/>
          </p:cNvSpPr>
          <p:nvPr>
            <p:ph type="sldNum" idx="1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0341FD-C715-4AC6-A215-4A377B9C455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0" name="PlaceHolder 3"/>
          <p:cNvSpPr>
            <a:spLocks noGrp="1"/>
          </p:cNvSpPr>
          <p:nvPr>
            <p:ph type="sldNum" idx="1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D75337-F210-4663-A103-E8DA9C59EF0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3" name="PlaceHolder 3"/>
          <p:cNvSpPr>
            <a:spLocks noGrp="1"/>
          </p:cNvSpPr>
          <p:nvPr>
            <p:ph type="sldNum" idx="1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B878C5-59E7-41DE-B81C-D4BFDD0B6AD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6" name="PlaceHolder 3"/>
          <p:cNvSpPr>
            <a:spLocks noGrp="1"/>
          </p:cNvSpPr>
          <p:nvPr>
            <p:ph type="sldNum" idx="1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DE3440-DEA3-4962-853D-996F092C029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9" name="PlaceHolder 3"/>
          <p:cNvSpPr>
            <a:spLocks noGrp="1"/>
          </p:cNvSpPr>
          <p:nvPr>
            <p:ph type="sldNum" idx="1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2D7CE7-9BC2-427C-8DBC-7CF1D9E2858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2" name="PlaceHolder 3"/>
          <p:cNvSpPr>
            <a:spLocks noGrp="1"/>
          </p:cNvSpPr>
          <p:nvPr>
            <p:ph type="sldNum" idx="1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5FA9C6-E4BF-4745-9567-1E331359075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5" name="PlaceHolder 3"/>
          <p:cNvSpPr>
            <a:spLocks noGrp="1"/>
          </p:cNvSpPr>
          <p:nvPr>
            <p:ph type="sldNum" idx="1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C90F58-4D80-4E2D-91C6-45170CD4C78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LTPro"/>
              </a:rPr>
              <a:t>Each router then locally runs Dijkstra’s shortest-path algorithm to determine a shortest-path tree to all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TimesLTPro"/>
              </a:rPr>
              <a:t>subnets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LTPro"/>
              </a:rPr>
              <a:t>, with itself as the root node.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8" name="PlaceHolder 3"/>
          <p:cNvSpPr>
            <a:spLocks noGrp="1"/>
          </p:cNvSpPr>
          <p:nvPr>
            <p:ph type="sldNum" idx="1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A95DD3-37FF-4D8D-8805-4B961C53058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LTPro"/>
              </a:rPr>
              <a:t>Since an inter-AS routing protocol involves coordination among multiple ASs, communicating ASs must run the same inter-AS routing protocol. In fact, in the Internet, all ASs run the same inter-AS routing protocol, called the Border Gateway Protocol, more commonly known as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LTPro"/>
              </a:rPr>
              <a:t>BGP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1" name="PlaceHolder 3"/>
          <p:cNvSpPr>
            <a:spLocks noGrp="1"/>
          </p:cNvSpPr>
          <p:nvPr>
            <p:ph type="sldNum" idx="1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1790B36-BA46-41AD-BE32-F46DE3D7DEC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4" name="PlaceHolder 3"/>
          <p:cNvSpPr>
            <a:spLocks noGrp="1"/>
          </p:cNvSpPr>
          <p:nvPr>
            <p:ph type="sldNum" idx="1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D047CA-C1B0-4A72-8632-B8E127D80E0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7" name="PlaceHolder 3"/>
          <p:cNvSpPr>
            <a:spLocks noGrp="1"/>
          </p:cNvSpPr>
          <p:nvPr>
            <p:ph type="sldNum" idx="1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8EDF7B-A5E4-4867-8835-A268D2DF76B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0" name="PlaceHolder 3"/>
          <p:cNvSpPr>
            <a:spLocks noGrp="1"/>
          </p:cNvSpPr>
          <p:nvPr>
            <p:ph type="sldNum" idx="1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41BBE3-7C77-4289-8B84-CD019026AB3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3" name="PlaceHolder 3"/>
          <p:cNvSpPr>
            <a:spLocks noGrp="1"/>
          </p:cNvSpPr>
          <p:nvPr>
            <p:ph type="sldNum" idx="1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F5B92A-7592-4C32-A586-86855CB6ACB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6" name="PlaceHolder 3"/>
          <p:cNvSpPr>
            <a:spLocks noGrp="1"/>
          </p:cNvSpPr>
          <p:nvPr>
            <p:ph type="sldNum" idx="1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5829DC-4130-4C26-9467-F995F3830B9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9" name="PlaceHolder 3"/>
          <p:cNvSpPr>
            <a:spLocks noGrp="1"/>
          </p:cNvSpPr>
          <p:nvPr>
            <p:ph type="sldNum" idx="1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2683E2-F4F0-4983-B5A7-C7025D07736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2" name="PlaceHolder 3"/>
          <p:cNvSpPr>
            <a:spLocks noGrp="1"/>
          </p:cNvSpPr>
          <p:nvPr>
            <p:ph type="sldNum" idx="1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FA4430-FCA5-446D-A3E2-2BE636C731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5" name="PlaceHolder 3"/>
          <p:cNvSpPr>
            <a:spLocks noGrp="1"/>
          </p:cNvSpPr>
          <p:nvPr>
            <p:ph type="sldNum" idx="1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8E57E6-7C3D-48A2-B955-A052EAB14E1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8" name="PlaceHolder 3"/>
          <p:cNvSpPr>
            <a:spLocks noGrp="1"/>
          </p:cNvSpPr>
          <p:nvPr>
            <p:ph type="sldNum" idx="1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120B69-D9AF-4C30-B91D-9B0AE0FF7CC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1" name="PlaceHolder 3"/>
          <p:cNvSpPr>
            <a:spLocks noGrp="1"/>
          </p:cNvSpPr>
          <p:nvPr>
            <p:ph type="sldNum" idx="1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7DEF6D-00B9-45A4-9430-AADDC01B373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4" name="PlaceHolder 3"/>
          <p:cNvSpPr>
            <a:spLocks noGrp="1"/>
          </p:cNvSpPr>
          <p:nvPr>
            <p:ph type="sldNum" idx="1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AA8DCC-1142-4E67-A9DD-62F0553BA56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7" name="PlaceHolder 3"/>
          <p:cNvSpPr>
            <a:spLocks noGrp="1"/>
          </p:cNvSpPr>
          <p:nvPr>
            <p:ph type="sldNum" idx="1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EE0569-F8E4-4C57-A0D6-FF3A6583252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so in this sense a migration away from “protocols” is indeed underway!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structure of Orion in figure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Repeat after each reveal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no protocol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Coflows: “a </a:t>
            </a:r>
            <a:r>
              <a:rPr lang="en-US" sz="2000" b="0" i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collection of flows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between two groups of machines with associated semantics and a collective objective”; [Sigcomm’13, Sigcomm’15, Sigcomm’18].  Not unlike multiprocessor scheduling in the 1980’s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0" name="PlaceHolder 3"/>
          <p:cNvSpPr>
            <a:spLocks noGrp="1"/>
          </p:cNvSpPr>
          <p:nvPr>
            <p:ph type="sldNum" idx="1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B2E2D6-6D6C-4BF2-8EB8-207CEB5734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netPlumber: 1msec to verify an incremental rule change in Google’s backbone network; Veriflow: hundreds of microseconds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3" name="PlaceHolder 3"/>
          <p:cNvSpPr>
            <a:spLocks noGrp="1"/>
          </p:cNvSpPr>
          <p:nvPr>
            <p:ph type="sldNum" idx="1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A0FD82-5FAA-4FC6-B755-AE1A17679B0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6" name="PlaceHolder 3"/>
          <p:cNvSpPr>
            <a:spLocks noGrp="1"/>
          </p:cNvSpPr>
          <p:nvPr>
            <p:ph type="sldNum" idx="1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EEC7D9-9F2F-48BA-9D82-78FC8799362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9" name="PlaceHolder 3"/>
          <p:cNvSpPr>
            <a:spLocks noGrp="1"/>
          </p:cNvSpPr>
          <p:nvPr>
            <p:ph type="sldNum" idx="1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BF7C63-04FE-4C9A-9BFC-05E5AA3BE25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2" name="PlaceHolder 3"/>
          <p:cNvSpPr>
            <a:spLocks noGrp="1"/>
          </p:cNvSpPr>
          <p:nvPr>
            <p:ph type="sldNum" idx="1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9AF7A6-981C-4D30-898E-47104F7E5F2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5" name="PlaceHolder 3"/>
          <p:cNvSpPr>
            <a:spLocks noGrp="1"/>
          </p:cNvSpPr>
          <p:nvPr>
            <p:ph type="sldNum" idx="1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0C00B4-A653-43EA-87E2-79BC48AEBB0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8" name="PlaceHolder 3"/>
          <p:cNvSpPr>
            <a:spLocks noGrp="1"/>
          </p:cNvSpPr>
          <p:nvPr>
            <p:ph type="sldNum" idx="1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662B91-B3FD-4CDE-853C-0CD6B1467A4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1" name="PlaceHolder 3"/>
          <p:cNvSpPr>
            <a:spLocks noGrp="1"/>
          </p:cNvSpPr>
          <p:nvPr>
            <p:ph type="sldNum" idx="1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642604-6F32-462D-8BB5-1B449012AC8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4" name="PlaceHolder 3"/>
          <p:cNvSpPr>
            <a:spLocks noGrp="1"/>
          </p:cNvSpPr>
          <p:nvPr>
            <p:ph type="sldNum" idx="1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1AD48D-EFA8-44BD-AFBC-84D4B6A3B06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7" name="PlaceHolder 3"/>
          <p:cNvSpPr>
            <a:spLocks noGrp="1"/>
          </p:cNvSpPr>
          <p:nvPr>
            <p:ph type="sldNum" idx="1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581E23-805D-4834-A250-22CF89D73AC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0" name="PlaceHolder 3"/>
          <p:cNvSpPr>
            <a:spLocks noGrp="1"/>
          </p:cNvSpPr>
          <p:nvPr>
            <p:ph type="sldNum" idx="1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723932-11ED-4560-BD71-3BA0BA3CD9A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1" u="none" strike="noStrike">
                <a:solidFill>
                  <a:srgbClr val="0000A3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9666CA50-3E7F-4B61-AF6F-2DE0F154895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838080" y="1724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D4692C09-F484-4256-B463-DC91A6D85122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F26CA24-A2D5-4BC7-84DB-2198B900B2B5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7373312-0D86-4986-9EE1-37B4FF052D69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1" u="none" strike="noStrike">
                <a:solidFill>
                  <a:srgbClr val="0000A3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1531DFFA-6234-49E0-B750-FD602C6BAA77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838080" y="1724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D6F8F584-7CC8-4315-8FEF-6EF6CEC7D9C3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5E2113A4-A088-4518-98F2-41C63CC6CDD1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B0A76881-D223-450D-BD71-C21D16CFAA5D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  <p:sldLayoutId id="2147483657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4.emf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1.png"/><Relationship Id="rId11" Type="http://schemas.openxmlformats.org/officeDocument/2006/relationships/image" Target="../media/image15.png"/><Relationship Id="rId12" Type="http://schemas.openxmlformats.org/officeDocument/2006/relationships/image" Target="../media/image11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16.png"/><Relationship Id="rId19" Type="http://schemas.openxmlformats.org/officeDocument/2006/relationships/image" Target="../media/image21.png"/><Relationship Id="rId20" Type="http://schemas.openxmlformats.org/officeDocument/2006/relationships/image" Target="../media/image21.png"/><Relationship Id="rId21" Type="http://schemas.openxmlformats.org/officeDocument/2006/relationships/image" Target="../media/image21.png"/><Relationship Id="rId22" Type="http://schemas.openxmlformats.org/officeDocument/2006/relationships/image" Target="../media/image21.png"/><Relationship Id="rId23" Type="http://schemas.openxmlformats.org/officeDocument/2006/relationships/image" Target="../media/image21.png"/><Relationship Id="rId24" Type="http://schemas.openxmlformats.org/officeDocument/2006/relationships/image" Target="../media/image21.png"/><Relationship Id="rId25" Type="http://schemas.openxmlformats.org/officeDocument/2006/relationships/image" Target="../media/image22.png"/><Relationship Id="rId26" Type="http://schemas.openxmlformats.org/officeDocument/2006/relationships/image" Target="../media/image23.png"/><Relationship Id="rId27" Type="http://schemas.openxmlformats.org/officeDocument/2006/relationships/image" Target="../media/image24.png"/><Relationship Id="rId28" Type="http://schemas.openxmlformats.org/officeDocument/2006/relationships/image" Target="../media/image25.png"/><Relationship Id="rId29" Type="http://schemas.openxmlformats.org/officeDocument/2006/relationships/image" Target="../media/image22.png"/><Relationship Id="rId30" Type="http://schemas.openxmlformats.org/officeDocument/2006/relationships/image" Target="../media/image22.png"/><Relationship Id="rId31" Type="http://schemas.openxmlformats.org/officeDocument/2006/relationships/image" Target="../media/image23.png"/><Relationship Id="rId32" Type="http://schemas.openxmlformats.org/officeDocument/2006/relationships/image" Target="../media/image24.png"/><Relationship Id="rId33" Type="http://schemas.openxmlformats.org/officeDocument/2006/relationships/image" Target="../media/image25.png"/><Relationship Id="rId34" Type="http://schemas.openxmlformats.org/officeDocument/2006/relationships/image" Target="../media/image22.png"/><Relationship Id="rId35" Type="http://schemas.openxmlformats.org/officeDocument/2006/relationships/image" Target="../media/image26.png"/><Relationship Id="rId36" Type="http://schemas.openxmlformats.org/officeDocument/2006/relationships/image" Target="../media/image27.png"/><Relationship Id="rId37" Type="http://schemas.openxmlformats.org/officeDocument/2006/relationships/slideLayout" Target="../slideLayouts/slideLayout2.xml"/><Relationship Id="rId3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2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4.emf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jpeg"/><Relationship Id="rId6" Type="http://schemas.openxmlformats.org/officeDocument/2006/relationships/slideLayout" Target="../slideLayouts/slideLayout6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6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6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6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2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6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7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98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6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6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4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2.emf"/><Relationship Id="rId3" Type="http://schemas.openxmlformats.org/officeDocument/2006/relationships/slideLayout" Target="../slideLayouts/slideLayout2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6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7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2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2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8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4"/>
          <p:cNvSpPr/>
          <p:nvPr/>
        </p:nvSpPr>
        <p:spPr>
          <a:xfrm>
            <a:off x="7981200" y="4289760"/>
            <a:ext cx="3981240" cy="28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85000"/>
              </a:lnSpc>
            </a:pPr>
            <a:r>
              <a:rPr lang="en-US" sz="2800" b="0" i="1" u="none" strike="noStrike">
                <a:solidFill>
                  <a:srgbClr val="0000A3"/>
                </a:solidFill>
                <a:effectLst/>
                <a:uFillTx/>
                <a:latin typeface="Calibri"/>
                <a:ea typeface="ＭＳ Ｐゴシック"/>
              </a:rPr>
              <a:t>Computer Networking: A Top-Down Approach </a:t>
            </a:r>
            <a:br>
              <a:rPr sz="2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9</a:t>
            </a:r>
            <a:r>
              <a:rPr lang="en-US" sz="1800" b="0" u="none" strike="noStrike" baseline="30000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edition 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Jim Kurose, Keith Ross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Pearson, 2025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ectangle 3"/>
          <p:cNvSpPr/>
          <p:nvPr/>
        </p:nvSpPr>
        <p:spPr>
          <a:xfrm>
            <a:off x="1325160" y="561960"/>
            <a:ext cx="5127120" cy="19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85000"/>
              </a:lnSpc>
            </a:pPr>
            <a:r>
              <a:rPr lang="en-US" sz="5400" b="1" u="none" strike="noStrike">
                <a:solidFill>
                  <a:srgbClr val="000099"/>
                </a:solidFill>
                <a:effectLst/>
                <a:uFillTx/>
                <a:latin typeface="Calibri Light"/>
                <a:ea typeface="ＭＳ Ｐゴシック"/>
              </a:rPr>
              <a:t>Chapter 5</a:t>
            </a:r>
            <a:br>
              <a:rPr sz="6000"/>
            </a:br>
            <a:r>
              <a:rPr lang="en-US" sz="5400" b="1" u="none" strike="noStrike">
                <a:solidFill>
                  <a:srgbClr val="000099"/>
                </a:solidFill>
                <a:effectLst/>
                <a:uFillTx/>
                <a:latin typeface="Calibri Light"/>
                <a:ea typeface="ＭＳ Ｐゴシック"/>
              </a:rPr>
              <a:t>Network Layer: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</a:pPr>
            <a:r>
              <a:rPr lang="en-US" sz="5400" b="1" u="none" strike="noStrike">
                <a:solidFill>
                  <a:srgbClr val="000099"/>
                </a:solidFill>
                <a:effectLst/>
                <a:uFillTx/>
                <a:latin typeface="Calibri Light"/>
                <a:ea typeface="ＭＳ Ｐゴシック"/>
              </a:rPr>
              <a:t>Control Plane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Box 6"/>
          <p:cNvSpPr/>
          <p:nvPr/>
        </p:nvSpPr>
        <p:spPr>
          <a:xfrm>
            <a:off x="1350000" y="2647800"/>
            <a:ext cx="5378040" cy="18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 note on the use of these PowerPoint slides: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lot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of work on our part. In return for use, we only ask the following: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Box 7"/>
          <p:cNvSpPr/>
          <p:nvPr/>
        </p:nvSpPr>
        <p:spPr>
          <a:xfrm>
            <a:off x="1325160" y="3894480"/>
            <a:ext cx="5378040" cy="26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173160" indent="-173160" defTabSz="914400">
              <a:lnSpc>
                <a:spcPct val="85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0520" indent="-168120" defTabSz="914400">
              <a:lnSpc>
                <a:spcPct val="100000"/>
              </a:lnSpc>
              <a:buClr>
                <a:srgbClr val="0000A8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If you use these slides (e.g., in a class) that you mention their source (after all, we’d like people to use our book!)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0520" indent="-168120" defTabSz="914400">
              <a:lnSpc>
                <a:spcPct val="100000"/>
              </a:lnSpc>
              <a:buClr>
                <a:srgbClr val="0000A8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If you post any slides on a www site, that you note that they are adapted from (or perhaps identical to) our slides, and note our copyright of this material.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3160" indent="-173160" defTabSz="914400">
              <a:lnSpc>
                <a:spcPct val="85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For a revision history, see the slide note for this page.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 defTabSz="914400">
              <a:lnSpc>
                <a:spcPct val="85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Thanks and enjoy!  JFK/KWR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3160" indent="-173160" defTabSz="914400">
              <a:lnSpc>
                <a:spcPct val="85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3160" indent="-173160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    All material copyright 1996-2025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3160" indent="-173160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    J.F Kurose and K.W. Ross, All Rights Reserved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Picture 1"/>
          <p:cNvPicPr/>
          <p:nvPr/>
        </p:nvPicPr>
        <p:blipFill>
          <a:blip r:embed="rId1"/>
          <a:stretch/>
        </p:blipFill>
        <p:spPr>
          <a:xfrm>
            <a:off x="7913880" y="622080"/>
            <a:ext cx="3301560" cy="405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 control plane: our goals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572480"/>
            <a:ext cx="5181120" cy="469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21276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understand principles behind network control plane: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traditional routing algorithms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SDN controllers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 management, configuration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305040" y="1602000"/>
            <a:ext cx="558396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07880" indent="-2779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instantiation, implementation in the Internet: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OSPF, BGP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OpenFlow, ODL and ONOS controllers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Internet Control Message Protocol: ICMP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SNMP, YANG/NETCONF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9020FE6E-9BE6-4E61-A53B-5DF745B271B7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4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Rectangle 4"/>
          <p:cNvSpPr/>
          <p:nvPr/>
        </p:nvSpPr>
        <p:spPr>
          <a:xfrm>
            <a:off x="6761520" y="4144680"/>
            <a:ext cx="506628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link state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distance vector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98E280B7-A0D8-4096-A548-EDEE32579A77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" name="Picture 2"/>
          <p:cNvPicPr/>
          <p:nvPr/>
        </p:nvPicPr>
        <p:blipFill>
          <a:blip r:embed="rId1"/>
          <a:stretch/>
        </p:blipFill>
        <p:spPr>
          <a:xfrm>
            <a:off x="6904800" y="163872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8" dur="indefinite" restart="never" nodeType="tmRoot">
          <p:childTnLst>
            <p:seq>
              <p:cTn id="39" dur="indefinite" nodeType="mainSeq">
                <p:childTnLst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9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2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5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0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5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5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970920" y="4247640"/>
            <a:ext cx="10515240" cy="1473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13032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Two approaches to structuring network control plane: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66560" indent="-249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per-router control (traditional)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66560" indent="-249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logically centralized control (software defined networking)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Network-layer functions</a:t>
            </a:r>
            <a:endParaRPr lang="en-US" sz="48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D59CEA94-2BFD-433E-851C-2AD52DBB3C4B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9" name="Group 11"/>
          <p:cNvGrpSpPr/>
          <p:nvPr/>
        </p:nvGrpSpPr>
        <p:grpSpPr>
          <a:xfrm>
            <a:off x="817200" y="1662120"/>
            <a:ext cx="9934200" cy="918360"/>
            <a:chOff x="817200" y="1662120"/>
            <a:chExt cx="9934200" cy="918360"/>
          </a:xfrm>
        </p:grpSpPr>
        <p:sp>
          <p:nvSpPr>
            <p:cNvPr id="50" name="Rectangle 3"/>
            <p:cNvSpPr/>
            <p:nvPr/>
          </p:nvSpPr>
          <p:spPr>
            <a:xfrm>
              <a:off x="817200" y="1662120"/>
              <a:ext cx="6556680" cy="91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rmAutofit fontScale="85000" lnSpcReduction="9999"/>
            </a:bodyPr>
            <a:p>
              <a:pPr marL="466560" indent="-336600" defTabSz="914400">
                <a:lnSpc>
                  <a:spcPct val="90000"/>
                </a:lnSpc>
                <a:spcBef>
                  <a:spcPts val="1199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lang="en-US" sz="2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forwarding: </a:t>
              </a: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move packets from router’s input to appropriate router output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pos="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Rectangle 4"/>
            <p:cNvSpPr/>
            <p:nvPr/>
          </p:nvSpPr>
          <p:spPr>
            <a:xfrm>
              <a:off x="7868880" y="1807200"/>
              <a:ext cx="2882520" cy="50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marL="343080" indent="-343080" defTabSz="914400">
                <a:lnSpc>
                  <a:spcPct val="85000"/>
                </a:lnSpc>
                <a:spcBef>
                  <a:spcPts val="601"/>
                </a:spcBef>
                <a:tabLst>
                  <a:tab pos="0" algn="l"/>
                </a:tabLst>
              </a:pPr>
              <a:r>
                <a:rPr lang="en-US" sz="3600" b="0" i="1" u="none" strike="noStrike">
                  <a:solidFill>
                    <a:srgbClr val="000090"/>
                  </a:solidFill>
                  <a:effectLst/>
                  <a:uFillTx/>
                  <a:latin typeface="Calibri"/>
                </a:rPr>
                <a:t>data plane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 defTabSz="914400">
                <a:lnSpc>
                  <a:spcPct val="85000"/>
                </a:lnSpc>
                <a:spcBef>
                  <a:spcPts val="601"/>
                </a:spcBef>
                <a:tabLst>
                  <a:tab pos="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85000"/>
                </a:lnSpc>
                <a:spcBef>
                  <a:spcPts val="561"/>
                </a:spcBef>
                <a:tabLst>
                  <a:tab pos="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" name="Group 12"/>
          <p:cNvGrpSpPr/>
          <p:nvPr/>
        </p:nvGrpSpPr>
        <p:grpSpPr>
          <a:xfrm>
            <a:off x="1285200" y="2660760"/>
            <a:ext cx="9825120" cy="920160"/>
            <a:chOff x="1285200" y="2660760"/>
            <a:chExt cx="9825120" cy="920160"/>
          </a:xfrm>
        </p:grpSpPr>
        <p:sp>
          <p:nvSpPr>
            <p:cNvPr id="53" name="Rectangle 4"/>
            <p:cNvSpPr/>
            <p:nvPr/>
          </p:nvSpPr>
          <p:spPr>
            <a:xfrm>
              <a:off x="7817760" y="2826360"/>
              <a:ext cx="3292560" cy="56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85000"/>
                </a:lnSpc>
                <a:spcBef>
                  <a:spcPts val="601"/>
                </a:spcBef>
              </a:pPr>
              <a:r>
                <a:rPr lang="en-US" sz="36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control</a:t>
              </a:r>
              <a:r>
                <a:rPr lang="en-US" sz="3600" b="1" i="1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 </a:t>
              </a:r>
              <a:r>
                <a:rPr lang="en-US" sz="36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plane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85000"/>
                </a:lnSpc>
                <a:spcBef>
                  <a:spcPts val="1959"/>
                </a:spcBef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85000"/>
                </a:lnSpc>
                <a:spcBef>
                  <a:spcPts val="561"/>
                </a:spcBef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3"/>
            <p:cNvSpPr/>
            <p:nvPr/>
          </p:nvSpPr>
          <p:spPr>
            <a:xfrm>
              <a:off x="1285200" y="2660760"/>
              <a:ext cx="6528600" cy="92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marL="343080" indent="-343080" defTabSz="914400">
                <a:lnSpc>
                  <a:spcPct val="90000"/>
                </a:lnSpc>
                <a:spcBef>
                  <a:spcPts val="1199"/>
                </a:spcBef>
                <a:buClr>
                  <a:srgbClr val="000099"/>
                </a:buClr>
                <a:buFont typeface="Wingdings" charset="2"/>
                <a:buChar char=""/>
              </a:pPr>
              <a:r>
                <a:rPr lang="en-US" sz="2800" b="0" u="none" strike="noStrike">
                  <a:solidFill>
                    <a:srgbClr val="C00000"/>
                  </a:solidFill>
                  <a:effectLst/>
                  <a:uFillTx/>
                  <a:latin typeface="Calibri"/>
                  <a:ea typeface="ＭＳ Ｐゴシック"/>
                </a:rPr>
                <a:t>routing: </a:t>
              </a: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determine route taken by packets from source to destination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343080" defTabSz="914400">
                <a:lnSpc>
                  <a:spcPct val="85000"/>
                </a:lnSpc>
                <a:spcBef>
                  <a:spcPts val="561"/>
                </a:spcBef>
                <a:tabLst>
                  <a:tab pos="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92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97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27972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Per-router control plane</a:t>
            </a:r>
            <a:endParaRPr lang="en-US" sz="48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TextBox 257"/>
          <p:cNvSpPr/>
          <p:nvPr/>
        </p:nvSpPr>
        <p:spPr>
          <a:xfrm>
            <a:off x="780840" y="1101240"/>
            <a:ext cx="1098684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Individual routing algorithm components </a:t>
            </a:r>
            <a:r>
              <a:rPr lang="en-US" sz="3200" b="0" i="1" u="none" strike="noStrike">
                <a:solidFill>
                  <a:srgbClr val="000090"/>
                </a:solidFill>
                <a:effectLst/>
                <a:uFillTx/>
                <a:latin typeface="Calibri"/>
                <a:ea typeface="ＭＳ Ｐゴシック"/>
              </a:rPr>
              <a:t>in each and every router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interact in the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Freeform 2"/>
          <p:cNvSpPr/>
          <p:nvPr/>
        </p:nvSpPr>
        <p:spPr>
          <a:xfrm>
            <a:off x="4182480" y="5477040"/>
            <a:ext cx="4026960" cy="939600"/>
          </a:xfrm>
          <a:custGeom>
            <a:avLst/>
            <a:gdLst>
              <a:gd name="textAreaLeft" fmla="*/ 0 w 4026960"/>
              <a:gd name="textAreaRight" fmla="*/ 4027320 w 4026960"/>
              <a:gd name="textAreaTop" fmla="*/ 0 h 939600"/>
              <a:gd name="textAreaBottom" fmla="*/ 939960 h 939600"/>
              <a:gd name="GluePoint1X" fmla="*/ 2147483647 w 10001"/>
              <a:gd name="GluePoint1Y" fmla="*/ 2147483647 h 10125"/>
              <a:gd name="GluePoint2X" fmla="*/ 2147483647 w 10001"/>
              <a:gd name="GluePoint2Y" fmla="*/ 2147483647 h 10125"/>
              <a:gd name="GluePoint3X" fmla="*/ 2147483647 w 10001"/>
              <a:gd name="GluePoint3Y" fmla="*/ 2147483647 h 10125"/>
              <a:gd name="GluePoint4X" fmla="*/ 2147483647 w 10001"/>
              <a:gd name="GluePoint4Y" fmla="*/ 0 h 10125"/>
              <a:gd name="GluePoint5X" fmla="*/ 2147483647 w 10001"/>
              <a:gd name="GluePoint5Y" fmla="*/ 2147483647 h 10125"/>
              <a:gd name="GluePoint6X" fmla="*/ 2147483647 w 10001"/>
              <a:gd name="GluePoint6Y" fmla="*/ 2147483647 h 10125"/>
              <a:gd name="GluePoint7X" fmla="*/ 2147483647 w 10001"/>
              <a:gd name="GluePoint7Y" fmla="*/ 2147483647 h 10125"/>
              <a:gd name="GluePoint8X" fmla="*/ 2147483647 w 10001"/>
              <a:gd name="GluePoint8Y" fmla="*/ 2147483647 h 10125"/>
              <a:gd name="GluePoint9X" fmla="*/ 2147483647 w 10001"/>
              <a:gd name="GluePoint9Y" fmla="*/ 2147483647 h 10125"/>
              <a:gd name="GluePoint10X" fmla="*/ 2147483647 w 10001"/>
              <a:gd name="GluePoint10Y" fmla="*/ 2147483647 h 10125"/>
              <a:gd name="GluePoint11X" fmla="*/ 2147483647 w 10001"/>
              <a:gd name="GluePoint11Y" fmla="*/ 2147483647 h 10125"/>
              <a:gd name="GluePoint12X" fmla="*/ 2147483647 w 10001"/>
              <a:gd name="GluePoint12Y" fmla="*/ 2147483647 h 10125"/>
              <a:gd name="GluePoint13X" fmla="*/ 2147483647 w 10001"/>
              <a:gd name="GluePoint13Y" fmla="*/ 2147483647 h 10125"/>
              <a:gd name="GluePoint14X" fmla="*/ 2147483647 w 10001"/>
              <a:gd name="GluePoint14Y" fmla="*/ 2147483647 h 10125"/>
              <a:gd name="GluePoint15X" fmla="*/ 2147483647 w 10001"/>
              <a:gd name="GluePoint15Y" fmla="*/ 2147483647 h 101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" name="Straight Connector 238"/>
          <p:cNvCxnSpPr/>
          <p:nvPr/>
        </p:nvCxnSpPr>
        <p:spPr>
          <a:xfrm flipV="1">
            <a:off x="4812840" y="5629320"/>
            <a:ext cx="1316160" cy="1321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59" name="Straight Connector 239"/>
          <p:cNvCxnSpPr/>
          <p:nvPr/>
        </p:nvCxnSpPr>
        <p:spPr>
          <a:xfrm>
            <a:off x="4701600" y="5815080"/>
            <a:ext cx="2259360" cy="3002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60" name="Straight Connector 240"/>
          <p:cNvCxnSpPr/>
          <p:nvPr/>
        </p:nvCxnSpPr>
        <p:spPr>
          <a:xfrm>
            <a:off x="4714200" y="5921280"/>
            <a:ext cx="714960" cy="2750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61" name="Straight Connector 241"/>
          <p:cNvCxnSpPr/>
          <p:nvPr/>
        </p:nvCxnSpPr>
        <p:spPr>
          <a:xfrm flipV="1">
            <a:off x="5731920" y="6114960"/>
            <a:ext cx="1248120" cy="8136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62" name="Straight Connector 242"/>
          <p:cNvCxnSpPr/>
          <p:nvPr/>
        </p:nvCxnSpPr>
        <p:spPr>
          <a:xfrm>
            <a:off x="6392160" y="5661000"/>
            <a:ext cx="1057680" cy="1242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63" name="Straight Connector 243"/>
          <p:cNvCxnSpPr/>
          <p:nvPr/>
        </p:nvCxnSpPr>
        <p:spPr>
          <a:xfrm flipV="1">
            <a:off x="5676480" y="5815080"/>
            <a:ext cx="1791000" cy="3002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64" name="Straight Connector 244"/>
          <p:cNvCxnSpPr/>
          <p:nvPr/>
        </p:nvCxnSpPr>
        <p:spPr>
          <a:xfrm flipV="1">
            <a:off x="7003440" y="5843520"/>
            <a:ext cx="589320" cy="2718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65" name="Straight Connector 245"/>
          <p:cNvCxnSpPr/>
          <p:nvPr/>
        </p:nvCxnSpPr>
        <p:spPr>
          <a:xfrm>
            <a:off x="6146280" y="5629320"/>
            <a:ext cx="814680" cy="4003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grpSp>
        <p:nvGrpSpPr>
          <p:cNvPr id="66" name="Group 7"/>
          <p:cNvGrpSpPr/>
          <p:nvPr/>
        </p:nvGrpSpPr>
        <p:grpSpPr>
          <a:xfrm>
            <a:off x="5271840" y="6054840"/>
            <a:ext cx="563040" cy="293040"/>
            <a:chOff x="5271840" y="6054840"/>
            <a:chExt cx="563040" cy="293040"/>
          </a:xfrm>
        </p:grpSpPr>
        <p:sp>
          <p:nvSpPr>
            <p:cNvPr id="67" name="Oval 247"/>
            <p:cNvSpPr/>
            <p:nvPr/>
          </p:nvSpPr>
          <p:spPr>
            <a:xfrm flipV="1">
              <a:off x="5273280" y="6134040"/>
              <a:ext cx="56160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68" name="Rectangle 248"/>
            <p:cNvSpPr/>
            <p:nvPr/>
          </p:nvSpPr>
          <p:spPr>
            <a:xfrm>
              <a:off x="5271840" y="6164280"/>
              <a:ext cx="563040" cy="774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69" name="Oval 249"/>
            <p:cNvSpPr/>
            <p:nvPr/>
          </p:nvSpPr>
          <p:spPr>
            <a:xfrm flipV="1">
              <a:off x="5271840" y="6054840"/>
              <a:ext cx="56160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0" name="Freeform 250"/>
            <p:cNvSpPr/>
            <p:nvPr/>
          </p:nvSpPr>
          <p:spPr>
            <a:xfrm>
              <a:off x="5416200" y="6120000"/>
              <a:ext cx="272520" cy="107640"/>
            </a:xfrm>
            <a:custGeom>
              <a:avLst/>
              <a:gdLst>
                <a:gd name="textAreaLeft" fmla="*/ 0 w 272520"/>
                <a:gd name="textAreaRight" fmla="*/ 272880 w 272520"/>
                <a:gd name="textAreaTop" fmla="*/ 0 h 107640"/>
                <a:gd name="textAreaBottom" fmla="*/ 108000 h 1076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1" name="Freeform 251"/>
            <p:cNvSpPr/>
            <p:nvPr/>
          </p:nvSpPr>
          <p:spPr>
            <a:xfrm>
              <a:off x="5387400" y="6093000"/>
              <a:ext cx="329760" cy="7416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74160"/>
                <a:gd name="textAreaBottom" fmla="*/ 74520 h 74160"/>
                <a:gd name="GluePoint1X" fmla="*/ 0 w 3723451"/>
                <a:gd name="GluePoint1Y" fmla="*/ 27215 h 932950"/>
                <a:gd name="GluePoint2X" fmla="*/ 116331 w 3723451"/>
                <a:gd name="GluePoint2Y" fmla="*/ 321 h 932950"/>
                <a:gd name="GluePoint3X" fmla="*/ 329509 w 3723451"/>
                <a:gd name="GluePoint3Y" fmla="*/ 62069 h 932950"/>
                <a:gd name="GluePoint4X" fmla="*/ 532884 w 3723451"/>
                <a:gd name="GluePoint4Y" fmla="*/ 0 h 932950"/>
                <a:gd name="GluePoint5X" fmla="*/ 661131 w 3723451"/>
                <a:gd name="GluePoint5Y" fmla="*/ 24699 h 932950"/>
                <a:gd name="GluePoint6X" fmla="*/ 565716 w 3723451"/>
                <a:gd name="GluePoint6Y" fmla="*/ 55071 h 932950"/>
                <a:gd name="GluePoint7X" fmla="*/ 534996 w 3723451"/>
                <a:gd name="GluePoint7Y" fmla="*/ 46883 h 932950"/>
                <a:gd name="GluePoint8X" fmla="*/ 333255 w 3723451"/>
                <a:gd name="GluePoint8Y" fmla="*/ 111240 h 932950"/>
                <a:gd name="GluePoint9X" fmla="*/ 126353 w 3723451"/>
                <a:gd name="GluePoint9Y" fmla="*/ 49250 h 932950"/>
                <a:gd name="GluePoint10X" fmla="*/ 92901 w 3723451"/>
                <a:gd name="GluePoint10Y" fmla="*/ 55941 h 932950"/>
                <a:gd name="GluePoint11X" fmla="*/ 0 w 3723451"/>
                <a:gd name="GluePoint11Y" fmla="*/ 27215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eform 252"/>
            <p:cNvSpPr/>
            <p:nvPr/>
          </p:nvSpPr>
          <p:spPr>
            <a:xfrm>
              <a:off x="5605200" y="6156360"/>
              <a:ext cx="120240" cy="648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1567 w 1366596"/>
                <a:gd name="GluePoint2Y" fmla="*/ 74985 h 809868"/>
                <a:gd name="GluePoint3X" fmla="*/ 152911 w 1366596"/>
                <a:gd name="GluePoint3Y" fmla="*/ 97039 h 809868"/>
                <a:gd name="GluePoint4X" fmla="*/ 813 w 1366596"/>
                <a:gd name="GluePoint4Y" fmla="*/ 5127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253"/>
            <p:cNvSpPr/>
            <p:nvPr/>
          </p:nvSpPr>
          <p:spPr>
            <a:xfrm>
              <a:off x="5381280" y="6158160"/>
              <a:ext cx="118800" cy="6480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64800"/>
                <a:gd name="textAreaBottom" fmla="*/ 65160 h 64800"/>
                <a:gd name="GluePoint1X" fmla="*/ 235135 w 1348191"/>
                <a:gd name="GluePoint1Y" fmla="*/ 0 h 791462"/>
                <a:gd name="GluePoint2X" fmla="*/ 238389 w 1348191"/>
                <a:gd name="GluePoint2Y" fmla="*/ 46827 h 791462"/>
                <a:gd name="GluePoint3X" fmla="*/ 86243 w 1348191"/>
                <a:gd name="GluePoint3Y" fmla="*/ 97040 h 791462"/>
                <a:gd name="GluePoint4X" fmla="*/ 0 w 1348191"/>
                <a:gd name="GluePoint4Y" fmla="*/ 75037 h 791462"/>
                <a:gd name="GluePoint5X" fmla="*/ 235135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4" name="Straight Connector 254"/>
            <p:cNvCxnSpPr>
              <a:endCxn id="69" idx="2"/>
            </p:cNvCxnSpPr>
            <p:nvPr/>
          </p:nvCxnSpPr>
          <p:spPr>
            <a:xfrm flipH="1" flipV="1">
              <a:off x="5271840" y="6162120"/>
              <a:ext cx="1440" cy="835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75" name="Straight Connector 255"/>
            <p:cNvCxnSpPr/>
            <p:nvPr/>
          </p:nvCxnSpPr>
          <p:spPr>
            <a:xfrm flipH="1" flipV="1">
              <a:off x="5833440" y="6161040"/>
              <a:ext cx="1800" cy="828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76" name="Group 327"/>
          <p:cNvGrpSpPr/>
          <p:nvPr/>
        </p:nvGrpSpPr>
        <p:grpSpPr>
          <a:xfrm>
            <a:off x="5967000" y="5513400"/>
            <a:ext cx="564840" cy="291600"/>
            <a:chOff x="5967000" y="5513400"/>
            <a:chExt cx="564840" cy="291600"/>
          </a:xfrm>
        </p:grpSpPr>
        <p:sp>
          <p:nvSpPr>
            <p:cNvPr id="77" name="Oval 257"/>
            <p:cNvSpPr/>
            <p:nvPr/>
          </p:nvSpPr>
          <p:spPr>
            <a:xfrm flipV="1">
              <a:off x="5968440" y="5591160"/>
              <a:ext cx="56304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8" name="Rectangle 258"/>
            <p:cNvSpPr/>
            <p:nvPr/>
          </p:nvSpPr>
          <p:spPr>
            <a:xfrm>
              <a:off x="5967000" y="5622840"/>
              <a:ext cx="564840" cy="7596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9" name="Oval 259"/>
            <p:cNvSpPr/>
            <p:nvPr/>
          </p:nvSpPr>
          <p:spPr>
            <a:xfrm flipV="1">
              <a:off x="5967000" y="5513400"/>
              <a:ext cx="56304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0" name="Freeform 260"/>
            <p:cNvSpPr/>
            <p:nvPr/>
          </p:nvSpPr>
          <p:spPr>
            <a:xfrm>
              <a:off x="6111360" y="5578560"/>
              <a:ext cx="274320" cy="10584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105840"/>
                <a:gd name="textAreaBottom" fmla="*/ 106200 h 1058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1" name="Freeform 261"/>
            <p:cNvSpPr/>
            <p:nvPr/>
          </p:nvSpPr>
          <p:spPr>
            <a:xfrm>
              <a:off x="6082920" y="5551560"/>
              <a:ext cx="331560" cy="7416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74160"/>
                <a:gd name="textAreaBottom" fmla="*/ 74520 h 74160"/>
                <a:gd name="GluePoint1X" fmla="*/ 0 w 3723451"/>
                <a:gd name="GluePoint1Y" fmla="*/ 27363 h 932950"/>
                <a:gd name="GluePoint2X" fmla="*/ 116562 w 3723451"/>
                <a:gd name="GluePoint2Y" fmla="*/ 322 h 932950"/>
                <a:gd name="GluePoint3X" fmla="*/ 330164 w 3723451"/>
                <a:gd name="GluePoint3Y" fmla="*/ 62407 h 932950"/>
                <a:gd name="GluePoint4X" fmla="*/ 533943 w 3723451"/>
                <a:gd name="GluePoint4Y" fmla="*/ 0 h 932950"/>
                <a:gd name="GluePoint5X" fmla="*/ 662444 w 3723451"/>
                <a:gd name="GluePoint5Y" fmla="*/ 24834 h 932950"/>
                <a:gd name="GluePoint6X" fmla="*/ 566839 w 3723451"/>
                <a:gd name="GluePoint6Y" fmla="*/ 55371 h 932950"/>
                <a:gd name="GluePoint7X" fmla="*/ 536059 w 3723451"/>
                <a:gd name="GluePoint7Y" fmla="*/ 47138 h 932950"/>
                <a:gd name="GluePoint8X" fmla="*/ 333917 w 3723451"/>
                <a:gd name="GluePoint8Y" fmla="*/ 111846 h 932950"/>
                <a:gd name="GluePoint9X" fmla="*/ 126604 w 3723451"/>
                <a:gd name="GluePoint9Y" fmla="*/ 49519 h 932950"/>
                <a:gd name="GluePoint10X" fmla="*/ 93086 w 3723451"/>
                <a:gd name="GluePoint10Y" fmla="*/ 56246 h 932950"/>
                <a:gd name="GluePoint11X" fmla="*/ 0 w 3723451"/>
                <a:gd name="GluePoint11Y" fmla="*/ 27363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Freeform 262"/>
            <p:cNvSpPr/>
            <p:nvPr/>
          </p:nvSpPr>
          <p:spPr>
            <a:xfrm>
              <a:off x="6300360" y="5614920"/>
              <a:ext cx="122040" cy="6480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4057 w 1366596"/>
                <a:gd name="GluePoint2Y" fmla="*/ 75393 h 809868"/>
                <a:gd name="GluePoint3X" fmla="*/ 154487 w 1366596"/>
                <a:gd name="GluePoint3Y" fmla="*/ 97568 h 809868"/>
                <a:gd name="GluePoint4X" fmla="*/ 822 w 1366596"/>
                <a:gd name="GluePoint4Y" fmla="*/ 5155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Freeform 263"/>
            <p:cNvSpPr/>
            <p:nvPr/>
          </p:nvSpPr>
          <p:spPr>
            <a:xfrm>
              <a:off x="6076440" y="5616720"/>
              <a:ext cx="120240" cy="630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3000"/>
                <a:gd name="textAreaBottom" fmla="*/ 63360 h 63000"/>
                <a:gd name="GluePoint1X" fmla="*/ 237599 w 1348191"/>
                <a:gd name="GluePoint1Y" fmla="*/ 0 h 791462"/>
                <a:gd name="GluePoint2X" fmla="*/ 240888 w 1348191"/>
                <a:gd name="GluePoint2Y" fmla="*/ 45933 h 791462"/>
                <a:gd name="GluePoint3X" fmla="*/ 87147 w 1348191"/>
                <a:gd name="GluePoint3Y" fmla="*/ 95187 h 791462"/>
                <a:gd name="GluePoint4X" fmla="*/ 0 w 1348191"/>
                <a:gd name="GluePoint4Y" fmla="*/ 73604 h 791462"/>
                <a:gd name="GluePoint5X" fmla="*/ 237599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8360" rIns="90000" bIns="183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4" name="Straight Connector 264"/>
            <p:cNvCxnSpPr>
              <a:endCxn id="79" idx="2"/>
            </p:cNvCxnSpPr>
            <p:nvPr/>
          </p:nvCxnSpPr>
          <p:spPr>
            <a:xfrm flipH="1" flipV="1">
              <a:off x="5967000" y="5620680"/>
              <a:ext cx="1800" cy="817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5" name="Straight Connector 265"/>
            <p:cNvCxnSpPr/>
            <p:nvPr/>
          </p:nvCxnSpPr>
          <p:spPr>
            <a:xfrm flipH="1" flipV="1">
              <a:off x="6530400" y="5618160"/>
              <a:ext cx="1800" cy="828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86" name="Group 337"/>
          <p:cNvGrpSpPr/>
          <p:nvPr/>
        </p:nvGrpSpPr>
        <p:grpSpPr>
          <a:xfrm>
            <a:off x="6609960" y="5967360"/>
            <a:ext cx="563400" cy="293400"/>
            <a:chOff x="6609960" y="5967360"/>
            <a:chExt cx="563400" cy="293400"/>
          </a:xfrm>
        </p:grpSpPr>
        <p:sp>
          <p:nvSpPr>
            <p:cNvPr id="87" name="Oval 267"/>
            <p:cNvSpPr/>
            <p:nvPr/>
          </p:nvSpPr>
          <p:spPr>
            <a:xfrm flipV="1">
              <a:off x="6611400" y="6046920"/>
              <a:ext cx="56160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" name="Rectangle 268"/>
            <p:cNvSpPr/>
            <p:nvPr/>
          </p:nvSpPr>
          <p:spPr>
            <a:xfrm>
              <a:off x="6609960" y="6077160"/>
              <a:ext cx="563040" cy="774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9" name="Oval 269"/>
            <p:cNvSpPr/>
            <p:nvPr/>
          </p:nvSpPr>
          <p:spPr>
            <a:xfrm flipV="1">
              <a:off x="6609960" y="5967360"/>
              <a:ext cx="56160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0" name="Freeform 270"/>
            <p:cNvSpPr/>
            <p:nvPr/>
          </p:nvSpPr>
          <p:spPr>
            <a:xfrm>
              <a:off x="6754320" y="6032520"/>
              <a:ext cx="272520" cy="107640"/>
            </a:xfrm>
            <a:custGeom>
              <a:avLst/>
              <a:gdLst>
                <a:gd name="textAreaLeft" fmla="*/ 0 w 272520"/>
                <a:gd name="textAreaRight" fmla="*/ 272880 w 272520"/>
                <a:gd name="textAreaTop" fmla="*/ 0 h 107640"/>
                <a:gd name="textAreaBottom" fmla="*/ 108000 h 1076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1" name="Freeform 271"/>
            <p:cNvSpPr/>
            <p:nvPr/>
          </p:nvSpPr>
          <p:spPr>
            <a:xfrm>
              <a:off x="6725880" y="6005520"/>
              <a:ext cx="329760" cy="7416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74160"/>
                <a:gd name="textAreaBottom" fmla="*/ 74520 h 74160"/>
                <a:gd name="GluePoint1X" fmla="*/ 0 w 3723451"/>
                <a:gd name="GluePoint1Y" fmla="*/ 27215 h 932950"/>
                <a:gd name="GluePoint2X" fmla="*/ 116330 w 3723451"/>
                <a:gd name="GluePoint2Y" fmla="*/ 321 h 932950"/>
                <a:gd name="GluePoint3X" fmla="*/ 329508 w 3723451"/>
                <a:gd name="GluePoint3Y" fmla="*/ 62070 h 932950"/>
                <a:gd name="GluePoint4X" fmla="*/ 532883 w 3723451"/>
                <a:gd name="GluePoint4Y" fmla="*/ 0 h 932950"/>
                <a:gd name="GluePoint5X" fmla="*/ 661129 w 3723451"/>
                <a:gd name="GluePoint5Y" fmla="*/ 24700 h 932950"/>
                <a:gd name="GluePoint6X" fmla="*/ 565714 w 3723451"/>
                <a:gd name="GluePoint6Y" fmla="*/ 55072 h 932950"/>
                <a:gd name="GluePoint7X" fmla="*/ 534995 w 3723451"/>
                <a:gd name="GluePoint7Y" fmla="*/ 46883 h 932950"/>
                <a:gd name="GluePoint8X" fmla="*/ 333254 w 3723451"/>
                <a:gd name="GluePoint8Y" fmla="*/ 111241 h 932950"/>
                <a:gd name="GluePoint9X" fmla="*/ 126353 w 3723451"/>
                <a:gd name="GluePoint9Y" fmla="*/ 49251 h 932950"/>
                <a:gd name="GluePoint10X" fmla="*/ 92901 w 3723451"/>
                <a:gd name="GluePoint10Y" fmla="*/ 55941 h 932950"/>
                <a:gd name="GluePoint11X" fmla="*/ 0 w 3723451"/>
                <a:gd name="GluePoint11Y" fmla="*/ 27215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272"/>
            <p:cNvSpPr/>
            <p:nvPr/>
          </p:nvSpPr>
          <p:spPr>
            <a:xfrm>
              <a:off x="6943320" y="6069240"/>
              <a:ext cx="120240" cy="648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1567 w 1366596"/>
                <a:gd name="GluePoint2Y" fmla="*/ 74985 h 809868"/>
                <a:gd name="GluePoint3X" fmla="*/ 152911 w 1366596"/>
                <a:gd name="GluePoint3Y" fmla="*/ 97040 h 809868"/>
                <a:gd name="GluePoint4X" fmla="*/ 813 w 1366596"/>
                <a:gd name="GluePoint4Y" fmla="*/ 51277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Freeform 273"/>
            <p:cNvSpPr/>
            <p:nvPr/>
          </p:nvSpPr>
          <p:spPr>
            <a:xfrm>
              <a:off x="6719400" y="6070680"/>
              <a:ext cx="118800" cy="6480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64800"/>
                <a:gd name="textAreaBottom" fmla="*/ 65160 h 64800"/>
                <a:gd name="GluePoint1X" fmla="*/ 235133 w 1348191"/>
                <a:gd name="GluePoint1Y" fmla="*/ 0 h 791462"/>
                <a:gd name="GluePoint2X" fmla="*/ 238387 w 1348191"/>
                <a:gd name="GluePoint2Y" fmla="*/ 46827 h 791462"/>
                <a:gd name="GluePoint3X" fmla="*/ 86242 w 1348191"/>
                <a:gd name="GluePoint3Y" fmla="*/ 97039 h 791462"/>
                <a:gd name="GluePoint4X" fmla="*/ 0 w 1348191"/>
                <a:gd name="GluePoint4Y" fmla="*/ 75036 h 791462"/>
                <a:gd name="GluePoint5X" fmla="*/ 235133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4" name="Straight Connector 274"/>
            <p:cNvCxnSpPr>
              <a:endCxn id="89" idx="2"/>
            </p:cNvCxnSpPr>
            <p:nvPr/>
          </p:nvCxnSpPr>
          <p:spPr>
            <a:xfrm flipH="1" flipV="1">
              <a:off x="6609960" y="6074640"/>
              <a:ext cx="1800" cy="835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95" name="Straight Connector 275"/>
            <p:cNvCxnSpPr/>
            <p:nvPr/>
          </p:nvCxnSpPr>
          <p:spPr>
            <a:xfrm flipH="1" flipV="1">
              <a:off x="7171560" y="6073560"/>
              <a:ext cx="2160" cy="8316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96" name="Group 347"/>
          <p:cNvGrpSpPr/>
          <p:nvPr/>
        </p:nvGrpSpPr>
        <p:grpSpPr>
          <a:xfrm>
            <a:off x="7332120" y="5653080"/>
            <a:ext cx="565200" cy="293400"/>
            <a:chOff x="7332120" y="5653080"/>
            <a:chExt cx="565200" cy="293400"/>
          </a:xfrm>
        </p:grpSpPr>
        <p:sp>
          <p:nvSpPr>
            <p:cNvPr id="97" name="Oval 277"/>
            <p:cNvSpPr/>
            <p:nvPr/>
          </p:nvSpPr>
          <p:spPr>
            <a:xfrm flipV="1">
              <a:off x="7333920" y="5732640"/>
              <a:ext cx="56304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8" name="Rectangle 278"/>
            <p:cNvSpPr/>
            <p:nvPr/>
          </p:nvSpPr>
          <p:spPr>
            <a:xfrm>
              <a:off x="7332120" y="5762520"/>
              <a:ext cx="564840" cy="774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99" name="Oval 279"/>
            <p:cNvSpPr/>
            <p:nvPr/>
          </p:nvSpPr>
          <p:spPr>
            <a:xfrm flipV="1">
              <a:off x="7332120" y="5653080"/>
              <a:ext cx="56304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0" name="Freeform 280"/>
            <p:cNvSpPr/>
            <p:nvPr/>
          </p:nvSpPr>
          <p:spPr>
            <a:xfrm>
              <a:off x="7476840" y="5718240"/>
              <a:ext cx="274320" cy="10764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107640"/>
                <a:gd name="textAreaBottom" fmla="*/ 108000 h 1076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1" name="Freeform 281"/>
            <p:cNvSpPr/>
            <p:nvPr/>
          </p:nvSpPr>
          <p:spPr>
            <a:xfrm>
              <a:off x="7448040" y="5691240"/>
              <a:ext cx="331560" cy="7416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74160"/>
                <a:gd name="textAreaBottom" fmla="*/ 74520 h 74160"/>
                <a:gd name="GluePoint1X" fmla="*/ 0 w 3723451"/>
                <a:gd name="GluePoint1Y" fmla="*/ 27215 h 932950"/>
                <a:gd name="GluePoint2X" fmla="*/ 116562 w 3723451"/>
                <a:gd name="GluePoint2Y" fmla="*/ 321 h 932950"/>
                <a:gd name="GluePoint3X" fmla="*/ 330164 w 3723451"/>
                <a:gd name="GluePoint3Y" fmla="*/ 62070 h 932950"/>
                <a:gd name="GluePoint4X" fmla="*/ 533943 w 3723451"/>
                <a:gd name="GluePoint4Y" fmla="*/ 0 h 932950"/>
                <a:gd name="GluePoint5X" fmla="*/ 662444 w 3723451"/>
                <a:gd name="GluePoint5Y" fmla="*/ 24700 h 932950"/>
                <a:gd name="GluePoint6X" fmla="*/ 566839 w 3723451"/>
                <a:gd name="GluePoint6Y" fmla="*/ 55072 h 932950"/>
                <a:gd name="GluePoint7X" fmla="*/ 536059 w 3723451"/>
                <a:gd name="GluePoint7Y" fmla="*/ 46883 h 932950"/>
                <a:gd name="GluePoint8X" fmla="*/ 333917 w 3723451"/>
                <a:gd name="GluePoint8Y" fmla="*/ 111241 h 932950"/>
                <a:gd name="GluePoint9X" fmla="*/ 126604 w 3723451"/>
                <a:gd name="GluePoint9Y" fmla="*/ 49251 h 932950"/>
                <a:gd name="GluePoint10X" fmla="*/ 93086 w 3723451"/>
                <a:gd name="GluePoint10Y" fmla="*/ 55941 h 932950"/>
                <a:gd name="GluePoint11X" fmla="*/ 0 w 3723451"/>
                <a:gd name="GluePoint11Y" fmla="*/ 27215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Freeform 282"/>
            <p:cNvSpPr/>
            <p:nvPr/>
          </p:nvSpPr>
          <p:spPr>
            <a:xfrm>
              <a:off x="7665480" y="5754600"/>
              <a:ext cx="122040" cy="6480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4057 w 1366596"/>
                <a:gd name="GluePoint2Y" fmla="*/ 74985 h 809868"/>
                <a:gd name="GluePoint3X" fmla="*/ 154487 w 1366596"/>
                <a:gd name="GluePoint3Y" fmla="*/ 97040 h 809868"/>
                <a:gd name="GluePoint4X" fmla="*/ 822 w 1366596"/>
                <a:gd name="GluePoint4Y" fmla="*/ 51277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Freeform 283"/>
            <p:cNvSpPr/>
            <p:nvPr/>
          </p:nvSpPr>
          <p:spPr>
            <a:xfrm>
              <a:off x="7441920" y="5756400"/>
              <a:ext cx="120240" cy="648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4800"/>
                <a:gd name="textAreaBottom" fmla="*/ 65160 h 64800"/>
                <a:gd name="GluePoint1X" fmla="*/ 237599 w 1348191"/>
                <a:gd name="GluePoint1Y" fmla="*/ 0 h 791462"/>
                <a:gd name="GluePoint2X" fmla="*/ 240888 w 1348191"/>
                <a:gd name="GluePoint2Y" fmla="*/ 46827 h 791462"/>
                <a:gd name="GluePoint3X" fmla="*/ 87147 w 1348191"/>
                <a:gd name="GluePoint3Y" fmla="*/ 97039 h 791462"/>
                <a:gd name="GluePoint4X" fmla="*/ 0 w 1348191"/>
                <a:gd name="GluePoint4Y" fmla="*/ 75036 h 791462"/>
                <a:gd name="GluePoint5X" fmla="*/ 237599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4" name="Straight Connector 284"/>
            <p:cNvCxnSpPr>
              <a:endCxn id="99" idx="2"/>
            </p:cNvCxnSpPr>
            <p:nvPr/>
          </p:nvCxnSpPr>
          <p:spPr>
            <a:xfrm flipH="1" flipV="1">
              <a:off x="7332120" y="5760360"/>
              <a:ext cx="1800" cy="835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105" name="Straight Connector 285"/>
            <p:cNvCxnSpPr/>
            <p:nvPr/>
          </p:nvCxnSpPr>
          <p:spPr>
            <a:xfrm flipH="1" flipV="1">
              <a:off x="7895520" y="5759280"/>
              <a:ext cx="2160" cy="828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106" name="Group 286"/>
          <p:cNvGrpSpPr/>
          <p:nvPr/>
        </p:nvGrpSpPr>
        <p:grpSpPr>
          <a:xfrm>
            <a:off x="3347280" y="2370240"/>
            <a:ext cx="5270400" cy="3804840"/>
            <a:chOff x="3347280" y="2370240"/>
            <a:chExt cx="5270400" cy="3804840"/>
          </a:xfrm>
        </p:grpSpPr>
        <p:sp>
          <p:nvSpPr>
            <p:cNvPr id="107" name="Freeform 287"/>
            <p:cNvSpPr/>
            <p:nvPr/>
          </p:nvSpPr>
          <p:spPr>
            <a:xfrm>
              <a:off x="3366720" y="4869000"/>
              <a:ext cx="1220400" cy="920520"/>
            </a:xfrm>
            <a:custGeom>
              <a:avLst/>
              <a:gdLst>
                <a:gd name="textAreaLeft" fmla="*/ 0 w 1220400"/>
                <a:gd name="textAreaRight" fmla="*/ 1220760 w 1220400"/>
                <a:gd name="textAreaTop" fmla="*/ 0 h 920520"/>
                <a:gd name="textAreaBottom" fmla="*/ 920880 h 920520"/>
                <a:gd name="GluePoint1X" fmla="*/ 1060159 w 1220510"/>
                <a:gd name="GluePoint1Y" fmla="*/ 921649 h 921649"/>
                <a:gd name="GluePoint2X" fmla="*/ 0 w 1220510"/>
                <a:gd name="GluePoint2Y" fmla="*/ 51716 h 921649"/>
                <a:gd name="GluePoint3X" fmla="*/ 1059218 w 1220510"/>
                <a:gd name="GluePoint3Y" fmla="*/ 355 h 921649"/>
                <a:gd name="GluePoint4X" fmla="*/ 1220510 w 1220510"/>
                <a:gd name="GluePoint4Y" fmla="*/ 849923 h 921649"/>
                <a:gd name="GluePoint5X" fmla="*/ 1060159 w 1220510"/>
                <a:gd name="GluePoint5Y" fmla="*/ 921649 h 9216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8" name="Freeform 288"/>
            <p:cNvSpPr/>
            <p:nvPr/>
          </p:nvSpPr>
          <p:spPr>
            <a:xfrm>
              <a:off x="7692480" y="4956120"/>
              <a:ext cx="925200" cy="756720"/>
            </a:xfrm>
            <a:custGeom>
              <a:avLst/>
              <a:gdLst>
                <a:gd name="textAreaLeft" fmla="*/ 0 w 925200"/>
                <a:gd name="textAreaRight" fmla="*/ 925560 w 925200"/>
                <a:gd name="textAreaTop" fmla="*/ 0 h 756720"/>
                <a:gd name="textAreaBottom" fmla="*/ 757080 h 756720"/>
                <a:gd name="GluePoint1X" fmla="*/ 0 w 926304"/>
                <a:gd name="GluePoint1Y" fmla="*/ 735614 h 758185"/>
                <a:gd name="GluePoint2X" fmla="*/ 405840 w 926304"/>
                <a:gd name="GluePoint2Y" fmla="*/ 13939 h 758185"/>
                <a:gd name="GluePoint3X" fmla="*/ 926304 w 926304"/>
                <a:gd name="GluePoint3Y" fmla="*/ 563 h 758185"/>
                <a:gd name="GluePoint4X" fmla="*/ 183705 w 926304"/>
                <a:gd name="GluePoint4Y" fmla="*/ 758185 h 758185"/>
                <a:gd name="GluePoint5X" fmla="*/ 0 w 926304"/>
                <a:gd name="GluePoint5Y" fmla="*/ 735614 h 7581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9" name="Freeform 289"/>
            <p:cNvSpPr/>
            <p:nvPr/>
          </p:nvSpPr>
          <p:spPr>
            <a:xfrm>
              <a:off x="6878160" y="4977000"/>
              <a:ext cx="725040" cy="1099800"/>
            </a:xfrm>
            <a:custGeom>
              <a:avLst/>
              <a:gdLst>
                <a:gd name="textAreaLeft" fmla="*/ 0 w 725040"/>
                <a:gd name="textAreaRight" fmla="*/ 725400 w 725040"/>
                <a:gd name="textAreaTop" fmla="*/ 0 h 1099800"/>
                <a:gd name="textAreaBottom" fmla="*/ 1100160 h 1099800"/>
                <a:gd name="GluePoint1X" fmla="*/ 0 w 725009"/>
                <a:gd name="GluePoint1Y" fmla="*/ 1073986 h 1101479"/>
                <a:gd name="GluePoint2X" fmla="*/ 206612 w 725009"/>
                <a:gd name="GluePoint2Y" fmla="*/ 1724 h 1101479"/>
                <a:gd name="GluePoint3X" fmla="*/ 725009 w 725009"/>
                <a:gd name="GluePoint3Y" fmla="*/ 0 h 1101479"/>
                <a:gd name="GluePoint4X" fmla="*/ 159092 w 725009"/>
                <a:gd name="GluePoint4Y" fmla="*/ 1101479 h 1101479"/>
                <a:gd name="GluePoint5X" fmla="*/ 0 w 725009"/>
                <a:gd name="GluePoint5Y" fmla="*/ 1073986 h 11014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10" name="Freeform 290"/>
            <p:cNvSpPr/>
            <p:nvPr/>
          </p:nvSpPr>
          <p:spPr>
            <a:xfrm>
              <a:off x="5890680" y="4996080"/>
              <a:ext cx="514080" cy="577440"/>
            </a:xfrm>
            <a:custGeom>
              <a:avLst/>
              <a:gdLst>
                <a:gd name="textAreaLeft" fmla="*/ 0 w 514080"/>
                <a:gd name="textAreaRight" fmla="*/ 514440 w 514080"/>
                <a:gd name="textAreaTop" fmla="*/ 0 h 577440"/>
                <a:gd name="textAreaBottom" fmla="*/ 577800 h 577440"/>
                <a:gd name="GluePoint1X" fmla="*/ 135770 w 514180"/>
                <a:gd name="GluePoint1Y" fmla="*/ 577341 h 578353"/>
                <a:gd name="GluePoint2X" fmla="*/ 0 w 514180"/>
                <a:gd name="GluePoint2Y" fmla="*/ 0 h 578353"/>
                <a:gd name="GluePoint3X" fmla="*/ 514180 w 514180"/>
                <a:gd name="GluePoint3Y" fmla="*/ 10891 h 578353"/>
                <a:gd name="GluePoint4X" fmla="*/ 339280 w 514180"/>
                <a:gd name="GluePoint4Y" fmla="*/ 576561 h 578353"/>
                <a:gd name="GluePoint5X" fmla="*/ 135770 w 514180"/>
                <a:gd name="GluePoint5Y" fmla="*/ 577341 h 5783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11" name="Freeform 291"/>
            <p:cNvSpPr/>
            <p:nvPr/>
          </p:nvSpPr>
          <p:spPr>
            <a:xfrm>
              <a:off x="5111280" y="4959360"/>
              <a:ext cx="593280" cy="1215720"/>
            </a:xfrm>
            <a:custGeom>
              <a:avLst/>
              <a:gdLst>
                <a:gd name="textAreaLeft" fmla="*/ 0 w 593280"/>
                <a:gd name="textAreaRight" fmla="*/ 593640 w 593280"/>
                <a:gd name="textAreaTop" fmla="*/ 0 h 1215720"/>
                <a:gd name="textAreaBottom" fmla="*/ 1216080 h 1215720"/>
                <a:gd name="GluePoint1X" fmla="*/ 403236 w 594113"/>
                <a:gd name="GluePoint1Y" fmla="*/ 1215612 h 1215612"/>
                <a:gd name="GluePoint2X" fmla="*/ 0 w 594113"/>
                <a:gd name="GluePoint2Y" fmla="*/ 4757 h 1215612"/>
                <a:gd name="GluePoint3X" fmla="*/ 502783 w 594113"/>
                <a:gd name="GluePoint3Y" fmla="*/ 0 h 1215612"/>
                <a:gd name="GluePoint4X" fmla="*/ 594113 w 594113"/>
                <a:gd name="GluePoint4Y" fmla="*/ 1179818 h 1215612"/>
                <a:gd name="GluePoint5X" fmla="*/ 403236 w 594113"/>
                <a:gd name="GluePoint5Y" fmla="*/ 1215612 h 12156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grpSp>
          <p:nvGrpSpPr>
            <p:cNvPr id="112" name="Group 17"/>
            <p:cNvGrpSpPr/>
            <p:nvPr/>
          </p:nvGrpSpPr>
          <p:grpSpPr>
            <a:xfrm>
              <a:off x="3347280" y="2370240"/>
              <a:ext cx="1079640" cy="2674800"/>
              <a:chOff x="3347280" y="2370240"/>
              <a:chExt cx="1079640" cy="2674800"/>
            </a:xfrm>
          </p:grpSpPr>
          <p:sp>
            <p:nvSpPr>
              <p:cNvPr id="113" name="Rectangle 379"/>
              <p:cNvSpPr/>
              <p:nvPr/>
            </p:nvSpPr>
            <p:spPr>
              <a:xfrm rot="10800000">
                <a:off x="3379680" y="2619720"/>
                <a:ext cx="1026720" cy="10839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114" name="Group 104"/>
              <p:cNvGrpSpPr/>
              <p:nvPr/>
            </p:nvGrpSpPr>
            <p:grpSpPr>
              <a:xfrm>
                <a:off x="3372840" y="4656240"/>
                <a:ext cx="1030320" cy="388800"/>
                <a:chOff x="3372840" y="4656240"/>
                <a:chExt cx="1030320" cy="388800"/>
              </a:xfrm>
            </p:grpSpPr>
            <p:sp>
              <p:nvSpPr>
                <p:cNvPr id="115" name="Oval 394"/>
                <p:cNvSpPr/>
                <p:nvPr/>
              </p:nvSpPr>
              <p:spPr>
                <a:xfrm>
                  <a:off x="3373200" y="4786560"/>
                  <a:ext cx="1029960" cy="25848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16" name="Rectangle 395"/>
                <p:cNvSpPr/>
                <p:nvPr/>
              </p:nvSpPr>
              <p:spPr>
                <a:xfrm>
                  <a:off x="3373200" y="4786560"/>
                  <a:ext cx="1029960" cy="12816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17" name="Oval 396"/>
                <p:cNvSpPr/>
                <p:nvPr/>
              </p:nvSpPr>
              <p:spPr>
                <a:xfrm>
                  <a:off x="3373200" y="4656240"/>
                  <a:ext cx="1029960" cy="258480"/>
                </a:xfrm>
                <a:prstGeom prst="ellipse">
                  <a:avLst/>
                </a:prstGeom>
                <a:solidFill>
                  <a:srgbClr val="8585E0">
                    <a:alpha val="70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118" name="Straight Connector 397"/>
                <p:cNvCxnSpPr/>
                <p:nvPr/>
              </p:nvCxnSpPr>
              <p:spPr>
                <a:xfrm>
                  <a:off x="4403160" y="4786200"/>
                  <a:ext cx="360" cy="1288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19" name="Straight Connector 398"/>
                <p:cNvCxnSpPr/>
                <p:nvPr/>
              </p:nvCxnSpPr>
              <p:spPr>
                <a:xfrm>
                  <a:off x="3372840" y="4786200"/>
                  <a:ext cx="360" cy="1288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120" name="Rectangle 381"/>
              <p:cNvSpPr/>
              <p:nvPr/>
            </p:nvSpPr>
            <p:spPr>
              <a:xfrm>
                <a:off x="3391920" y="3641760"/>
                <a:ext cx="1026720" cy="1163160"/>
              </a:xfrm>
              <a:prstGeom prst="rect">
                <a:avLst/>
              </a:prstGeom>
              <a:gradFill rotWithShape="0">
                <a:gsLst>
                  <a:gs pos="0">
                    <a:srgbClr val="ADADEB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21" name="Straight Connector 382"/>
              <p:cNvCxnSpPr/>
              <p:nvPr/>
            </p:nvCxnSpPr>
            <p:spPr>
              <a:xfrm>
                <a:off x="3371400" y="2844720"/>
                <a:ext cx="20880" cy="202104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cxnSp>
            <p:nvCxnSpPr>
              <p:cNvPr id="122" name="Straight Connector 383"/>
              <p:cNvCxnSpPr/>
              <p:nvPr/>
            </p:nvCxnSpPr>
            <p:spPr>
              <a:xfrm flipH="1">
                <a:off x="4407840" y="2844720"/>
                <a:ext cx="5040" cy="19767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123" name="Group 9"/>
              <p:cNvGrpSpPr/>
              <p:nvPr/>
            </p:nvGrpSpPr>
            <p:grpSpPr>
              <a:xfrm>
                <a:off x="3347280" y="2370240"/>
                <a:ext cx="1079640" cy="429840"/>
                <a:chOff x="3347280" y="2370240"/>
                <a:chExt cx="1079640" cy="429840"/>
              </a:xfrm>
            </p:grpSpPr>
            <p:sp>
              <p:nvSpPr>
                <p:cNvPr id="124" name="Oval 385"/>
                <p:cNvSpPr/>
                <p:nvPr/>
              </p:nvSpPr>
              <p:spPr>
                <a:xfrm flipV="1">
                  <a:off x="3350880" y="2486160"/>
                  <a:ext cx="1074240" cy="313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D6D6F5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25" name="Rectangle 386"/>
                <p:cNvSpPr/>
                <p:nvPr/>
              </p:nvSpPr>
              <p:spPr>
                <a:xfrm>
                  <a:off x="3347640" y="2530440"/>
                  <a:ext cx="1077480" cy="11232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26" name="Oval 387"/>
                <p:cNvSpPr/>
                <p:nvPr/>
              </p:nvSpPr>
              <p:spPr>
                <a:xfrm flipV="1">
                  <a:off x="3347640" y="2370240"/>
                  <a:ext cx="1076040" cy="313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27" name="Freeform 388"/>
                <p:cNvSpPr/>
                <p:nvPr/>
              </p:nvSpPr>
              <p:spPr>
                <a:xfrm>
                  <a:off x="3623760" y="2467080"/>
                  <a:ext cx="523440" cy="156960"/>
                </a:xfrm>
                <a:custGeom>
                  <a:avLst/>
                  <a:gdLst>
                    <a:gd name="textAreaLeft" fmla="*/ 0 w 523440"/>
                    <a:gd name="textAreaRight" fmla="*/ 523800 w 523440"/>
                    <a:gd name="textAreaTop" fmla="*/ 0 h 156960"/>
                    <a:gd name="textAreaBottom" fmla="*/ 157320 h 1569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28" name="Freeform 389"/>
                <p:cNvSpPr/>
                <p:nvPr/>
              </p:nvSpPr>
              <p:spPr>
                <a:xfrm>
                  <a:off x="3569760" y="2425680"/>
                  <a:ext cx="631440" cy="109080"/>
                </a:xfrm>
                <a:custGeom>
                  <a:avLst/>
                  <a:gdLst>
                    <a:gd name="textAreaLeft" fmla="*/ 0 w 631440"/>
                    <a:gd name="textAreaRight" fmla="*/ 631800 w 631440"/>
                    <a:gd name="textAreaTop" fmla="*/ 0 h 109080"/>
                    <a:gd name="textAreaBottom" fmla="*/ 109440 h 109080"/>
                    <a:gd name="GluePoint1X" fmla="*/ 0 w 3723451"/>
                    <a:gd name="GluePoint1Y" fmla="*/ 26792 h 932950"/>
                    <a:gd name="GluePoint2X" fmla="*/ 123590 w 3723451"/>
                    <a:gd name="GluePoint2Y" fmla="*/ 316 h 932950"/>
                    <a:gd name="GluePoint3X" fmla="*/ 350070 w 3723451"/>
                    <a:gd name="GluePoint3Y" fmla="*/ 61105 h 932950"/>
                    <a:gd name="GluePoint4X" fmla="*/ 566135 w 3723451"/>
                    <a:gd name="GluePoint4Y" fmla="*/ 0 h 932950"/>
                    <a:gd name="GluePoint5X" fmla="*/ 702384 w 3723451"/>
                    <a:gd name="GluePoint5Y" fmla="*/ 24316 h 932950"/>
                    <a:gd name="GluePoint6X" fmla="*/ 601015 w 3723451"/>
                    <a:gd name="GluePoint6Y" fmla="*/ 54216 h 932950"/>
                    <a:gd name="GluePoint7X" fmla="*/ 568379 w 3723451"/>
                    <a:gd name="GluePoint7Y" fmla="*/ 46155 h 932950"/>
                    <a:gd name="GluePoint8X" fmla="*/ 354049 w 3723451"/>
                    <a:gd name="GluePoint8Y" fmla="*/ 109512 h 932950"/>
                    <a:gd name="GluePoint9X" fmla="*/ 134237 w 3723451"/>
                    <a:gd name="GluePoint9Y" fmla="*/ 48485 h 932950"/>
                    <a:gd name="GluePoint10X" fmla="*/ 98698 w 3723451"/>
                    <a:gd name="GluePoint10Y" fmla="*/ 55072 h 932950"/>
                    <a:gd name="GluePoint11X" fmla="*/ 0 w 3723451"/>
                    <a:gd name="GluePoint11Y" fmla="*/ 26792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9" name="Freeform 390"/>
                <p:cNvSpPr/>
                <p:nvPr/>
              </p:nvSpPr>
              <p:spPr>
                <a:xfrm>
                  <a:off x="3985920" y="2519280"/>
                  <a:ext cx="231480" cy="95040"/>
                </a:xfrm>
                <a:custGeom>
                  <a:avLst/>
                  <a:gdLst>
                    <a:gd name="textAreaLeft" fmla="*/ 0 w 231480"/>
                    <a:gd name="textAreaRight" fmla="*/ 231840 w 231480"/>
                    <a:gd name="textAreaTop" fmla="*/ 0 h 95040"/>
                    <a:gd name="textAreaBottom" fmla="*/ 95400 h 95040"/>
                    <a:gd name="GluePoint1X" fmla="*/ 0 w 1366596"/>
                    <a:gd name="GluePoint1Y" fmla="*/ 0 h 809868"/>
                    <a:gd name="GluePoint2X" fmla="*/ 257658 w 1366596"/>
                    <a:gd name="GluePoint2Y" fmla="*/ 73585 h 809868"/>
                    <a:gd name="GluePoint3X" fmla="*/ 163097 w 1366596"/>
                    <a:gd name="GluePoint3Y" fmla="*/ 95228 h 809868"/>
                    <a:gd name="GluePoint4X" fmla="*/ 867 w 1366596"/>
                    <a:gd name="GluePoint4Y" fmla="*/ 50319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0" name="Freeform 391"/>
                <p:cNvSpPr/>
                <p:nvPr/>
              </p:nvSpPr>
              <p:spPr>
                <a:xfrm>
                  <a:off x="3558600" y="2521080"/>
                  <a:ext cx="228240" cy="95040"/>
                </a:xfrm>
                <a:custGeom>
                  <a:avLst/>
                  <a:gdLst>
                    <a:gd name="textAreaLeft" fmla="*/ 0 w 228240"/>
                    <a:gd name="textAreaRight" fmla="*/ 228600 w 228240"/>
                    <a:gd name="textAreaTop" fmla="*/ 0 h 95040"/>
                    <a:gd name="textAreaBottom" fmla="*/ 95400 h 95040"/>
                    <a:gd name="GluePoint1X" fmla="*/ 250660 w 1348191"/>
                    <a:gd name="GluePoint1Y" fmla="*/ 0 h 791462"/>
                    <a:gd name="GluePoint2X" fmla="*/ 254129 w 1348191"/>
                    <a:gd name="GluePoint2Y" fmla="*/ 45953 h 791462"/>
                    <a:gd name="GluePoint3X" fmla="*/ 91938 w 1348191"/>
                    <a:gd name="GluePoint3Y" fmla="*/ 95228 h 791462"/>
                    <a:gd name="GluePoint4X" fmla="*/ 0 w 1348191"/>
                    <a:gd name="GluePoint4Y" fmla="*/ 73636 h 791462"/>
                    <a:gd name="GluePoint5X" fmla="*/ 250660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31" name="Straight Connector 392"/>
                <p:cNvCxnSpPr/>
                <p:nvPr/>
              </p:nvCxnSpPr>
              <p:spPr>
                <a:xfrm flipH="1" flipV="1">
                  <a:off x="3347280" y="2527200"/>
                  <a:ext cx="3600" cy="122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32" name="Straight Connector 393"/>
                <p:cNvCxnSpPr/>
                <p:nvPr/>
              </p:nvCxnSpPr>
              <p:spPr>
                <a:xfrm flipH="1" flipV="1">
                  <a:off x="4423680" y="2523960"/>
                  <a:ext cx="3600" cy="122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133" name="Group 18"/>
            <p:cNvGrpSpPr/>
            <p:nvPr/>
          </p:nvGrpSpPr>
          <p:grpSpPr>
            <a:xfrm>
              <a:off x="5090400" y="3212640"/>
              <a:ext cx="522000" cy="1832040"/>
              <a:chOff x="5090400" y="3212640"/>
              <a:chExt cx="522000" cy="1832040"/>
            </a:xfrm>
          </p:grpSpPr>
          <p:sp>
            <p:nvSpPr>
              <p:cNvPr id="134" name="Rectangle 358"/>
              <p:cNvSpPr/>
              <p:nvPr/>
            </p:nvSpPr>
            <p:spPr>
              <a:xfrm rot="10800000">
                <a:off x="5097960" y="3326760"/>
                <a:ext cx="497880" cy="3063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35" name="Straight Connector 359"/>
              <p:cNvCxnSpPr/>
              <p:nvPr/>
            </p:nvCxnSpPr>
            <p:spPr>
              <a:xfrm flipH="1">
                <a:off x="5609520" y="3360600"/>
                <a:ext cx="2160" cy="153720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pic>
            <p:nvPicPr>
              <p:cNvPr id="136" name="Picture 86" descr="router_top.png"/>
              <p:cNvPicPr/>
              <p:nvPr/>
            </p:nvPicPr>
            <p:blipFill>
              <a:blip r:embed="rId1"/>
              <a:stretch/>
            </p:blipFill>
            <p:spPr>
              <a:xfrm>
                <a:off x="5090400" y="3233520"/>
                <a:ext cx="522000" cy="2203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37" name="Group 82"/>
              <p:cNvGrpSpPr/>
              <p:nvPr/>
            </p:nvGrpSpPr>
            <p:grpSpPr>
              <a:xfrm>
                <a:off x="5101560" y="4822920"/>
                <a:ext cx="507960" cy="221760"/>
                <a:chOff x="5101560" y="4822920"/>
                <a:chExt cx="507960" cy="221760"/>
              </a:xfrm>
            </p:grpSpPr>
            <p:sp>
              <p:nvSpPr>
                <p:cNvPr id="138" name="Oval 374"/>
                <p:cNvSpPr/>
                <p:nvPr/>
              </p:nvSpPr>
              <p:spPr>
                <a:xfrm>
                  <a:off x="5101920" y="489744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39" name="Rectangle 375"/>
                <p:cNvSpPr/>
                <p:nvPr/>
              </p:nvSpPr>
              <p:spPr>
                <a:xfrm>
                  <a:off x="5101920" y="489744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40" name="Oval 376"/>
                <p:cNvSpPr/>
                <p:nvPr/>
              </p:nvSpPr>
              <p:spPr>
                <a:xfrm>
                  <a:off x="5101920" y="4822920"/>
                  <a:ext cx="507600" cy="14724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141" name="Straight Connector 377"/>
                <p:cNvCxnSpPr/>
                <p:nvPr/>
              </p:nvCxnSpPr>
              <p:spPr>
                <a:xfrm>
                  <a:off x="5609520" y="48974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42" name="Straight Connector 378"/>
                <p:cNvCxnSpPr/>
                <p:nvPr/>
              </p:nvCxnSpPr>
              <p:spPr>
                <a:xfrm>
                  <a:off x="5101560" y="48974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143" name="Rectangle 362"/>
              <p:cNvSpPr/>
              <p:nvPr/>
            </p:nvSpPr>
            <p:spPr>
              <a:xfrm>
                <a:off x="5106600" y="3737160"/>
                <a:ext cx="498240" cy="11631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44" name="Straight Connector 363"/>
              <p:cNvCxnSpPr/>
              <p:nvPr/>
            </p:nvCxnSpPr>
            <p:spPr>
              <a:xfrm flipH="1">
                <a:off x="5096880" y="3301920"/>
                <a:ext cx="5040" cy="16894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145" name="Group 377"/>
              <p:cNvGrpSpPr/>
              <p:nvPr/>
            </p:nvGrpSpPr>
            <p:grpSpPr>
              <a:xfrm>
                <a:off x="5101560" y="3212640"/>
                <a:ext cx="503280" cy="242640"/>
                <a:chOff x="5101560" y="3212640"/>
                <a:chExt cx="503280" cy="242640"/>
              </a:xfrm>
            </p:grpSpPr>
            <p:sp>
              <p:nvSpPr>
                <p:cNvPr id="146" name="Oval 365"/>
                <p:cNvSpPr/>
                <p:nvPr/>
              </p:nvSpPr>
              <p:spPr>
                <a:xfrm flipV="1">
                  <a:off x="5103360" y="3277440"/>
                  <a:ext cx="5011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47" name="Rectangle 366"/>
                <p:cNvSpPr/>
                <p:nvPr/>
              </p:nvSpPr>
              <p:spPr>
                <a:xfrm>
                  <a:off x="5101920" y="330372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48" name="Oval 367"/>
                <p:cNvSpPr/>
                <p:nvPr/>
              </p:nvSpPr>
              <p:spPr>
                <a:xfrm flipV="1">
                  <a:off x="5101920" y="3212280"/>
                  <a:ext cx="5011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49" name="Freeform 368"/>
                <p:cNvSpPr/>
                <p:nvPr/>
              </p:nvSpPr>
              <p:spPr>
                <a:xfrm>
                  <a:off x="5230440" y="3267000"/>
                  <a:ext cx="244080" cy="8856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50" name="Freeform 369"/>
                <p:cNvSpPr/>
                <p:nvPr/>
              </p:nvSpPr>
              <p:spPr>
                <a:xfrm>
                  <a:off x="5204880" y="3245040"/>
                  <a:ext cx="294840" cy="6156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1560"/>
                    <a:gd name="textAreaBottom" fmla="*/ 61920 h 61560"/>
                    <a:gd name="GluePoint1X" fmla="*/ 0 w 3723451"/>
                    <a:gd name="GluePoint1Y" fmla="*/ 26843 h 932950"/>
                    <a:gd name="GluePoint2X" fmla="*/ 123686 w 3723451"/>
                    <a:gd name="GluePoint2Y" fmla="*/ 316 h 932950"/>
                    <a:gd name="GluePoint3X" fmla="*/ 350344 w 3723451"/>
                    <a:gd name="GluePoint3Y" fmla="*/ 61221 h 932950"/>
                    <a:gd name="GluePoint4X" fmla="*/ 566578 w 3723451"/>
                    <a:gd name="GluePoint4Y" fmla="*/ 0 h 932950"/>
                    <a:gd name="GluePoint5X" fmla="*/ 702933 w 3723451"/>
                    <a:gd name="GluePoint5Y" fmla="*/ 24362 h 932950"/>
                    <a:gd name="GluePoint6X" fmla="*/ 601485 w 3723451"/>
                    <a:gd name="GluePoint6Y" fmla="*/ 54319 h 932950"/>
                    <a:gd name="GluePoint7X" fmla="*/ 568823 w 3723451"/>
                    <a:gd name="GluePoint7Y" fmla="*/ 46243 h 932950"/>
                    <a:gd name="GluePoint8X" fmla="*/ 354326 w 3723451"/>
                    <a:gd name="GluePoint8Y" fmla="*/ 109721 h 932950"/>
                    <a:gd name="GluePoint9X" fmla="*/ 134342 w 3723451"/>
                    <a:gd name="GluePoint9Y" fmla="*/ 48578 h 932950"/>
                    <a:gd name="GluePoint10X" fmla="*/ 98775 w 3723451"/>
                    <a:gd name="GluePoint10Y" fmla="*/ 55177 h 932950"/>
                    <a:gd name="GluePoint11X" fmla="*/ 0 w 3723451"/>
                    <a:gd name="GluePoint11Y" fmla="*/ 26843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Freeform 370"/>
                <p:cNvSpPr/>
                <p:nvPr/>
              </p:nvSpPr>
              <p:spPr>
                <a:xfrm>
                  <a:off x="5398560" y="329724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764 w 1366596"/>
                    <a:gd name="GluePoint2Y" fmla="*/ 73915 h 809868"/>
                    <a:gd name="GluePoint3X" fmla="*/ 165063 w 1366596"/>
                    <a:gd name="GluePoint3Y" fmla="*/ 95655 h 809868"/>
                    <a:gd name="GluePoint4X" fmla="*/ 878 w 1366596"/>
                    <a:gd name="GluePoint4Y" fmla="*/ 50545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Freeform 371"/>
                <p:cNvSpPr/>
                <p:nvPr/>
              </p:nvSpPr>
              <p:spPr>
                <a:xfrm>
                  <a:off x="5200200" y="329904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751 w 1348191"/>
                    <a:gd name="GluePoint1Y" fmla="*/ 0 h 791462"/>
                    <a:gd name="GluePoint2X" fmla="*/ 253208 w 1348191"/>
                    <a:gd name="GluePoint2Y" fmla="*/ 44801 h 791462"/>
                    <a:gd name="GluePoint3X" fmla="*/ 91604 w 1348191"/>
                    <a:gd name="GluePoint3Y" fmla="*/ 92841 h 791462"/>
                    <a:gd name="GluePoint4X" fmla="*/ 0 w 1348191"/>
                    <a:gd name="GluePoint4Y" fmla="*/ 71790 h 791462"/>
                    <a:gd name="GluePoint5X" fmla="*/ 249751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53" name="Straight Connector 372"/>
                <p:cNvCxnSpPr/>
                <p:nvPr/>
              </p:nvCxnSpPr>
              <p:spPr>
                <a:xfrm flipH="1" flipV="1">
                  <a:off x="5101560" y="3301920"/>
                  <a:ext cx="216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54" name="Straight Connector 373"/>
                <p:cNvCxnSpPr/>
                <p:nvPr/>
              </p:nvCxnSpPr>
              <p:spPr>
                <a:xfrm flipH="1" flipV="1">
                  <a:off x="5603400" y="3300480"/>
                  <a:ext cx="180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155" name="Group 19"/>
            <p:cNvGrpSpPr/>
            <p:nvPr/>
          </p:nvGrpSpPr>
          <p:grpSpPr>
            <a:xfrm>
              <a:off x="5888880" y="2525400"/>
              <a:ext cx="528840" cy="2517840"/>
              <a:chOff x="5888880" y="2525400"/>
              <a:chExt cx="528840" cy="2517840"/>
            </a:xfrm>
          </p:grpSpPr>
          <p:sp>
            <p:nvSpPr>
              <p:cNvPr id="156" name="Rectangle 338"/>
              <p:cNvSpPr/>
              <p:nvPr/>
            </p:nvSpPr>
            <p:spPr>
              <a:xfrm rot="10800000">
                <a:off x="5905800" y="2715840"/>
                <a:ext cx="497880" cy="91620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57" name="Straight Connector 339"/>
              <p:cNvCxnSpPr/>
              <p:nvPr/>
            </p:nvCxnSpPr>
            <p:spPr>
              <a:xfrm>
                <a:off x="6411240" y="2681280"/>
                <a:ext cx="6840" cy="22147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158" name="Group 442"/>
              <p:cNvGrpSpPr/>
              <p:nvPr/>
            </p:nvGrpSpPr>
            <p:grpSpPr>
              <a:xfrm>
                <a:off x="5909760" y="4821480"/>
                <a:ext cx="507960" cy="221760"/>
                <a:chOff x="5909760" y="4821480"/>
                <a:chExt cx="507960" cy="221760"/>
              </a:xfrm>
            </p:grpSpPr>
            <p:sp>
              <p:nvSpPr>
                <p:cNvPr id="159" name="Oval 353"/>
                <p:cNvSpPr/>
                <p:nvPr/>
              </p:nvSpPr>
              <p:spPr>
                <a:xfrm>
                  <a:off x="5909760" y="489600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60" name="Rectangle 354"/>
                <p:cNvSpPr/>
                <p:nvPr/>
              </p:nvSpPr>
              <p:spPr>
                <a:xfrm>
                  <a:off x="5909760" y="489600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61" name="Oval 355"/>
                <p:cNvSpPr/>
                <p:nvPr/>
              </p:nvSpPr>
              <p:spPr>
                <a:xfrm>
                  <a:off x="5909760" y="4821480"/>
                  <a:ext cx="507600" cy="14724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162" name="Straight Connector 356"/>
                <p:cNvCxnSpPr/>
                <p:nvPr/>
              </p:nvCxnSpPr>
              <p:spPr>
                <a:xfrm>
                  <a:off x="6417720" y="48956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63" name="Straight Connector 357"/>
                <p:cNvCxnSpPr/>
                <p:nvPr/>
              </p:nvCxnSpPr>
              <p:spPr>
                <a:xfrm>
                  <a:off x="5909760" y="48956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164" name="Rectangle 341"/>
              <p:cNvSpPr/>
              <p:nvPr/>
            </p:nvSpPr>
            <p:spPr>
              <a:xfrm>
                <a:off x="5914440" y="3735360"/>
                <a:ext cx="498240" cy="11631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65" name="Straight Connector 342"/>
              <p:cNvCxnSpPr/>
              <p:nvPr/>
            </p:nvCxnSpPr>
            <p:spPr>
              <a:xfrm>
                <a:off x="5890680" y="2679480"/>
                <a:ext cx="14760" cy="23101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166" name="Group 456"/>
              <p:cNvGrpSpPr/>
              <p:nvPr/>
            </p:nvGrpSpPr>
            <p:grpSpPr>
              <a:xfrm>
                <a:off x="5888880" y="2525400"/>
                <a:ext cx="505080" cy="242640"/>
                <a:chOff x="5888880" y="2525400"/>
                <a:chExt cx="505080" cy="242640"/>
              </a:xfrm>
            </p:grpSpPr>
            <p:sp>
              <p:nvSpPr>
                <p:cNvPr id="167" name="Oval 344"/>
                <p:cNvSpPr/>
                <p:nvPr/>
              </p:nvSpPr>
              <p:spPr>
                <a:xfrm flipV="1">
                  <a:off x="5890680" y="2590200"/>
                  <a:ext cx="5029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68" name="Rectangle 345"/>
                <p:cNvSpPr/>
                <p:nvPr/>
              </p:nvSpPr>
              <p:spPr>
                <a:xfrm>
                  <a:off x="5889240" y="2616120"/>
                  <a:ext cx="50436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69" name="Oval 346"/>
                <p:cNvSpPr/>
                <p:nvPr/>
              </p:nvSpPr>
              <p:spPr>
                <a:xfrm flipV="1">
                  <a:off x="5889240" y="2525040"/>
                  <a:ext cx="5029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70" name="Freeform 347"/>
                <p:cNvSpPr/>
                <p:nvPr/>
              </p:nvSpPr>
              <p:spPr>
                <a:xfrm>
                  <a:off x="6017760" y="2579760"/>
                  <a:ext cx="245880" cy="88560"/>
                </a:xfrm>
                <a:custGeom>
                  <a:avLst/>
                  <a:gdLst>
                    <a:gd name="textAreaLeft" fmla="*/ 0 w 245880"/>
                    <a:gd name="textAreaRight" fmla="*/ 246240 w 2458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71" name="Freeform 348"/>
                <p:cNvSpPr/>
                <p:nvPr/>
              </p:nvSpPr>
              <p:spPr>
                <a:xfrm>
                  <a:off x="5992560" y="2557440"/>
                  <a:ext cx="296640" cy="61560"/>
                </a:xfrm>
                <a:custGeom>
                  <a:avLst/>
                  <a:gdLst>
                    <a:gd name="textAreaLeft" fmla="*/ 0 w 296640"/>
                    <a:gd name="textAreaRight" fmla="*/ 297000 w 296640"/>
                    <a:gd name="textAreaTop" fmla="*/ 0 h 61560"/>
                    <a:gd name="textAreaBottom" fmla="*/ 61920 h 61560"/>
                    <a:gd name="GluePoint1X" fmla="*/ 0 w 3723451"/>
                    <a:gd name="GluePoint1Y" fmla="*/ 26825 h 932950"/>
                    <a:gd name="GluePoint2X" fmla="*/ 124171 w 3723451"/>
                    <a:gd name="GluePoint2Y" fmla="*/ 316 h 932950"/>
                    <a:gd name="GluePoint3X" fmla="*/ 351718 w 3723451"/>
                    <a:gd name="GluePoint3Y" fmla="*/ 61180 h 932950"/>
                    <a:gd name="GluePoint4X" fmla="*/ 568801 w 3723451"/>
                    <a:gd name="GluePoint4Y" fmla="*/ 0 h 932950"/>
                    <a:gd name="GluePoint5X" fmla="*/ 705691 w 3723451"/>
                    <a:gd name="GluePoint5Y" fmla="*/ 24345 h 932950"/>
                    <a:gd name="GluePoint6X" fmla="*/ 603845 w 3723451"/>
                    <a:gd name="GluePoint6Y" fmla="*/ 54282 h 932950"/>
                    <a:gd name="GluePoint7X" fmla="*/ 571055 w 3723451"/>
                    <a:gd name="GluePoint7Y" fmla="*/ 46211 h 932950"/>
                    <a:gd name="GluePoint8X" fmla="*/ 355716 w 3723451"/>
                    <a:gd name="GluePoint8Y" fmla="*/ 109646 h 932950"/>
                    <a:gd name="GluePoint9X" fmla="*/ 134869 w 3723451"/>
                    <a:gd name="GluePoint9Y" fmla="*/ 48545 h 932950"/>
                    <a:gd name="GluePoint10X" fmla="*/ 99163 w 3723451"/>
                    <a:gd name="GluePoint10Y" fmla="*/ 55139 h 932950"/>
                    <a:gd name="GluePoint11X" fmla="*/ 0 w 3723451"/>
                    <a:gd name="GluePoint11Y" fmla="*/ 26825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2" name="Freeform 349"/>
                <p:cNvSpPr/>
                <p:nvPr/>
              </p:nvSpPr>
              <p:spPr>
                <a:xfrm>
                  <a:off x="6187680" y="2610000"/>
                  <a:ext cx="107640" cy="53640"/>
                </a:xfrm>
                <a:custGeom>
                  <a:avLst/>
                  <a:gdLst>
                    <a:gd name="textAreaLeft" fmla="*/ 0 w 107640"/>
                    <a:gd name="textAreaRight" fmla="*/ 108000 w 10764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56615 w 1366596"/>
                    <a:gd name="GluePoint2Y" fmla="*/ 73863 h 809868"/>
                    <a:gd name="GluePoint3X" fmla="*/ 162436 w 1366596"/>
                    <a:gd name="GluePoint3Y" fmla="*/ 95588 h 809868"/>
                    <a:gd name="GluePoint4X" fmla="*/ 864 w 1366596"/>
                    <a:gd name="GluePoint4Y" fmla="*/ 50510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3" name="Freeform 350"/>
                <p:cNvSpPr/>
                <p:nvPr/>
              </p:nvSpPr>
              <p:spPr>
                <a:xfrm>
                  <a:off x="5987520" y="261144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391 w 1348191"/>
                    <a:gd name="GluePoint1Y" fmla="*/ 0 h 791462"/>
                    <a:gd name="GluePoint2X" fmla="*/ 252843 w 1348191"/>
                    <a:gd name="GluePoint2Y" fmla="*/ 44771 h 791462"/>
                    <a:gd name="GluePoint3X" fmla="*/ 91472 w 1348191"/>
                    <a:gd name="GluePoint3Y" fmla="*/ 92778 h 791462"/>
                    <a:gd name="GluePoint4X" fmla="*/ 0 w 1348191"/>
                    <a:gd name="GluePoint4Y" fmla="*/ 71741 h 791462"/>
                    <a:gd name="GluePoint5X" fmla="*/ 249391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74" name="Straight Connector 351"/>
                <p:cNvCxnSpPr/>
                <p:nvPr/>
              </p:nvCxnSpPr>
              <p:spPr>
                <a:xfrm flipH="1" flipV="1">
                  <a:off x="5888880" y="261468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75" name="Straight Connector 352"/>
                <p:cNvCxnSpPr/>
                <p:nvPr/>
              </p:nvCxnSpPr>
              <p:spPr>
                <a:xfrm flipH="1" flipV="1">
                  <a:off x="6392160" y="2612880"/>
                  <a:ext cx="216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176" name="Group 20"/>
            <p:cNvGrpSpPr/>
            <p:nvPr/>
          </p:nvGrpSpPr>
          <p:grpSpPr>
            <a:xfrm>
              <a:off x="7081200" y="3217680"/>
              <a:ext cx="522000" cy="1825560"/>
              <a:chOff x="7081200" y="3217680"/>
              <a:chExt cx="522000" cy="1825560"/>
            </a:xfrm>
          </p:grpSpPr>
          <p:sp>
            <p:nvSpPr>
              <p:cNvPr id="177" name="Rectangle 317"/>
              <p:cNvSpPr/>
              <p:nvPr/>
            </p:nvSpPr>
            <p:spPr>
              <a:xfrm rot="10800000">
                <a:off x="7088760" y="3306600"/>
                <a:ext cx="497880" cy="325440"/>
              </a:xfrm>
              <a:prstGeom prst="rect">
                <a:avLst/>
              </a:prstGeom>
              <a:gradFill rotWithShape="0">
                <a:gsLst>
                  <a:gs pos="1000">
                    <a:srgbClr val="262699">
                      <a:alpha val="62000"/>
                    </a:srgbClr>
                  </a:gs>
                  <a:gs pos="5400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78" name="Straight Connector 318"/>
              <p:cNvCxnSpPr/>
              <p:nvPr/>
            </p:nvCxnSpPr>
            <p:spPr>
              <a:xfrm>
                <a:off x="7593840" y="3306600"/>
                <a:ext cx="6840" cy="15832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pic>
            <p:nvPicPr>
              <p:cNvPr id="179" name="Picture 469" descr="router_top.png"/>
              <p:cNvPicPr/>
              <p:nvPr/>
            </p:nvPicPr>
            <p:blipFill>
              <a:blip r:embed="rId2"/>
              <a:stretch/>
            </p:blipFill>
            <p:spPr>
              <a:xfrm>
                <a:off x="7081200" y="3246120"/>
                <a:ext cx="522000" cy="219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80" name="Group 471"/>
              <p:cNvGrpSpPr/>
              <p:nvPr/>
            </p:nvGrpSpPr>
            <p:grpSpPr>
              <a:xfrm>
                <a:off x="7092360" y="4821480"/>
                <a:ext cx="507960" cy="221760"/>
                <a:chOff x="7092360" y="4821480"/>
                <a:chExt cx="507960" cy="221760"/>
              </a:xfrm>
            </p:grpSpPr>
            <p:sp>
              <p:nvSpPr>
                <p:cNvPr id="181" name="Oval 333"/>
                <p:cNvSpPr/>
                <p:nvPr/>
              </p:nvSpPr>
              <p:spPr>
                <a:xfrm>
                  <a:off x="7092360" y="489600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82" name="Rectangle 334"/>
                <p:cNvSpPr/>
                <p:nvPr/>
              </p:nvSpPr>
              <p:spPr>
                <a:xfrm>
                  <a:off x="7092360" y="489600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83" name="Oval 335"/>
                <p:cNvSpPr/>
                <p:nvPr/>
              </p:nvSpPr>
              <p:spPr>
                <a:xfrm>
                  <a:off x="7092360" y="4821480"/>
                  <a:ext cx="507600" cy="14724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184" name="Straight Connector 336"/>
                <p:cNvCxnSpPr/>
                <p:nvPr/>
              </p:nvCxnSpPr>
              <p:spPr>
                <a:xfrm>
                  <a:off x="7600320" y="48956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85" name="Straight Connector 337"/>
                <p:cNvCxnSpPr/>
                <p:nvPr/>
              </p:nvCxnSpPr>
              <p:spPr>
                <a:xfrm>
                  <a:off x="7092360" y="48956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186" name="Rectangle 321"/>
              <p:cNvSpPr/>
              <p:nvPr/>
            </p:nvSpPr>
            <p:spPr>
              <a:xfrm>
                <a:off x="7097400" y="3733920"/>
                <a:ext cx="498240" cy="11649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87" name="Straight Connector 322"/>
              <p:cNvCxnSpPr/>
              <p:nvPr/>
            </p:nvCxnSpPr>
            <p:spPr>
              <a:xfrm>
                <a:off x="7081200" y="3355920"/>
                <a:ext cx="6840" cy="16336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188" name="Group 485"/>
              <p:cNvGrpSpPr/>
              <p:nvPr/>
            </p:nvGrpSpPr>
            <p:grpSpPr>
              <a:xfrm>
                <a:off x="7090920" y="3217680"/>
                <a:ext cx="504720" cy="242280"/>
                <a:chOff x="7090920" y="3217680"/>
                <a:chExt cx="504720" cy="242280"/>
              </a:xfrm>
            </p:grpSpPr>
            <p:sp>
              <p:nvSpPr>
                <p:cNvPr id="189" name="Oval 324"/>
                <p:cNvSpPr/>
                <p:nvPr/>
              </p:nvSpPr>
              <p:spPr>
                <a:xfrm flipV="1">
                  <a:off x="7092360" y="3282120"/>
                  <a:ext cx="5029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90" name="Rectangle 325"/>
                <p:cNvSpPr/>
                <p:nvPr/>
              </p:nvSpPr>
              <p:spPr>
                <a:xfrm>
                  <a:off x="7090920" y="3308400"/>
                  <a:ext cx="50436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91" name="Oval 326"/>
                <p:cNvSpPr/>
                <p:nvPr/>
              </p:nvSpPr>
              <p:spPr>
                <a:xfrm flipV="1">
                  <a:off x="7090920" y="3217320"/>
                  <a:ext cx="5029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92" name="Freeform 327"/>
                <p:cNvSpPr/>
                <p:nvPr/>
              </p:nvSpPr>
              <p:spPr>
                <a:xfrm>
                  <a:off x="7219440" y="3272040"/>
                  <a:ext cx="245880" cy="88560"/>
                </a:xfrm>
                <a:custGeom>
                  <a:avLst/>
                  <a:gdLst>
                    <a:gd name="textAreaLeft" fmla="*/ 0 w 245880"/>
                    <a:gd name="textAreaRight" fmla="*/ 246240 w 2458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93" name="Freeform 328"/>
                <p:cNvSpPr/>
                <p:nvPr/>
              </p:nvSpPr>
              <p:spPr>
                <a:xfrm>
                  <a:off x="7194240" y="3249720"/>
                  <a:ext cx="296640" cy="61560"/>
                </a:xfrm>
                <a:custGeom>
                  <a:avLst/>
                  <a:gdLst>
                    <a:gd name="textAreaLeft" fmla="*/ 0 w 296640"/>
                    <a:gd name="textAreaRight" fmla="*/ 297000 w 296640"/>
                    <a:gd name="textAreaTop" fmla="*/ 0 h 61560"/>
                    <a:gd name="textAreaBottom" fmla="*/ 61920 h 61560"/>
                    <a:gd name="GluePoint1X" fmla="*/ 0 w 3723451"/>
                    <a:gd name="GluePoint1Y" fmla="*/ 26825 h 932950"/>
                    <a:gd name="GluePoint2X" fmla="*/ 124172 w 3723451"/>
                    <a:gd name="GluePoint2Y" fmla="*/ 316 h 932950"/>
                    <a:gd name="GluePoint3X" fmla="*/ 351719 w 3723451"/>
                    <a:gd name="GluePoint3Y" fmla="*/ 61180 h 932950"/>
                    <a:gd name="GluePoint4X" fmla="*/ 568801 w 3723451"/>
                    <a:gd name="GluePoint4Y" fmla="*/ 0 h 932950"/>
                    <a:gd name="GluePoint5X" fmla="*/ 705692 w 3723451"/>
                    <a:gd name="GluePoint5Y" fmla="*/ 24345 h 932950"/>
                    <a:gd name="GluePoint6X" fmla="*/ 603846 w 3723451"/>
                    <a:gd name="GluePoint6Y" fmla="*/ 54282 h 932950"/>
                    <a:gd name="GluePoint7X" fmla="*/ 571056 w 3723451"/>
                    <a:gd name="GluePoint7Y" fmla="*/ 46211 h 932950"/>
                    <a:gd name="GluePoint8X" fmla="*/ 355717 w 3723451"/>
                    <a:gd name="GluePoint8Y" fmla="*/ 109646 h 932950"/>
                    <a:gd name="GluePoint9X" fmla="*/ 134869 w 3723451"/>
                    <a:gd name="GluePoint9Y" fmla="*/ 48545 h 932950"/>
                    <a:gd name="GluePoint10X" fmla="*/ 99163 w 3723451"/>
                    <a:gd name="GluePoint10Y" fmla="*/ 55139 h 932950"/>
                    <a:gd name="GluePoint11X" fmla="*/ 0 w 3723451"/>
                    <a:gd name="GluePoint11Y" fmla="*/ 26825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4" name="Freeform 329"/>
                <p:cNvSpPr/>
                <p:nvPr/>
              </p:nvSpPr>
              <p:spPr>
                <a:xfrm>
                  <a:off x="7389360" y="3301920"/>
                  <a:ext cx="107640" cy="53640"/>
                </a:xfrm>
                <a:custGeom>
                  <a:avLst/>
                  <a:gdLst>
                    <a:gd name="textAreaLeft" fmla="*/ 0 w 107640"/>
                    <a:gd name="textAreaRight" fmla="*/ 108000 w 10764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56615 w 1366596"/>
                    <a:gd name="GluePoint2Y" fmla="*/ 73863 h 809868"/>
                    <a:gd name="GluePoint3X" fmla="*/ 162436 w 1366596"/>
                    <a:gd name="GluePoint3Y" fmla="*/ 95588 h 809868"/>
                    <a:gd name="GluePoint4X" fmla="*/ 864 w 1366596"/>
                    <a:gd name="GluePoint4Y" fmla="*/ 50510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5" name="Freeform 330"/>
                <p:cNvSpPr/>
                <p:nvPr/>
              </p:nvSpPr>
              <p:spPr>
                <a:xfrm>
                  <a:off x="7189200" y="330372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388 w 1348191"/>
                    <a:gd name="GluePoint1Y" fmla="*/ 0 h 791462"/>
                    <a:gd name="GluePoint2X" fmla="*/ 252840 w 1348191"/>
                    <a:gd name="GluePoint2Y" fmla="*/ 44771 h 791462"/>
                    <a:gd name="GluePoint3X" fmla="*/ 91471 w 1348191"/>
                    <a:gd name="GluePoint3Y" fmla="*/ 92778 h 791462"/>
                    <a:gd name="GluePoint4X" fmla="*/ 0 w 1348191"/>
                    <a:gd name="GluePoint4Y" fmla="*/ 71741 h 791462"/>
                    <a:gd name="GluePoint5X" fmla="*/ 249388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96" name="Straight Connector 331"/>
                <p:cNvCxnSpPr/>
                <p:nvPr/>
              </p:nvCxnSpPr>
              <p:spPr>
                <a:xfrm flipH="1" flipV="1">
                  <a:off x="7090920" y="330660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97" name="Straight Connector 332"/>
                <p:cNvCxnSpPr/>
                <p:nvPr/>
              </p:nvCxnSpPr>
              <p:spPr>
                <a:xfrm flipH="1" flipV="1">
                  <a:off x="7593840" y="330516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198" name="Group 21"/>
            <p:cNvGrpSpPr/>
            <p:nvPr/>
          </p:nvGrpSpPr>
          <p:grpSpPr>
            <a:xfrm>
              <a:off x="8062200" y="2687400"/>
              <a:ext cx="522360" cy="2354400"/>
              <a:chOff x="8062200" y="2687400"/>
              <a:chExt cx="522360" cy="2354400"/>
            </a:xfrm>
          </p:grpSpPr>
          <p:sp>
            <p:nvSpPr>
              <p:cNvPr id="199" name="Rectangle 297"/>
              <p:cNvSpPr/>
              <p:nvPr/>
            </p:nvSpPr>
            <p:spPr>
              <a:xfrm rot="10800000">
                <a:off x="8073000" y="2817360"/>
                <a:ext cx="497880" cy="72180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200" name="Straight Connector 298"/>
              <p:cNvCxnSpPr/>
              <p:nvPr/>
            </p:nvCxnSpPr>
            <p:spPr>
              <a:xfrm>
                <a:off x="8584560" y="2886120"/>
                <a:ext cx="360" cy="19987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201" name="Group 500"/>
              <p:cNvGrpSpPr/>
              <p:nvPr/>
            </p:nvGrpSpPr>
            <p:grpSpPr>
              <a:xfrm>
                <a:off x="8076600" y="4805280"/>
                <a:ext cx="507960" cy="236520"/>
                <a:chOff x="8076600" y="4805280"/>
                <a:chExt cx="507960" cy="236520"/>
              </a:xfrm>
            </p:grpSpPr>
            <p:sp>
              <p:nvSpPr>
                <p:cNvPr id="202" name="Oval 312"/>
                <p:cNvSpPr/>
                <p:nvPr/>
              </p:nvSpPr>
              <p:spPr>
                <a:xfrm>
                  <a:off x="8076960" y="4884840"/>
                  <a:ext cx="507600" cy="15696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203" name="Rectangle 313"/>
                <p:cNvSpPr/>
                <p:nvPr/>
              </p:nvSpPr>
              <p:spPr>
                <a:xfrm>
                  <a:off x="8076960" y="4884840"/>
                  <a:ext cx="507600" cy="7740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2760" rIns="90000" bIns="327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204" name="Oval 314"/>
                <p:cNvSpPr/>
                <p:nvPr/>
              </p:nvSpPr>
              <p:spPr>
                <a:xfrm>
                  <a:off x="8076960" y="4805280"/>
                  <a:ext cx="507600" cy="15696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205" name="Straight Connector 315"/>
                <p:cNvCxnSpPr/>
                <p:nvPr/>
              </p:nvCxnSpPr>
              <p:spPr>
                <a:xfrm>
                  <a:off x="8584560" y="4884480"/>
                  <a:ext cx="360" cy="781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06" name="Straight Connector 316"/>
                <p:cNvCxnSpPr/>
                <p:nvPr/>
              </p:nvCxnSpPr>
              <p:spPr>
                <a:xfrm>
                  <a:off x="8076600" y="4884480"/>
                  <a:ext cx="360" cy="781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207" name="Rectangle 300"/>
              <p:cNvSpPr/>
              <p:nvPr/>
            </p:nvSpPr>
            <p:spPr>
              <a:xfrm>
                <a:off x="8081640" y="3649680"/>
                <a:ext cx="498240" cy="123804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208" name="Straight Connector 301"/>
              <p:cNvCxnSpPr/>
              <p:nvPr/>
            </p:nvCxnSpPr>
            <p:spPr>
              <a:xfrm>
                <a:off x="8062200" y="2857320"/>
                <a:ext cx="10080" cy="212760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209" name="Group 514"/>
              <p:cNvGrpSpPr/>
              <p:nvPr/>
            </p:nvGrpSpPr>
            <p:grpSpPr>
              <a:xfrm>
                <a:off x="8068680" y="2687400"/>
                <a:ext cx="504720" cy="242640"/>
                <a:chOff x="8068680" y="2687400"/>
                <a:chExt cx="504720" cy="242640"/>
              </a:xfrm>
            </p:grpSpPr>
            <p:sp>
              <p:nvSpPr>
                <p:cNvPr id="210" name="Oval 303"/>
                <p:cNvSpPr/>
                <p:nvPr/>
              </p:nvSpPr>
              <p:spPr>
                <a:xfrm flipV="1">
                  <a:off x="8070480" y="2752200"/>
                  <a:ext cx="5029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211" name="Rectangle 304"/>
                <p:cNvSpPr/>
                <p:nvPr/>
              </p:nvSpPr>
              <p:spPr>
                <a:xfrm>
                  <a:off x="8068680" y="2778120"/>
                  <a:ext cx="50436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212" name="Oval 305"/>
                <p:cNvSpPr/>
                <p:nvPr/>
              </p:nvSpPr>
              <p:spPr>
                <a:xfrm flipV="1">
                  <a:off x="8068680" y="2687040"/>
                  <a:ext cx="5029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213" name="Freeform 306"/>
                <p:cNvSpPr/>
                <p:nvPr/>
              </p:nvSpPr>
              <p:spPr>
                <a:xfrm>
                  <a:off x="8197560" y="2741760"/>
                  <a:ext cx="245880" cy="88560"/>
                </a:xfrm>
                <a:custGeom>
                  <a:avLst/>
                  <a:gdLst>
                    <a:gd name="textAreaLeft" fmla="*/ 0 w 245880"/>
                    <a:gd name="textAreaRight" fmla="*/ 246240 w 2458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214" name="Freeform 307"/>
                <p:cNvSpPr/>
                <p:nvPr/>
              </p:nvSpPr>
              <p:spPr>
                <a:xfrm>
                  <a:off x="8172000" y="2719440"/>
                  <a:ext cx="296640" cy="61560"/>
                </a:xfrm>
                <a:custGeom>
                  <a:avLst/>
                  <a:gdLst>
                    <a:gd name="textAreaLeft" fmla="*/ 0 w 296640"/>
                    <a:gd name="textAreaRight" fmla="*/ 297000 w 296640"/>
                    <a:gd name="textAreaTop" fmla="*/ 0 h 61560"/>
                    <a:gd name="textAreaBottom" fmla="*/ 61920 h 61560"/>
                    <a:gd name="GluePoint1X" fmla="*/ 0 w 3723451"/>
                    <a:gd name="GluePoint1Y" fmla="*/ 26825 h 932950"/>
                    <a:gd name="GluePoint2X" fmla="*/ 124172 w 3723451"/>
                    <a:gd name="GluePoint2Y" fmla="*/ 316 h 932950"/>
                    <a:gd name="GluePoint3X" fmla="*/ 351719 w 3723451"/>
                    <a:gd name="GluePoint3Y" fmla="*/ 61180 h 932950"/>
                    <a:gd name="GluePoint4X" fmla="*/ 568801 w 3723451"/>
                    <a:gd name="GluePoint4Y" fmla="*/ 0 h 932950"/>
                    <a:gd name="GluePoint5X" fmla="*/ 705692 w 3723451"/>
                    <a:gd name="GluePoint5Y" fmla="*/ 24346 h 932950"/>
                    <a:gd name="GluePoint6X" fmla="*/ 603846 w 3723451"/>
                    <a:gd name="GluePoint6Y" fmla="*/ 54283 h 932950"/>
                    <a:gd name="GluePoint7X" fmla="*/ 571056 w 3723451"/>
                    <a:gd name="GluePoint7Y" fmla="*/ 46212 h 932950"/>
                    <a:gd name="GluePoint8X" fmla="*/ 355717 w 3723451"/>
                    <a:gd name="GluePoint8Y" fmla="*/ 109647 h 932950"/>
                    <a:gd name="GluePoint9X" fmla="*/ 134869 w 3723451"/>
                    <a:gd name="GluePoint9Y" fmla="*/ 48545 h 932950"/>
                    <a:gd name="GluePoint10X" fmla="*/ 99163 w 3723451"/>
                    <a:gd name="GluePoint10Y" fmla="*/ 55140 h 932950"/>
                    <a:gd name="GluePoint11X" fmla="*/ 0 w 3723451"/>
                    <a:gd name="GluePoint11Y" fmla="*/ 26825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5" name="Freeform 308"/>
                <p:cNvSpPr/>
                <p:nvPr/>
              </p:nvSpPr>
              <p:spPr>
                <a:xfrm>
                  <a:off x="8367120" y="2772000"/>
                  <a:ext cx="107640" cy="53640"/>
                </a:xfrm>
                <a:custGeom>
                  <a:avLst/>
                  <a:gdLst>
                    <a:gd name="textAreaLeft" fmla="*/ 0 w 107640"/>
                    <a:gd name="textAreaRight" fmla="*/ 108000 w 10764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56615 w 1366596"/>
                    <a:gd name="GluePoint2Y" fmla="*/ 73864 h 809868"/>
                    <a:gd name="GluePoint3X" fmla="*/ 162436 w 1366596"/>
                    <a:gd name="GluePoint3Y" fmla="*/ 95589 h 809868"/>
                    <a:gd name="GluePoint4X" fmla="*/ 864 w 1366596"/>
                    <a:gd name="GluePoint4Y" fmla="*/ 50510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6" name="Freeform 309"/>
                <p:cNvSpPr/>
                <p:nvPr/>
              </p:nvSpPr>
              <p:spPr>
                <a:xfrm>
                  <a:off x="8167320" y="277344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388 w 1348191"/>
                    <a:gd name="GluePoint1Y" fmla="*/ 0 h 791462"/>
                    <a:gd name="GluePoint2X" fmla="*/ 252840 w 1348191"/>
                    <a:gd name="GluePoint2Y" fmla="*/ 44771 h 791462"/>
                    <a:gd name="GluePoint3X" fmla="*/ 91471 w 1348191"/>
                    <a:gd name="GluePoint3Y" fmla="*/ 92778 h 791462"/>
                    <a:gd name="GluePoint4X" fmla="*/ 0 w 1348191"/>
                    <a:gd name="GluePoint4Y" fmla="*/ 71741 h 791462"/>
                    <a:gd name="GluePoint5X" fmla="*/ 249388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17" name="Straight Connector 310"/>
                <p:cNvCxnSpPr/>
                <p:nvPr/>
              </p:nvCxnSpPr>
              <p:spPr>
                <a:xfrm flipH="1" flipV="1">
                  <a:off x="8068680" y="277632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18" name="Straight Connector 311"/>
                <p:cNvCxnSpPr/>
                <p:nvPr/>
              </p:nvCxnSpPr>
              <p:spPr>
                <a:xfrm flipH="1" flipV="1">
                  <a:off x="8571960" y="277488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</p:grpSp>
      <p:grpSp>
        <p:nvGrpSpPr>
          <p:cNvPr id="219" name="Group 399"/>
          <p:cNvGrpSpPr/>
          <p:nvPr/>
        </p:nvGrpSpPr>
        <p:grpSpPr>
          <a:xfrm>
            <a:off x="3418920" y="2725920"/>
            <a:ext cx="5111640" cy="879120"/>
            <a:chOff x="3418920" y="2725920"/>
            <a:chExt cx="5111640" cy="879120"/>
          </a:xfrm>
        </p:grpSpPr>
        <p:sp>
          <p:nvSpPr>
            <p:cNvPr id="220" name="Oval 400"/>
            <p:cNvSpPr/>
            <p:nvPr/>
          </p:nvSpPr>
          <p:spPr>
            <a:xfrm>
              <a:off x="3418920" y="2803680"/>
              <a:ext cx="953640" cy="49176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1" name="TextBox 233"/>
            <p:cNvSpPr/>
            <p:nvPr/>
          </p:nvSpPr>
          <p:spPr>
            <a:xfrm>
              <a:off x="3432960" y="2801520"/>
              <a:ext cx="932760" cy="46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74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Routing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74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Algorithm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22" name="Straight Arrow Connector 402"/>
            <p:cNvCxnSpPr/>
            <p:nvPr/>
          </p:nvCxnSpPr>
          <p:spPr>
            <a:xfrm flipV="1">
              <a:off x="4385520" y="2825640"/>
              <a:ext cx="1518120" cy="2145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223" name="Straight Arrow Connector 403"/>
            <p:cNvCxnSpPr/>
            <p:nvPr/>
          </p:nvCxnSpPr>
          <p:spPr>
            <a:xfrm>
              <a:off x="4303080" y="3219480"/>
              <a:ext cx="797400" cy="27972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224" name="Straight Arrow Connector 404"/>
            <p:cNvCxnSpPr/>
            <p:nvPr/>
          </p:nvCxnSpPr>
          <p:spPr>
            <a:xfrm>
              <a:off x="6236640" y="2913120"/>
              <a:ext cx="892440" cy="5097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225" name="Straight Arrow Connector 405"/>
            <p:cNvCxnSpPr/>
            <p:nvPr/>
          </p:nvCxnSpPr>
          <p:spPr>
            <a:xfrm>
              <a:off x="6352560" y="2819160"/>
              <a:ext cx="1695960" cy="13068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sp>
          <p:nvSpPr>
            <p:cNvPr id="226" name="Oval 406"/>
            <p:cNvSpPr/>
            <p:nvPr/>
          </p:nvSpPr>
          <p:spPr>
            <a:xfrm>
              <a:off x="8110080" y="2913120"/>
              <a:ext cx="420480" cy="18072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7" name="Oval 407"/>
            <p:cNvSpPr/>
            <p:nvPr/>
          </p:nvSpPr>
          <p:spPr>
            <a:xfrm>
              <a:off x="7124400" y="3422880"/>
              <a:ext cx="420480" cy="18216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8" name="Oval 408"/>
            <p:cNvSpPr/>
            <p:nvPr/>
          </p:nvSpPr>
          <p:spPr>
            <a:xfrm>
              <a:off x="5919480" y="2725920"/>
              <a:ext cx="420480" cy="18216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29" name="Oval 409"/>
            <p:cNvSpPr/>
            <p:nvPr/>
          </p:nvSpPr>
          <p:spPr>
            <a:xfrm>
              <a:off x="5123880" y="3421080"/>
              <a:ext cx="420480" cy="18072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cxnSp>
          <p:nvCxnSpPr>
            <p:cNvPr id="230" name="Straight Arrow Connector 410"/>
            <p:cNvCxnSpPr/>
            <p:nvPr/>
          </p:nvCxnSpPr>
          <p:spPr>
            <a:xfrm>
              <a:off x="4372920" y="3124080"/>
              <a:ext cx="2738880" cy="34020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231" name="Straight Arrow Connector 411"/>
            <p:cNvCxnSpPr>
              <a:endCxn id="226" idx="2"/>
            </p:cNvCxnSpPr>
            <p:nvPr/>
          </p:nvCxnSpPr>
          <p:spPr>
            <a:xfrm flipV="1">
              <a:off x="5549400" y="3003480"/>
              <a:ext cx="2561040" cy="4701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232" name="Straight Arrow Connector 412"/>
            <p:cNvCxnSpPr/>
            <p:nvPr/>
          </p:nvCxnSpPr>
          <p:spPr>
            <a:xfrm>
              <a:off x="5542920" y="3527280"/>
              <a:ext cx="1581480" cy="3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233" name="Straight Arrow Connector 413"/>
            <p:cNvCxnSpPr/>
            <p:nvPr/>
          </p:nvCxnSpPr>
          <p:spPr>
            <a:xfrm flipV="1">
              <a:off x="7548120" y="3101760"/>
              <a:ext cx="750960" cy="39744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</p:grpSp>
      <p:grpSp>
        <p:nvGrpSpPr>
          <p:cNvPr id="234" name="Group 414"/>
          <p:cNvGrpSpPr/>
          <p:nvPr/>
        </p:nvGrpSpPr>
        <p:grpSpPr>
          <a:xfrm>
            <a:off x="3147480" y="3114720"/>
            <a:ext cx="6378840" cy="1038240"/>
            <a:chOff x="3147480" y="3114720"/>
            <a:chExt cx="6378840" cy="1038240"/>
          </a:xfrm>
        </p:grpSpPr>
        <p:sp>
          <p:nvSpPr>
            <p:cNvPr id="235" name="TextBox 232"/>
            <p:cNvSpPr/>
            <p:nvPr/>
          </p:nvSpPr>
          <p:spPr>
            <a:xfrm>
              <a:off x="8872920" y="3691080"/>
              <a:ext cx="615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data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TextBox 233"/>
            <p:cNvSpPr/>
            <p:nvPr/>
          </p:nvSpPr>
          <p:spPr>
            <a:xfrm>
              <a:off x="8811360" y="3114720"/>
              <a:ext cx="714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control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37" name="Straight Connector 417"/>
            <p:cNvCxnSpPr/>
            <p:nvPr/>
          </p:nvCxnSpPr>
          <p:spPr>
            <a:xfrm>
              <a:off x="3147480" y="3652560"/>
              <a:ext cx="6207480" cy="36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</p:grpSp>
      <p:grpSp>
        <p:nvGrpSpPr>
          <p:cNvPr id="238" name="Group 418"/>
          <p:cNvGrpSpPr/>
          <p:nvPr/>
        </p:nvGrpSpPr>
        <p:grpSpPr>
          <a:xfrm>
            <a:off x="3418920" y="3741840"/>
            <a:ext cx="5126040" cy="1120680"/>
            <a:chOff x="3418920" y="3741840"/>
            <a:chExt cx="5126040" cy="1120680"/>
          </a:xfrm>
        </p:grpSpPr>
        <p:pic>
          <p:nvPicPr>
            <p:cNvPr id="239" name="Picture 10" descr="fig42_table.pdf"/>
            <p:cNvPicPr/>
            <p:nvPr/>
          </p:nvPicPr>
          <p:blipFill>
            <a:blip r:embed="rId3"/>
            <a:stretch/>
          </p:blipFill>
          <p:spPr>
            <a:xfrm>
              <a:off x="3418920" y="3741840"/>
              <a:ext cx="966240" cy="966600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/>
            </a:ln>
          </p:spPr>
        </p:pic>
        <p:grpSp>
          <p:nvGrpSpPr>
            <p:cNvPr id="240" name="Group 25"/>
            <p:cNvGrpSpPr/>
            <p:nvPr/>
          </p:nvGrpSpPr>
          <p:grpSpPr>
            <a:xfrm>
              <a:off x="5139720" y="4498920"/>
              <a:ext cx="3405240" cy="363600"/>
              <a:chOff x="5139720" y="4498920"/>
              <a:chExt cx="3405240" cy="363600"/>
            </a:xfrm>
          </p:grpSpPr>
          <p:grpSp>
            <p:nvGrpSpPr>
              <p:cNvPr id="241" name="Group 241"/>
              <p:cNvGrpSpPr/>
              <p:nvPr/>
            </p:nvGrpSpPr>
            <p:grpSpPr>
              <a:xfrm>
                <a:off x="5139720" y="4529160"/>
                <a:ext cx="430200" cy="333360"/>
                <a:chOff x="5139720" y="4529160"/>
                <a:chExt cx="430200" cy="333360"/>
              </a:xfrm>
            </p:grpSpPr>
            <p:sp>
              <p:nvSpPr>
                <p:cNvPr id="242" name="Rectangle 437"/>
                <p:cNvSpPr/>
                <p:nvPr/>
              </p:nvSpPr>
              <p:spPr>
                <a:xfrm>
                  <a:off x="5144760" y="4529160"/>
                  <a:ext cx="425160" cy="33300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243" name="Straight Connector 438"/>
                <p:cNvCxnSpPr/>
                <p:nvPr/>
              </p:nvCxnSpPr>
              <p:spPr>
                <a:xfrm>
                  <a:off x="5139720" y="462420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44" name="Straight Connector 439"/>
                <p:cNvCxnSpPr/>
                <p:nvPr/>
              </p:nvCxnSpPr>
              <p:spPr>
                <a:xfrm>
                  <a:off x="5139720" y="468792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45" name="Straight Connector 440"/>
                <p:cNvCxnSpPr/>
                <p:nvPr/>
              </p:nvCxnSpPr>
              <p:spPr>
                <a:xfrm flipH="1" flipV="1">
                  <a:off x="5355720" y="4624200"/>
                  <a:ext cx="1800" cy="23868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246" name="Group 444"/>
              <p:cNvGrpSpPr/>
              <p:nvPr/>
            </p:nvGrpSpPr>
            <p:grpSpPr>
              <a:xfrm>
                <a:off x="5947920" y="4527720"/>
                <a:ext cx="429840" cy="333000"/>
                <a:chOff x="5947920" y="4527720"/>
                <a:chExt cx="429840" cy="333000"/>
              </a:xfrm>
            </p:grpSpPr>
            <p:sp>
              <p:nvSpPr>
                <p:cNvPr id="247" name="Rectangle 433"/>
                <p:cNvSpPr/>
                <p:nvPr/>
              </p:nvSpPr>
              <p:spPr>
                <a:xfrm>
                  <a:off x="5952600" y="4527720"/>
                  <a:ext cx="425160" cy="33300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248" name="Straight Connector 434"/>
                <p:cNvCxnSpPr/>
                <p:nvPr/>
              </p:nvCxnSpPr>
              <p:spPr>
                <a:xfrm>
                  <a:off x="5947920" y="4622760"/>
                  <a:ext cx="42552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49" name="Straight Connector 435"/>
                <p:cNvCxnSpPr/>
                <p:nvPr/>
              </p:nvCxnSpPr>
              <p:spPr>
                <a:xfrm>
                  <a:off x="5947920" y="4686120"/>
                  <a:ext cx="42552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50" name="Straight Connector 436"/>
                <p:cNvCxnSpPr/>
                <p:nvPr/>
              </p:nvCxnSpPr>
              <p:spPr>
                <a:xfrm flipH="1" flipV="1">
                  <a:off x="6163560" y="4622760"/>
                  <a:ext cx="2160" cy="23832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251" name="Group 473"/>
              <p:cNvGrpSpPr/>
              <p:nvPr/>
            </p:nvGrpSpPr>
            <p:grpSpPr>
              <a:xfrm>
                <a:off x="7130520" y="4527720"/>
                <a:ext cx="430200" cy="333000"/>
                <a:chOff x="7130520" y="4527720"/>
                <a:chExt cx="430200" cy="333000"/>
              </a:xfrm>
            </p:grpSpPr>
            <p:sp>
              <p:nvSpPr>
                <p:cNvPr id="252" name="Rectangle 429"/>
                <p:cNvSpPr/>
                <p:nvPr/>
              </p:nvSpPr>
              <p:spPr>
                <a:xfrm>
                  <a:off x="7135560" y="4527720"/>
                  <a:ext cx="425160" cy="33300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253" name="Straight Connector 430"/>
                <p:cNvCxnSpPr/>
                <p:nvPr/>
              </p:nvCxnSpPr>
              <p:spPr>
                <a:xfrm>
                  <a:off x="7130520" y="462276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54" name="Straight Connector 431"/>
                <p:cNvCxnSpPr/>
                <p:nvPr/>
              </p:nvCxnSpPr>
              <p:spPr>
                <a:xfrm>
                  <a:off x="7130520" y="468612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55" name="Straight Connector 432"/>
                <p:cNvCxnSpPr/>
                <p:nvPr/>
              </p:nvCxnSpPr>
              <p:spPr>
                <a:xfrm flipH="1" flipV="1">
                  <a:off x="7346520" y="4622760"/>
                  <a:ext cx="1800" cy="23832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256" name="Group 502"/>
              <p:cNvGrpSpPr/>
              <p:nvPr/>
            </p:nvGrpSpPr>
            <p:grpSpPr>
              <a:xfrm>
                <a:off x="8114760" y="4498920"/>
                <a:ext cx="430200" cy="350640"/>
                <a:chOff x="8114760" y="4498920"/>
                <a:chExt cx="430200" cy="350640"/>
              </a:xfrm>
            </p:grpSpPr>
            <p:sp>
              <p:nvSpPr>
                <p:cNvPr id="257" name="Rectangle 425"/>
                <p:cNvSpPr/>
                <p:nvPr/>
              </p:nvSpPr>
              <p:spPr>
                <a:xfrm>
                  <a:off x="8119800" y="4498920"/>
                  <a:ext cx="425160" cy="3506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258" name="Straight Connector 426"/>
                <p:cNvCxnSpPr/>
                <p:nvPr/>
              </p:nvCxnSpPr>
              <p:spPr>
                <a:xfrm>
                  <a:off x="8114760" y="459576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59" name="Straight Connector 427"/>
                <p:cNvCxnSpPr/>
                <p:nvPr/>
              </p:nvCxnSpPr>
              <p:spPr>
                <a:xfrm>
                  <a:off x="8114760" y="466380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260" name="Straight Connector 428"/>
                <p:cNvCxnSpPr/>
                <p:nvPr/>
              </p:nvCxnSpPr>
              <p:spPr>
                <a:xfrm flipH="1" flipV="1">
                  <a:off x="8330760" y="4595760"/>
                  <a:ext cx="1800" cy="2541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</p:grpSp>
        </p:grpSp>
      </p:grpSp>
      <p:grpSp>
        <p:nvGrpSpPr>
          <p:cNvPr id="261" name="Group 441"/>
          <p:cNvGrpSpPr/>
          <p:nvPr/>
        </p:nvGrpSpPr>
        <p:grpSpPr>
          <a:xfrm>
            <a:off x="3872880" y="2922480"/>
            <a:ext cx="4437000" cy="1577880"/>
            <a:chOff x="3872880" y="2922480"/>
            <a:chExt cx="4437000" cy="1577880"/>
          </a:xfrm>
        </p:grpSpPr>
        <p:cxnSp>
          <p:nvCxnSpPr>
            <p:cNvPr id="262" name="Straight Arrow Connector 442"/>
            <p:cNvCxnSpPr/>
            <p:nvPr/>
          </p:nvCxnSpPr>
          <p:spPr>
            <a:xfrm>
              <a:off x="3872880" y="3314520"/>
              <a:ext cx="360" cy="422640"/>
            </a:xfrm>
            <a:prstGeom prst="straightConnector1">
              <a:avLst/>
            </a:prstGeom>
            <a:ln w="1270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263" name="Straight Arrow Connector 443"/>
            <p:cNvCxnSpPr/>
            <p:nvPr/>
          </p:nvCxnSpPr>
          <p:spPr>
            <a:xfrm>
              <a:off x="5331960" y="3628800"/>
              <a:ext cx="360" cy="87192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264" name="Straight Arrow Connector 444"/>
            <p:cNvCxnSpPr/>
            <p:nvPr/>
          </p:nvCxnSpPr>
          <p:spPr>
            <a:xfrm>
              <a:off x="6133680" y="2922480"/>
              <a:ext cx="6480" cy="157680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265" name="Straight Arrow Connector 445"/>
            <p:cNvCxnSpPr/>
            <p:nvPr/>
          </p:nvCxnSpPr>
          <p:spPr>
            <a:xfrm>
              <a:off x="7316280" y="3593880"/>
              <a:ext cx="6480" cy="90540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266" name="Straight Arrow Connector 446"/>
            <p:cNvCxnSpPr/>
            <p:nvPr/>
          </p:nvCxnSpPr>
          <p:spPr>
            <a:xfrm flipH="1">
              <a:off x="8306640" y="3065400"/>
              <a:ext cx="3600" cy="139896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</p:grpSp>
      <p:cxnSp>
        <p:nvCxnSpPr>
          <p:cNvPr id="267" name="Straight Connector 447"/>
          <p:cNvCxnSpPr/>
          <p:nvPr/>
        </p:nvCxnSpPr>
        <p:spPr>
          <a:xfrm flipH="1">
            <a:off x="2872800" y="5841720"/>
            <a:ext cx="1508400" cy="21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68" name="TextBox 265"/>
          <p:cNvSpPr/>
          <p:nvPr/>
        </p:nvSpPr>
        <p:spPr>
          <a:xfrm>
            <a:off x="4789080" y="5513400"/>
            <a:ext cx="264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281"/>
          <p:cNvSpPr/>
          <p:nvPr/>
        </p:nvSpPr>
        <p:spPr>
          <a:xfrm>
            <a:off x="4963680" y="5800680"/>
            <a:ext cx="264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0" name="Group 5"/>
          <p:cNvGrpSpPr/>
          <p:nvPr/>
        </p:nvGrpSpPr>
        <p:grpSpPr>
          <a:xfrm>
            <a:off x="2528640" y="5276880"/>
            <a:ext cx="1615680" cy="519840"/>
            <a:chOff x="2528640" y="5276880"/>
            <a:chExt cx="1615680" cy="519840"/>
          </a:xfrm>
        </p:grpSpPr>
        <p:sp>
          <p:nvSpPr>
            <p:cNvPr id="271" name="Rectangle 98"/>
            <p:cNvSpPr/>
            <p:nvPr/>
          </p:nvSpPr>
          <p:spPr>
            <a:xfrm>
              <a:off x="2528640" y="5544720"/>
              <a:ext cx="1280880" cy="208080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/>
            </a:ln>
            <a:effectLst>
              <a:outerShdw algn="bl" blurRad="50760" dir="18900000" dist="37674" rotWithShape="0">
                <a:srgbClr val="000000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Line 99"/>
            <p:cNvSpPr/>
            <p:nvPr/>
          </p:nvSpPr>
          <p:spPr>
            <a:xfrm>
              <a:off x="3673080" y="5659920"/>
              <a:ext cx="471240" cy="360"/>
            </a:xfrm>
            <a:prstGeom prst="line">
              <a:avLst/>
            </a:prstGeom>
            <a:ln w="9525">
              <a:solidFill>
                <a:srgbClr val="3333CC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104"/>
            <p:cNvSpPr/>
            <p:nvPr/>
          </p:nvSpPr>
          <p:spPr>
            <a:xfrm>
              <a:off x="3230280" y="5547600"/>
              <a:ext cx="476280" cy="209160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Text Box 105"/>
            <p:cNvSpPr/>
            <p:nvPr/>
          </p:nvSpPr>
          <p:spPr>
            <a:xfrm>
              <a:off x="3177000" y="5524200"/>
              <a:ext cx="4971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0111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Line 119"/>
            <p:cNvSpPr/>
            <p:nvPr/>
          </p:nvSpPr>
          <p:spPr>
            <a:xfrm>
              <a:off x="2985480" y="5276880"/>
              <a:ext cx="405720" cy="2998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6" name="Group 357"/>
          <p:cNvGrpSpPr/>
          <p:nvPr/>
        </p:nvGrpSpPr>
        <p:grpSpPr>
          <a:xfrm>
            <a:off x="4304880" y="5699160"/>
            <a:ext cx="564840" cy="293400"/>
            <a:chOff x="4304880" y="5699160"/>
            <a:chExt cx="564840" cy="293400"/>
          </a:xfrm>
        </p:grpSpPr>
        <p:sp>
          <p:nvSpPr>
            <p:cNvPr id="277" name="Oval 459"/>
            <p:cNvSpPr/>
            <p:nvPr/>
          </p:nvSpPr>
          <p:spPr>
            <a:xfrm flipV="1">
              <a:off x="4306320" y="5778720"/>
              <a:ext cx="56304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78" name="Rectangle 460"/>
            <p:cNvSpPr/>
            <p:nvPr/>
          </p:nvSpPr>
          <p:spPr>
            <a:xfrm>
              <a:off x="4304880" y="5808600"/>
              <a:ext cx="564840" cy="774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79" name="Oval 461"/>
            <p:cNvSpPr/>
            <p:nvPr/>
          </p:nvSpPr>
          <p:spPr>
            <a:xfrm flipV="1">
              <a:off x="4304880" y="5699160"/>
              <a:ext cx="56304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80" name="Freeform 462"/>
            <p:cNvSpPr/>
            <p:nvPr/>
          </p:nvSpPr>
          <p:spPr>
            <a:xfrm>
              <a:off x="4449240" y="5764320"/>
              <a:ext cx="274320" cy="10764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107640"/>
                <a:gd name="textAreaBottom" fmla="*/ 108000 h 1076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81" name="Freeform 463"/>
            <p:cNvSpPr/>
            <p:nvPr/>
          </p:nvSpPr>
          <p:spPr>
            <a:xfrm>
              <a:off x="4420800" y="5737320"/>
              <a:ext cx="331560" cy="7416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74160"/>
                <a:gd name="textAreaBottom" fmla="*/ 74520 h 74160"/>
                <a:gd name="GluePoint1X" fmla="*/ 0 w 3723451"/>
                <a:gd name="GluePoint1Y" fmla="*/ 27215 h 932950"/>
                <a:gd name="GluePoint2X" fmla="*/ 116561 w 3723451"/>
                <a:gd name="GluePoint2Y" fmla="*/ 321 h 932950"/>
                <a:gd name="GluePoint3X" fmla="*/ 330163 w 3723451"/>
                <a:gd name="GluePoint3Y" fmla="*/ 62069 h 932950"/>
                <a:gd name="GluePoint4X" fmla="*/ 533941 w 3723451"/>
                <a:gd name="GluePoint4Y" fmla="*/ 0 h 932950"/>
                <a:gd name="GluePoint5X" fmla="*/ 662442 w 3723451"/>
                <a:gd name="GluePoint5Y" fmla="*/ 24699 h 932950"/>
                <a:gd name="GluePoint6X" fmla="*/ 566838 w 3723451"/>
                <a:gd name="GluePoint6Y" fmla="*/ 55071 h 932950"/>
                <a:gd name="GluePoint7X" fmla="*/ 536057 w 3723451"/>
                <a:gd name="GluePoint7Y" fmla="*/ 46883 h 932950"/>
                <a:gd name="GluePoint8X" fmla="*/ 333916 w 3723451"/>
                <a:gd name="GluePoint8Y" fmla="*/ 111240 h 932950"/>
                <a:gd name="GluePoint9X" fmla="*/ 126604 w 3723451"/>
                <a:gd name="GluePoint9Y" fmla="*/ 49250 h 932950"/>
                <a:gd name="GluePoint10X" fmla="*/ 93085 w 3723451"/>
                <a:gd name="GluePoint10Y" fmla="*/ 55941 h 932950"/>
                <a:gd name="GluePoint11X" fmla="*/ 0 w 3723451"/>
                <a:gd name="GluePoint11Y" fmla="*/ 27215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eform 464"/>
            <p:cNvSpPr/>
            <p:nvPr/>
          </p:nvSpPr>
          <p:spPr>
            <a:xfrm>
              <a:off x="4638240" y="5800680"/>
              <a:ext cx="122040" cy="6480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4059 w 1366596"/>
                <a:gd name="GluePoint2Y" fmla="*/ 74985 h 809868"/>
                <a:gd name="GluePoint3X" fmla="*/ 154488 w 1366596"/>
                <a:gd name="GluePoint3Y" fmla="*/ 97039 h 809868"/>
                <a:gd name="GluePoint4X" fmla="*/ 822 w 1366596"/>
                <a:gd name="GluePoint4Y" fmla="*/ 5127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Freeform 465"/>
            <p:cNvSpPr/>
            <p:nvPr/>
          </p:nvSpPr>
          <p:spPr>
            <a:xfrm>
              <a:off x="4414320" y="5802480"/>
              <a:ext cx="120240" cy="648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4800"/>
                <a:gd name="textAreaBottom" fmla="*/ 65160 h 64800"/>
                <a:gd name="GluePoint1X" fmla="*/ 237599 w 1348191"/>
                <a:gd name="GluePoint1Y" fmla="*/ 0 h 791462"/>
                <a:gd name="GluePoint2X" fmla="*/ 240888 w 1348191"/>
                <a:gd name="GluePoint2Y" fmla="*/ 46827 h 791462"/>
                <a:gd name="GluePoint3X" fmla="*/ 87147 w 1348191"/>
                <a:gd name="GluePoint3Y" fmla="*/ 97040 h 791462"/>
                <a:gd name="GluePoint4X" fmla="*/ 0 w 1348191"/>
                <a:gd name="GluePoint4Y" fmla="*/ 75037 h 791462"/>
                <a:gd name="GluePoint5X" fmla="*/ 237599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84" name="Straight Connector 466"/>
            <p:cNvCxnSpPr>
              <a:endCxn id="279" idx="2"/>
            </p:cNvCxnSpPr>
            <p:nvPr/>
          </p:nvCxnSpPr>
          <p:spPr>
            <a:xfrm flipH="1" flipV="1">
              <a:off x="4304880" y="5806440"/>
              <a:ext cx="1800" cy="835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285" name="Straight Connector 467"/>
            <p:cNvCxnSpPr/>
            <p:nvPr/>
          </p:nvCxnSpPr>
          <p:spPr>
            <a:xfrm flipH="1" flipV="1">
              <a:off x="4868280" y="5805360"/>
              <a:ext cx="1800" cy="828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sp>
        <p:nvSpPr>
          <p:cNvPr id="286" name="TextBox 6"/>
          <p:cNvSpPr/>
          <p:nvPr/>
        </p:nvSpPr>
        <p:spPr>
          <a:xfrm>
            <a:off x="1787040" y="4943520"/>
            <a:ext cx="19918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values in arriving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packet header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82"/>
          <p:cNvSpPr/>
          <p:nvPr/>
        </p:nvSpPr>
        <p:spPr>
          <a:xfrm>
            <a:off x="4658760" y="5902560"/>
            <a:ext cx="264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ldNum" idx="1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760898CC-06DD-477E-B3F6-BA6B3F647592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reeform 120"/>
          <p:cNvSpPr/>
          <p:nvPr/>
        </p:nvSpPr>
        <p:spPr>
          <a:xfrm>
            <a:off x="4084200" y="5708880"/>
            <a:ext cx="982440" cy="232920"/>
          </a:xfrm>
          <a:custGeom>
            <a:avLst/>
            <a:gdLst>
              <a:gd name="textAreaLeft" fmla="*/ 0 w 982440"/>
              <a:gd name="textAreaRight" fmla="*/ 982800 w 982440"/>
              <a:gd name="textAreaTop" fmla="*/ 0 h 232920"/>
              <a:gd name="textAreaBottom" fmla="*/ 233280 h 232920"/>
              <a:gd name="GluePoint1X" fmla="*/ 0 w 554"/>
              <a:gd name="GluePoint1Y" fmla="*/ 2147483647 h 167"/>
              <a:gd name="GluePoint2X" fmla="*/ 2147483647 w 554"/>
              <a:gd name="GluePoint2Y" fmla="*/ 2147483647 h 167"/>
              <a:gd name="GluePoint3X" fmla="*/ 2147483647 w 554"/>
              <a:gd name="GluePoint3Y" fmla="*/ 2147483647 h 1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>
            <a:solidFill>
              <a:srgbClr val="C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98" dur="indefinite" restart="never" nodeType="tmRoot">
          <p:childTnLst>
            <p:seq>
              <p:cTn id="99" dur="indefinite" nodeType="mainSeq">
                <p:childTnLst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4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0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1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9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17600" y="261360"/>
            <a:ext cx="1121328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Software-Defined Networking (SDN) control plane</a:t>
            </a:r>
            <a:endParaRPr lang="en-US" sz="40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91" name="TextBox 257"/>
          <p:cNvSpPr/>
          <p:nvPr/>
        </p:nvSpPr>
        <p:spPr>
          <a:xfrm>
            <a:off x="244440" y="1080720"/>
            <a:ext cx="1131048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Remote controller computes, installs forwarding tables in routers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2" name="Group 816"/>
          <p:cNvGrpSpPr/>
          <p:nvPr/>
        </p:nvGrpSpPr>
        <p:grpSpPr>
          <a:xfrm>
            <a:off x="3203280" y="1967760"/>
            <a:ext cx="6027480" cy="1439640"/>
            <a:chOff x="3203280" y="1967760"/>
            <a:chExt cx="6027480" cy="1439640"/>
          </a:xfrm>
        </p:grpSpPr>
        <p:sp>
          <p:nvSpPr>
            <p:cNvPr id="293" name="Rectangle 817"/>
            <p:cNvSpPr/>
            <p:nvPr/>
          </p:nvSpPr>
          <p:spPr>
            <a:xfrm>
              <a:off x="3639960" y="1971000"/>
              <a:ext cx="5043240" cy="1017360"/>
            </a:xfrm>
            <a:prstGeom prst="rect">
              <a:avLst/>
            </a:prstGeom>
            <a:solidFill>
              <a:srgbClr val="D2D2F4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94" name="Freeform 818"/>
            <p:cNvSpPr/>
            <p:nvPr/>
          </p:nvSpPr>
          <p:spPr>
            <a:xfrm>
              <a:off x="3450960" y="1974240"/>
              <a:ext cx="198000" cy="138564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1385640"/>
                <a:gd name="textAreaBottom" fmla="*/ 1386000 h 1385640"/>
                <a:gd name="GluePoint1X" fmla="*/ 0 w 199855"/>
                <a:gd name="GluePoint1Y" fmla="*/ 745656 h 1385496"/>
                <a:gd name="GluePoint2X" fmla="*/ 193920 w 199855"/>
                <a:gd name="GluePoint2Y" fmla="*/ 0 h 1385496"/>
                <a:gd name="GluePoint3X" fmla="*/ 199855 w 199855"/>
                <a:gd name="GluePoint3Y" fmla="*/ 1027869 h 1385496"/>
                <a:gd name="GluePoint4X" fmla="*/ 4471 w 199855"/>
                <a:gd name="GluePoint4Y" fmla="*/ 1385496 h 1385496"/>
                <a:gd name="GluePoint5X" fmla="*/ 0 w 199855"/>
                <a:gd name="GluePoint5Y" fmla="*/ 745656 h 13854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D2D2F4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295" name="Freeform 819"/>
            <p:cNvSpPr/>
            <p:nvPr/>
          </p:nvSpPr>
          <p:spPr>
            <a:xfrm flipH="1">
              <a:off x="8680320" y="1967760"/>
              <a:ext cx="218880" cy="1369800"/>
            </a:xfrm>
            <a:custGeom>
              <a:avLst/>
              <a:gdLst>
                <a:gd name="textAreaLeft" fmla="*/ 360 w 218880"/>
                <a:gd name="textAreaRight" fmla="*/ 219600 w 218880"/>
                <a:gd name="textAreaTop" fmla="*/ 0 h 1369800"/>
                <a:gd name="textAreaBottom" fmla="*/ 1370160 h 1369800"/>
                <a:gd name="GluePoint1X" fmla="*/ 0 w 220239"/>
                <a:gd name="GluePoint1Y" fmla="*/ 730359 h 1370199"/>
                <a:gd name="GluePoint2X" fmla="*/ 219401 w 220239"/>
                <a:gd name="GluePoint2Y" fmla="*/ 0 h 1370199"/>
                <a:gd name="GluePoint3X" fmla="*/ 220239 w 220239"/>
                <a:gd name="GluePoint3Y" fmla="*/ 1007473 h 1370199"/>
                <a:gd name="GluePoint4X" fmla="*/ 4471 w 220239"/>
                <a:gd name="GluePoint4Y" fmla="*/ 1370199 h 1370199"/>
                <a:gd name="GluePoint5X" fmla="*/ 0 w 220239"/>
                <a:gd name="GluePoint5Y" fmla="*/ 730359 h 13701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2F4"/>
                </a:gs>
                <a:gs pos="100000">
                  <a:srgbClr val="FFFFF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grpSp>
          <p:nvGrpSpPr>
            <p:cNvPr id="296" name="Group 950"/>
            <p:cNvGrpSpPr/>
            <p:nvPr/>
          </p:nvGrpSpPr>
          <p:grpSpPr>
            <a:xfrm>
              <a:off x="3203280" y="2727000"/>
              <a:ext cx="338040" cy="653400"/>
              <a:chOff x="3203280" y="2727000"/>
              <a:chExt cx="338040" cy="653400"/>
            </a:xfrm>
          </p:grpSpPr>
          <p:sp>
            <p:nvSpPr>
              <p:cNvPr id="297" name="Freeform 951"/>
              <p:cNvSpPr/>
              <p:nvPr/>
            </p:nvSpPr>
            <p:spPr>
              <a:xfrm>
                <a:off x="3471120" y="2728080"/>
                <a:ext cx="66960" cy="62316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23160"/>
                  <a:gd name="textAreaBottom" fmla="*/ 623520 h 623160"/>
                  <a:gd name="GluePoint1X" fmla="*/ 2 w 354"/>
                  <a:gd name="GluePoint1Y" fmla="*/ 0 h 2742"/>
                  <a:gd name="GluePoint2X" fmla="*/ 8 w 354"/>
                  <a:gd name="GluePoint2Y" fmla="*/ 16 h 2742"/>
                  <a:gd name="GluePoint3X" fmla="*/ 8 w 354"/>
                  <a:gd name="GluePoint3Y" fmla="*/ 119 h 2742"/>
                  <a:gd name="GluePoint4X" fmla="*/ 0 w 354"/>
                  <a:gd name="GluePoint4Y" fmla="*/ 124 h 2742"/>
                  <a:gd name="GluePoint5X" fmla="*/ 2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Rectangle 952"/>
              <p:cNvSpPr/>
              <p:nvPr/>
            </p:nvSpPr>
            <p:spPr>
              <a:xfrm>
                <a:off x="3220200" y="2727000"/>
                <a:ext cx="247680" cy="62316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Freeform 953"/>
              <p:cNvSpPr/>
              <p:nvPr/>
            </p:nvSpPr>
            <p:spPr>
              <a:xfrm>
                <a:off x="3483720" y="2765520"/>
                <a:ext cx="39600" cy="576720"/>
              </a:xfrm>
              <a:custGeom>
                <a:avLst/>
                <a:gdLst>
                  <a:gd name="textAreaLeft" fmla="*/ 0 w 39600"/>
                  <a:gd name="textAreaRight" fmla="*/ 39960 w 39600"/>
                  <a:gd name="textAreaTop" fmla="*/ 0 h 576720"/>
                  <a:gd name="textAreaBottom" fmla="*/ 577080 h 576720"/>
                  <a:gd name="GluePoint1X" fmla="*/ 2 w 211"/>
                  <a:gd name="GluePoint1Y" fmla="*/ 0 h 2537"/>
                  <a:gd name="GluePoint2X" fmla="*/ 5 w 211"/>
                  <a:gd name="GluePoint2Y" fmla="*/ 11 h 2537"/>
                  <a:gd name="GluePoint3X" fmla="*/ 2 w 211"/>
                  <a:gd name="GluePoint3Y" fmla="*/ 113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Freeform 954"/>
              <p:cNvSpPr/>
              <p:nvPr/>
            </p:nvSpPr>
            <p:spPr>
              <a:xfrm>
                <a:off x="3474720" y="3057480"/>
                <a:ext cx="61920" cy="51120"/>
              </a:xfrm>
              <a:custGeom>
                <a:avLst/>
                <a:gdLst>
                  <a:gd name="textAreaLeft" fmla="*/ 0 w 61920"/>
                  <a:gd name="textAreaRight" fmla="*/ 62280 w 61920"/>
                  <a:gd name="textAreaTop" fmla="*/ 0 h 51120"/>
                  <a:gd name="textAreaBottom" fmla="*/ 51480 h 51120"/>
                  <a:gd name="GluePoint1X" fmla="*/ 2 w 328"/>
                  <a:gd name="GluePoint1Y" fmla="*/ 0 h 226"/>
                  <a:gd name="GluePoint2X" fmla="*/ 7 w 328"/>
                  <a:gd name="GluePoint2Y" fmla="*/ 7 h 226"/>
                  <a:gd name="GluePoint3X" fmla="*/ 7 w 328"/>
                  <a:gd name="GluePoint3Y" fmla="*/ 11 h 226"/>
                  <a:gd name="GluePoint4X" fmla="*/ 0 w 328"/>
                  <a:gd name="GluePoint4Y" fmla="*/ 5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6480" rIns="90000" bIns="64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Rectangle 955"/>
              <p:cNvSpPr/>
              <p:nvPr/>
            </p:nvSpPr>
            <p:spPr>
              <a:xfrm>
                <a:off x="3220200" y="279828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02" name="Group 956"/>
              <p:cNvGrpSpPr/>
              <p:nvPr/>
            </p:nvGrpSpPr>
            <p:grpSpPr>
              <a:xfrm>
                <a:off x="3347640" y="2791800"/>
                <a:ext cx="136800" cy="40680"/>
                <a:chOff x="3347640" y="2791800"/>
                <a:chExt cx="136800" cy="40680"/>
              </a:xfrm>
            </p:grpSpPr>
            <p:sp>
              <p:nvSpPr>
                <p:cNvPr id="303" name="AutoShape 957"/>
                <p:cNvSpPr/>
                <p:nvPr/>
              </p:nvSpPr>
              <p:spPr>
                <a:xfrm>
                  <a:off x="3347640" y="2791800"/>
                  <a:ext cx="136800" cy="406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840" rIns="90000" bIns="-15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4" name="AutoShape 958"/>
                <p:cNvSpPr/>
                <p:nvPr/>
              </p:nvSpPr>
              <p:spPr>
                <a:xfrm>
                  <a:off x="3350160" y="2796120"/>
                  <a:ext cx="132120" cy="320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05" name="Rectangle 959"/>
              <p:cNvSpPr/>
              <p:nvPr/>
            </p:nvSpPr>
            <p:spPr>
              <a:xfrm>
                <a:off x="3222360" y="288900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06" name="Group 960"/>
              <p:cNvGrpSpPr/>
              <p:nvPr/>
            </p:nvGrpSpPr>
            <p:grpSpPr>
              <a:xfrm>
                <a:off x="3347640" y="2880000"/>
                <a:ext cx="136800" cy="36360"/>
                <a:chOff x="3347640" y="2880000"/>
                <a:chExt cx="136800" cy="36360"/>
              </a:xfrm>
            </p:grpSpPr>
            <p:sp>
              <p:nvSpPr>
                <p:cNvPr id="307" name="AutoShape 961"/>
                <p:cNvSpPr/>
                <p:nvPr/>
              </p:nvSpPr>
              <p:spPr>
                <a:xfrm>
                  <a:off x="3347640" y="2880000"/>
                  <a:ext cx="13680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8" name="AutoShape 962"/>
                <p:cNvSpPr/>
                <p:nvPr/>
              </p:nvSpPr>
              <p:spPr>
                <a:xfrm>
                  <a:off x="3350160" y="2884680"/>
                  <a:ext cx="132120" cy="277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5200" rIns="90000" bIns="-25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09" name="Rectangle 963"/>
              <p:cNvSpPr/>
              <p:nvPr/>
            </p:nvSpPr>
            <p:spPr>
              <a:xfrm>
                <a:off x="3222360" y="297936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Rectangle 964"/>
              <p:cNvSpPr/>
              <p:nvPr/>
            </p:nvSpPr>
            <p:spPr>
              <a:xfrm>
                <a:off x="3224880" y="306144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11" name="Group 965"/>
              <p:cNvGrpSpPr/>
              <p:nvPr/>
            </p:nvGrpSpPr>
            <p:grpSpPr>
              <a:xfrm>
                <a:off x="3345480" y="3059280"/>
                <a:ext cx="136800" cy="36360"/>
                <a:chOff x="3345480" y="3059280"/>
                <a:chExt cx="136800" cy="36360"/>
              </a:xfrm>
            </p:grpSpPr>
            <p:sp>
              <p:nvSpPr>
                <p:cNvPr id="312" name="AutoShape 966"/>
                <p:cNvSpPr/>
                <p:nvPr/>
              </p:nvSpPr>
              <p:spPr>
                <a:xfrm>
                  <a:off x="3345480" y="3059280"/>
                  <a:ext cx="13680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3" name="AutoShape 967"/>
                <p:cNvSpPr/>
                <p:nvPr/>
              </p:nvSpPr>
              <p:spPr>
                <a:xfrm>
                  <a:off x="3347640" y="3059280"/>
                  <a:ext cx="132120" cy="320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14" name="Freeform 968"/>
              <p:cNvSpPr/>
              <p:nvPr/>
            </p:nvSpPr>
            <p:spPr>
              <a:xfrm>
                <a:off x="3475800" y="2979360"/>
                <a:ext cx="61920" cy="50760"/>
              </a:xfrm>
              <a:custGeom>
                <a:avLst/>
                <a:gdLst>
                  <a:gd name="textAreaLeft" fmla="*/ 0 w 61920"/>
                  <a:gd name="textAreaRight" fmla="*/ 62280 w 61920"/>
                  <a:gd name="textAreaTop" fmla="*/ 0 h 50760"/>
                  <a:gd name="textAreaBottom" fmla="*/ 51120 h 50760"/>
                  <a:gd name="GluePoint1X" fmla="*/ 2 w 328"/>
                  <a:gd name="GluePoint1Y" fmla="*/ 0 h 226"/>
                  <a:gd name="GluePoint2X" fmla="*/ 7 w 328"/>
                  <a:gd name="GluePoint2Y" fmla="*/ 6 h 226"/>
                  <a:gd name="GluePoint3X" fmla="*/ 7 w 328"/>
                  <a:gd name="GluePoint3Y" fmla="*/ 10 h 226"/>
                  <a:gd name="GluePoint4X" fmla="*/ 0 w 328"/>
                  <a:gd name="GluePoint4Y" fmla="*/ 4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6120" rIns="90000" bIns="6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15" name="Group 969"/>
              <p:cNvGrpSpPr/>
              <p:nvPr/>
            </p:nvGrpSpPr>
            <p:grpSpPr>
              <a:xfrm>
                <a:off x="3345480" y="2972880"/>
                <a:ext cx="138960" cy="36360"/>
                <a:chOff x="3345480" y="2972880"/>
                <a:chExt cx="138960" cy="36360"/>
              </a:xfrm>
            </p:grpSpPr>
            <p:sp>
              <p:nvSpPr>
                <p:cNvPr id="316" name="AutoShape 970"/>
                <p:cNvSpPr/>
                <p:nvPr/>
              </p:nvSpPr>
              <p:spPr>
                <a:xfrm>
                  <a:off x="3345480" y="2972880"/>
                  <a:ext cx="13896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7" name="AutoShape 971"/>
                <p:cNvSpPr/>
                <p:nvPr/>
              </p:nvSpPr>
              <p:spPr>
                <a:xfrm>
                  <a:off x="3347640" y="2977200"/>
                  <a:ext cx="136800" cy="277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5200" rIns="90000" bIns="-25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18" name="Rectangle 972"/>
              <p:cNvSpPr/>
              <p:nvPr/>
            </p:nvSpPr>
            <p:spPr>
              <a:xfrm>
                <a:off x="3465720" y="2727000"/>
                <a:ext cx="16200" cy="62316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9" name="Freeform 973"/>
              <p:cNvSpPr/>
              <p:nvPr/>
            </p:nvSpPr>
            <p:spPr>
              <a:xfrm>
                <a:off x="3481560" y="2884680"/>
                <a:ext cx="55800" cy="57600"/>
              </a:xfrm>
              <a:custGeom>
                <a:avLst/>
                <a:gdLst>
                  <a:gd name="textAreaLeft" fmla="*/ 0 w 55800"/>
                  <a:gd name="textAreaRight" fmla="*/ 56160 w 55800"/>
                  <a:gd name="textAreaTop" fmla="*/ 0 h 57600"/>
                  <a:gd name="textAreaBottom" fmla="*/ 57960 h 57600"/>
                  <a:gd name="GluePoint1X" fmla="*/ 2 w 296"/>
                  <a:gd name="GluePoint1Y" fmla="*/ 0 h 256"/>
                  <a:gd name="GluePoint2X" fmla="*/ 7 w 296"/>
                  <a:gd name="GluePoint2Y" fmla="*/ 6 h 256"/>
                  <a:gd name="GluePoint3X" fmla="*/ 7 w 296"/>
                  <a:gd name="GluePoint3Y" fmla="*/ 11 h 256"/>
                  <a:gd name="GluePoint4X" fmla="*/ 0 w 296"/>
                  <a:gd name="GluePoint4Y" fmla="*/ 4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2960" rIns="90000" bIns="129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eform 974"/>
              <p:cNvSpPr/>
              <p:nvPr/>
            </p:nvSpPr>
            <p:spPr>
              <a:xfrm>
                <a:off x="3482280" y="2795400"/>
                <a:ext cx="57600" cy="65160"/>
              </a:xfrm>
              <a:custGeom>
                <a:avLst/>
                <a:gdLst>
                  <a:gd name="textAreaLeft" fmla="*/ 0 w 57600"/>
                  <a:gd name="textAreaRight" fmla="*/ 57960 w 57600"/>
                  <a:gd name="textAreaTop" fmla="*/ 0 h 65160"/>
                  <a:gd name="textAreaBottom" fmla="*/ 65520 h 65160"/>
                  <a:gd name="GluePoint1X" fmla="*/ 0 w 304"/>
                  <a:gd name="GluePoint1Y" fmla="*/ 0 h 288"/>
                  <a:gd name="GluePoint2X" fmla="*/ 7 w 304"/>
                  <a:gd name="GluePoint2Y" fmla="*/ 8 h 288"/>
                  <a:gd name="GluePoint3X" fmla="*/ 6 w 304"/>
                  <a:gd name="GluePoint3Y" fmla="*/ 13 h 288"/>
                  <a:gd name="GluePoint4X" fmla="*/ 2 w 304"/>
                  <a:gd name="GluePoint4Y" fmla="*/ 6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520" rIns="90000" bIns="205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Oval 975"/>
              <p:cNvSpPr/>
              <p:nvPr/>
            </p:nvSpPr>
            <p:spPr>
              <a:xfrm>
                <a:off x="3529800" y="3322440"/>
                <a:ext cx="11520" cy="2556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6640" rIns="90000" bIns="-266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eform 976"/>
              <p:cNvSpPr/>
              <p:nvPr/>
            </p:nvSpPr>
            <p:spPr>
              <a:xfrm>
                <a:off x="3479040" y="3323160"/>
                <a:ext cx="57600" cy="54360"/>
              </a:xfrm>
              <a:custGeom>
                <a:avLst/>
                <a:gdLst>
                  <a:gd name="textAreaLeft" fmla="*/ 0 w 57600"/>
                  <a:gd name="textAreaRight" fmla="*/ 57960 w 57600"/>
                  <a:gd name="textAreaTop" fmla="*/ 0 h 54360"/>
                  <a:gd name="textAreaBottom" fmla="*/ 54720 h 54360"/>
                  <a:gd name="GluePoint1X" fmla="*/ 0 w 306"/>
                  <a:gd name="GluePoint1Y" fmla="*/ 6 h 240"/>
                  <a:gd name="GluePoint2X" fmla="*/ 2 w 306"/>
                  <a:gd name="GluePoint2Y" fmla="*/ 11 h 240"/>
                  <a:gd name="GluePoint3X" fmla="*/ 7 w 306"/>
                  <a:gd name="GluePoint3Y" fmla="*/ 6 h 240"/>
                  <a:gd name="GluePoint4X" fmla="*/ 7 w 306"/>
                  <a:gd name="GluePoint4Y" fmla="*/ 0 h 240"/>
                  <a:gd name="GluePoint5X" fmla="*/ 0 w 306"/>
                  <a:gd name="GluePoint5Y" fmla="*/ 6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9720" rIns="90000" bIns="97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AutoShape 977"/>
              <p:cNvSpPr/>
              <p:nvPr/>
            </p:nvSpPr>
            <p:spPr>
              <a:xfrm>
                <a:off x="3203280" y="3339720"/>
                <a:ext cx="283320" cy="406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840" rIns="90000" bIns="-158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AutoShape 978"/>
              <p:cNvSpPr/>
              <p:nvPr/>
            </p:nvSpPr>
            <p:spPr>
              <a:xfrm>
                <a:off x="3220200" y="3350520"/>
                <a:ext cx="252720" cy="212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9520" rIns="90000" bIns="-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Oval 979"/>
              <p:cNvSpPr/>
              <p:nvPr/>
            </p:nvSpPr>
            <p:spPr>
              <a:xfrm>
                <a:off x="3243600" y="3259800"/>
                <a:ext cx="37440" cy="385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Oval 980"/>
              <p:cNvSpPr/>
              <p:nvPr/>
            </p:nvSpPr>
            <p:spPr>
              <a:xfrm>
                <a:off x="3286080" y="3259800"/>
                <a:ext cx="37440" cy="3852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Oval 981"/>
              <p:cNvSpPr/>
              <p:nvPr/>
            </p:nvSpPr>
            <p:spPr>
              <a:xfrm>
                <a:off x="3326400" y="3259800"/>
                <a:ext cx="37440" cy="385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Rectangle 982"/>
              <p:cNvSpPr/>
              <p:nvPr/>
            </p:nvSpPr>
            <p:spPr>
              <a:xfrm>
                <a:off x="3423240" y="3111120"/>
                <a:ext cx="18720" cy="20664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9" name="Group 950"/>
            <p:cNvGrpSpPr/>
            <p:nvPr/>
          </p:nvGrpSpPr>
          <p:grpSpPr>
            <a:xfrm>
              <a:off x="8893080" y="2754000"/>
              <a:ext cx="337680" cy="653400"/>
              <a:chOff x="8893080" y="2754000"/>
              <a:chExt cx="337680" cy="653400"/>
            </a:xfrm>
          </p:grpSpPr>
          <p:sp>
            <p:nvSpPr>
              <p:cNvPr id="330" name="Freeform 951"/>
              <p:cNvSpPr/>
              <p:nvPr/>
            </p:nvSpPr>
            <p:spPr>
              <a:xfrm>
                <a:off x="9160560" y="2755080"/>
                <a:ext cx="66960" cy="62316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23160"/>
                  <a:gd name="textAreaBottom" fmla="*/ 623520 h 623160"/>
                  <a:gd name="GluePoint1X" fmla="*/ 2 w 354"/>
                  <a:gd name="GluePoint1Y" fmla="*/ 0 h 2742"/>
                  <a:gd name="GluePoint2X" fmla="*/ 8 w 354"/>
                  <a:gd name="GluePoint2Y" fmla="*/ 16 h 2742"/>
                  <a:gd name="GluePoint3X" fmla="*/ 8 w 354"/>
                  <a:gd name="GluePoint3Y" fmla="*/ 119 h 2742"/>
                  <a:gd name="GluePoint4X" fmla="*/ 0 w 354"/>
                  <a:gd name="GluePoint4Y" fmla="*/ 124 h 2742"/>
                  <a:gd name="GluePoint5X" fmla="*/ 2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Rectangle 952"/>
              <p:cNvSpPr/>
              <p:nvPr/>
            </p:nvSpPr>
            <p:spPr>
              <a:xfrm>
                <a:off x="8909640" y="2754000"/>
                <a:ext cx="247680" cy="62316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eform 953"/>
              <p:cNvSpPr/>
              <p:nvPr/>
            </p:nvSpPr>
            <p:spPr>
              <a:xfrm>
                <a:off x="9173160" y="2792520"/>
                <a:ext cx="39600" cy="576720"/>
              </a:xfrm>
              <a:custGeom>
                <a:avLst/>
                <a:gdLst>
                  <a:gd name="textAreaLeft" fmla="*/ 0 w 39600"/>
                  <a:gd name="textAreaRight" fmla="*/ 39960 w 39600"/>
                  <a:gd name="textAreaTop" fmla="*/ 0 h 576720"/>
                  <a:gd name="textAreaBottom" fmla="*/ 577080 h 576720"/>
                  <a:gd name="GluePoint1X" fmla="*/ 2 w 211"/>
                  <a:gd name="GluePoint1Y" fmla="*/ 0 h 2537"/>
                  <a:gd name="GluePoint2X" fmla="*/ 5 w 211"/>
                  <a:gd name="GluePoint2Y" fmla="*/ 11 h 2537"/>
                  <a:gd name="GluePoint3X" fmla="*/ 2 w 211"/>
                  <a:gd name="GluePoint3Y" fmla="*/ 113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eform 954"/>
              <p:cNvSpPr/>
              <p:nvPr/>
            </p:nvSpPr>
            <p:spPr>
              <a:xfrm>
                <a:off x="9164520" y="3084480"/>
                <a:ext cx="61920" cy="51120"/>
              </a:xfrm>
              <a:custGeom>
                <a:avLst/>
                <a:gdLst>
                  <a:gd name="textAreaLeft" fmla="*/ 0 w 61920"/>
                  <a:gd name="textAreaRight" fmla="*/ 62280 w 61920"/>
                  <a:gd name="textAreaTop" fmla="*/ 0 h 51120"/>
                  <a:gd name="textAreaBottom" fmla="*/ 51480 h 51120"/>
                  <a:gd name="GluePoint1X" fmla="*/ 2 w 328"/>
                  <a:gd name="GluePoint1Y" fmla="*/ 0 h 226"/>
                  <a:gd name="GluePoint2X" fmla="*/ 7 w 328"/>
                  <a:gd name="GluePoint2Y" fmla="*/ 7 h 226"/>
                  <a:gd name="GluePoint3X" fmla="*/ 7 w 328"/>
                  <a:gd name="GluePoint3Y" fmla="*/ 11 h 226"/>
                  <a:gd name="GluePoint4X" fmla="*/ 0 w 328"/>
                  <a:gd name="GluePoint4Y" fmla="*/ 5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6480" rIns="90000" bIns="64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Rectangle 955"/>
              <p:cNvSpPr/>
              <p:nvPr/>
            </p:nvSpPr>
            <p:spPr>
              <a:xfrm>
                <a:off x="8909640" y="282528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35" name="Group 956"/>
              <p:cNvGrpSpPr/>
              <p:nvPr/>
            </p:nvGrpSpPr>
            <p:grpSpPr>
              <a:xfrm>
                <a:off x="9037440" y="2818800"/>
                <a:ext cx="136800" cy="40680"/>
                <a:chOff x="9037440" y="2818800"/>
                <a:chExt cx="136800" cy="40680"/>
              </a:xfrm>
            </p:grpSpPr>
            <p:sp>
              <p:nvSpPr>
                <p:cNvPr id="336" name="AutoShape 957"/>
                <p:cNvSpPr/>
                <p:nvPr/>
              </p:nvSpPr>
              <p:spPr>
                <a:xfrm>
                  <a:off x="9037440" y="2818800"/>
                  <a:ext cx="136800" cy="406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840" rIns="90000" bIns="-15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7" name="AutoShape 958"/>
                <p:cNvSpPr/>
                <p:nvPr/>
              </p:nvSpPr>
              <p:spPr>
                <a:xfrm>
                  <a:off x="9039600" y="2823120"/>
                  <a:ext cx="132120" cy="320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38" name="Rectangle 959"/>
              <p:cNvSpPr/>
              <p:nvPr/>
            </p:nvSpPr>
            <p:spPr>
              <a:xfrm>
                <a:off x="8912160" y="291600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39" name="Group 960"/>
              <p:cNvGrpSpPr/>
              <p:nvPr/>
            </p:nvGrpSpPr>
            <p:grpSpPr>
              <a:xfrm>
                <a:off x="9037080" y="2907000"/>
                <a:ext cx="136800" cy="36360"/>
                <a:chOff x="9037080" y="2907000"/>
                <a:chExt cx="136800" cy="36360"/>
              </a:xfrm>
            </p:grpSpPr>
            <p:sp>
              <p:nvSpPr>
                <p:cNvPr id="340" name="AutoShape 961"/>
                <p:cNvSpPr/>
                <p:nvPr/>
              </p:nvSpPr>
              <p:spPr>
                <a:xfrm>
                  <a:off x="9037080" y="2907000"/>
                  <a:ext cx="13680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1" name="AutoShape 962"/>
                <p:cNvSpPr/>
                <p:nvPr/>
              </p:nvSpPr>
              <p:spPr>
                <a:xfrm>
                  <a:off x="9039600" y="2911680"/>
                  <a:ext cx="132120" cy="277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5200" rIns="90000" bIns="-25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42" name="Rectangle 963"/>
              <p:cNvSpPr/>
              <p:nvPr/>
            </p:nvSpPr>
            <p:spPr>
              <a:xfrm>
                <a:off x="8912160" y="300636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3" name="Rectangle 964"/>
              <p:cNvSpPr/>
              <p:nvPr/>
            </p:nvSpPr>
            <p:spPr>
              <a:xfrm>
                <a:off x="8914320" y="308844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44" name="Group 965"/>
              <p:cNvGrpSpPr/>
              <p:nvPr/>
            </p:nvGrpSpPr>
            <p:grpSpPr>
              <a:xfrm>
                <a:off x="9034920" y="3086280"/>
                <a:ext cx="136800" cy="36360"/>
                <a:chOff x="9034920" y="3086280"/>
                <a:chExt cx="136800" cy="36360"/>
              </a:xfrm>
            </p:grpSpPr>
            <p:sp>
              <p:nvSpPr>
                <p:cNvPr id="345" name="AutoShape 966"/>
                <p:cNvSpPr/>
                <p:nvPr/>
              </p:nvSpPr>
              <p:spPr>
                <a:xfrm>
                  <a:off x="9034920" y="3086280"/>
                  <a:ext cx="13680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AutoShape 967"/>
                <p:cNvSpPr/>
                <p:nvPr/>
              </p:nvSpPr>
              <p:spPr>
                <a:xfrm>
                  <a:off x="9037440" y="3086280"/>
                  <a:ext cx="132120" cy="320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47" name="Freeform 968"/>
              <p:cNvSpPr/>
              <p:nvPr/>
            </p:nvSpPr>
            <p:spPr>
              <a:xfrm>
                <a:off x="9165600" y="3006360"/>
                <a:ext cx="61920" cy="50760"/>
              </a:xfrm>
              <a:custGeom>
                <a:avLst/>
                <a:gdLst>
                  <a:gd name="textAreaLeft" fmla="*/ 0 w 61920"/>
                  <a:gd name="textAreaRight" fmla="*/ 62280 w 61920"/>
                  <a:gd name="textAreaTop" fmla="*/ 0 h 50760"/>
                  <a:gd name="textAreaBottom" fmla="*/ 51120 h 50760"/>
                  <a:gd name="GluePoint1X" fmla="*/ 2 w 328"/>
                  <a:gd name="GluePoint1Y" fmla="*/ 0 h 226"/>
                  <a:gd name="GluePoint2X" fmla="*/ 7 w 328"/>
                  <a:gd name="GluePoint2Y" fmla="*/ 6 h 226"/>
                  <a:gd name="GluePoint3X" fmla="*/ 7 w 328"/>
                  <a:gd name="GluePoint3Y" fmla="*/ 10 h 226"/>
                  <a:gd name="GluePoint4X" fmla="*/ 0 w 328"/>
                  <a:gd name="GluePoint4Y" fmla="*/ 4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6120" rIns="90000" bIns="6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48" name="Group 969"/>
              <p:cNvGrpSpPr/>
              <p:nvPr/>
            </p:nvGrpSpPr>
            <p:grpSpPr>
              <a:xfrm>
                <a:off x="9034920" y="2999880"/>
                <a:ext cx="139320" cy="36360"/>
                <a:chOff x="9034920" y="2999880"/>
                <a:chExt cx="139320" cy="36360"/>
              </a:xfrm>
            </p:grpSpPr>
            <p:sp>
              <p:nvSpPr>
                <p:cNvPr id="349" name="AutoShape 970"/>
                <p:cNvSpPr/>
                <p:nvPr/>
              </p:nvSpPr>
              <p:spPr>
                <a:xfrm>
                  <a:off x="9034920" y="2999880"/>
                  <a:ext cx="13896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0" name="AutoShape 971"/>
                <p:cNvSpPr/>
                <p:nvPr/>
              </p:nvSpPr>
              <p:spPr>
                <a:xfrm>
                  <a:off x="9037440" y="3004200"/>
                  <a:ext cx="136800" cy="277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5200" rIns="90000" bIns="-25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51" name="Rectangle 972"/>
              <p:cNvSpPr/>
              <p:nvPr/>
            </p:nvSpPr>
            <p:spPr>
              <a:xfrm>
                <a:off x="9155520" y="2754000"/>
                <a:ext cx="16200" cy="62316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Freeform 973"/>
              <p:cNvSpPr/>
              <p:nvPr/>
            </p:nvSpPr>
            <p:spPr>
              <a:xfrm>
                <a:off x="9171000" y="2911680"/>
                <a:ext cx="55800" cy="57600"/>
              </a:xfrm>
              <a:custGeom>
                <a:avLst/>
                <a:gdLst>
                  <a:gd name="textAreaLeft" fmla="*/ 0 w 55800"/>
                  <a:gd name="textAreaRight" fmla="*/ 56160 w 55800"/>
                  <a:gd name="textAreaTop" fmla="*/ 0 h 57600"/>
                  <a:gd name="textAreaBottom" fmla="*/ 57960 h 57600"/>
                  <a:gd name="GluePoint1X" fmla="*/ 2 w 296"/>
                  <a:gd name="GluePoint1Y" fmla="*/ 0 h 256"/>
                  <a:gd name="GluePoint2X" fmla="*/ 7 w 296"/>
                  <a:gd name="GluePoint2Y" fmla="*/ 6 h 256"/>
                  <a:gd name="GluePoint3X" fmla="*/ 7 w 296"/>
                  <a:gd name="GluePoint3Y" fmla="*/ 11 h 256"/>
                  <a:gd name="GluePoint4X" fmla="*/ 0 w 296"/>
                  <a:gd name="GluePoint4Y" fmla="*/ 4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2960" rIns="90000" bIns="129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Freeform 974"/>
              <p:cNvSpPr/>
              <p:nvPr/>
            </p:nvSpPr>
            <p:spPr>
              <a:xfrm>
                <a:off x="9171720" y="2822400"/>
                <a:ext cx="57600" cy="65160"/>
              </a:xfrm>
              <a:custGeom>
                <a:avLst/>
                <a:gdLst>
                  <a:gd name="textAreaLeft" fmla="*/ 0 w 57600"/>
                  <a:gd name="textAreaRight" fmla="*/ 57960 w 57600"/>
                  <a:gd name="textAreaTop" fmla="*/ 0 h 65160"/>
                  <a:gd name="textAreaBottom" fmla="*/ 65520 h 65160"/>
                  <a:gd name="GluePoint1X" fmla="*/ 0 w 304"/>
                  <a:gd name="GluePoint1Y" fmla="*/ 0 h 288"/>
                  <a:gd name="GluePoint2X" fmla="*/ 7 w 304"/>
                  <a:gd name="GluePoint2Y" fmla="*/ 8 h 288"/>
                  <a:gd name="GluePoint3X" fmla="*/ 6 w 304"/>
                  <a:gd name="GluePoint3Y" fmla="*/ 13 h 288"/>
                  <a:gd name="GluePoint4X" fmla="*/ 2 w 304"/>
                  <a:gd name="GluePoint4Y" fmla="*/ 6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520" rIns="90000" bIns="205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Oval 975"/>
              <p:cNvSpPr/>
              <p:nvPr/>
            </p:nvSpPr>
            <p:spPr>
              <a:xfrm>
                <a:off x="9219240" y="3349440"/>
                <a:ext cx="11520" cy="2556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6640" rIns="90000" bIns="-266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Freeform 976"/>
              <p:cNvSpPr/>
              <p:nvPr/>
            </p:nvSpPr>
            <p:spPr>
              <a:xfrm>
                <a:off x="9168840" y="3350160"/>
                <a:ext cx="57600" cy="54360"/>
              </a:xfrm>
              <a:custGeom>
                <a:avLst/>
                <a:gdLst>
                  <a:gd name="textAreaLeft" fmla="*/ 0 w 57600"/>
                  <a:gd name="textAreaRight" fmla="*/ 57960 w 57600"/>
                  <a:gd name="textAreaTop" fmla="*/ 0 h 54360"/>
                  <a:gd name="textAreaBottom" fmla="*/ 54720 h 54360"/>
                  <a:gd name="GluePoint1X" fmla="*/ 0 w 306"/>
                  <a:gd name="GluePoint1Y" fmla="*/ 6 h 240"/>
                  <a:gd name="GluePoint2X" fmla="*/ 2 w 306"/>
                  <a:gd name="GluePoint2Y" fmla="*/ 11 h 240"/>
                  <a:gd name="GluePoint3X" fmla="*/ 7 w 306"/>
                  <a:gd name="GluePoint3Y" fmla="*/ 6 h 240"/>
                  <a:gd name="GluePoint4X" fmla="*/ 7 w 306"/>
                  <a:gd name="GluePoint4Y" fmla="*/ 0 h 240"/>
                  <a:gd name="GluePoint5X" fmla="*/ 0 w 306"/>
                  <a:gd name="GluePoint5Y" fmla="*/ 6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9720" rIns="90000" bIns="97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AutoShape 977"/>
              <p:cNvSpPr/>
              <p:nvPr/>
            </p:nvSpPr>
            <p:spPr>
              <a:xfrm>
                <a:off x="8893080" y="3366720"/>
                <a:ext cx="283320" cy="406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840" rIns="90000" bIns="-158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AutoShape 978"/>
              <p:cNvSpPr/>
              <p:nvPr/>
            </p:nvSpPr>
            <p:spPr>
              <a:xfrm>
                <a:off x="8909640" y="3377520"/>
                <a:ext cx="252720" cy="212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9520" rIns="90000" bIns="-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Oval 979"/>
              <p:cNvSpPr/>
              <p:nvPr/>
            </p:nvSpPr>
            <p:spPr>
              <a:xfrm>
                <a:off x="8933040" y="3286800"/>
                <a:ext cx="37440" cy="385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Oval 980"/>
              <p:cNvSpPr/>
              <p:nvPr/>
            </p:nvSpPr>
            <p:spPr>
              <a:xfrm>
                <a:off x="8975880" y="3286800"/>
                <a:ext cx="37440" cy="3852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Oval 981"/>
              <p:cNvSpPr/>
              <p:nvPr/>
            </p:nvSpPr>
            <p:spPr>
              <a:xfrm>
                <a:off x="9015840" y="3286800"/>
                <a:ext cx="37440" cy="385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Rectangle 982"/>
              <p:cNvSpPr/>
              <p:nvPr/>
            </p:nvSpPr>
            <p:spPr>
              <a:xfrm>
                <a:off x="9113040" y="3138120"/>
                <a:ext cx="18720" cy="20664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2" name="Freeform 2"/>
          <p:cNvSpPr/>
          <p:nvPr/>
        </p:nvSpPr>
        <p:spPr>
          <a:xfrm>
            <a:off x="4341600" y="5697000"/>
            <a:ext cx="4026960" cy="939600"/>
          </a:xfrm>
          <a:custGeom>
            <a:avLst/>
            <a:gdLst>
              <a:gd name="textAreaLeft" fmla="*/ 0 w 4026960"/>
              <a:gd name="textAreaRight" fmla="*/ 4027320 w 4026960"/>
              <a:gd name="textAreaTop" fmla="*/ 0 h 939600"/>
              <a:gd name="textAreaBottom" fmla="*/ 939960 h 939600"/>
              <a:gd name="GluePoint1X" fmla="*/ 2147483647 w 10001"/>
              <a:gd name="GluePoint1Y" fmla="*/ 2147483647 h 10125"/>
              <a:gd name="GluePoint2X" fmla="*/ 2147483647 w 10001"/>
              <a:gd name="GluePoint2Y" fmla="*/ 2147483647 h 10125"/>
              <a:gd name="GluePoint3X" fmla="*/ 2147483647 w 10001"/>
              <a:gd name="GluePoint3Y" fmla="*/ 2147483647 h 10125"/>
              <a:gd name="GluePoint4X" fmla="*/ 2147483647 w 10001"/>
              <a:gd name="GluePoint4Y" fmla="*/ 0 h 10125"/>
              <a:gd name="GluePoint5X" fmla="*/ 2147483647 w 10001"/>
              <a:gd name="GluePoint5Y" fmla="*/ 2147483647 h 10125"/>
              <a:gd name="GluePoint6X" fmla="*/ 2147483647 w 10001"/>
              <a:gd name="GluePoint6Y" fmla="*/ 2147483647 h 10125"/>
              <a:gd name="GluePoint7X" fmla="*/ 2147483647 w 10001"/>
              <a:gd name="GluePoint7Y" fmla="*/ 2147483647 h 10125"/>
              <a:gd name="GluePoint8X" fmla="*/ 2147483647 w 10001"/>
              <a:gd name="GluePoint8Y" fmla="*/ 2147483647 h 10125"/>
              <a:gd name="GluePoint9X" fmla="*/ 2147483647 w 10001"/>
              <a:gd name="GluePoint9Y" fmla="*/ 2147483647 h 10125"/>
              <a:gd name="GluePoint10X" fmla="*/ 2147483647 w 10001"/>
              <a:gd name="GluePoint10Y" fmla="*/ 2147483647 h 10125"/>
              <a:gd name="GluePoint11X" fmla="*/ 2147483647 w 10001"/>
              <a:gd name="GluePoint11Y" fmla="*/ 2147483647 h 10125"/>
              <a:gd name="GluePoint12X" fmla="*/ 2147483647 w 10001"/>
              <a:gd name="GluePoint12Y" fmla="*/ 2147483647 h 10125"/>
              <a:gd name="GluePoint13X" fmla="*/ 2147483647 w 10001"/>
              <a:gd name="GluePoint13Y" fmla="*/ 2147483647 h 10125"/>
              <a:gd name="GluePoint14X" fmla="*/ 2147483647 w 10001"/>
              <a:gd name="GluePoint14Y" fmla="*/ 2147483647 h 10125"/>
              <a:gd name="GluePoint15X" fmla="*/ 2147483647 w 10001"/>
              <a:gd name="GluePoint15Y" fmla="*/ 2147483647 h 101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3" name="Straight Connector 887"/>
          <p:cNvCxnSpPr/>
          <p:nvPr/>
        </p:nvCxnSpPr>
        <p:spPr>
          <a:xfrm flipV="1">
            <a:off x="5011560" y="5847480"/>
            <a:ext cx="1316160" cy="1321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364" name="Straight Connector 888"/>
          <p:cNvCxnSpPr/>
          <p:nvPr/>
        </p:nvCxnSpPr>
        <p:spPr>
          <a:xfrm>
            <a:off x="4900320" y="6035040"/>
            <a:ext cx="2259360" cy="2988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365" name="Straight Connector 889"/>
          <p:cNvCxnSpPr/>
          <p:nvPr/>
        </p:nvCxnSpPr>
        <p:spPr>
          <a:xfrm>
            <a:off x="4912920" y="6139800"/>
            <a:ext cx="714960" cy="27648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366" name="Straight Connector 890"/>
          <p:cNvCxnSpPr/>
          <p:nvPr/>
        </p:nvCxnSpPr>
        <p:spPr>
          <a:xfrm flipV="1">
            <a:off x="5930640" y="6333480"/>
            <a:ext cx="1248120" cy="828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367" name="Straight Connector 891"/>
          <p:cNvCxnSpPr/>
          <p:nvPr/>
        </p:nvCxnSpPr>
        <p:spPr>
          <a:xfrm>
            <a:off x="6590880" y="5880960"/>
            <a:ext cx="1057680" cy="1242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368" name="Straight Connector 892"/>
          <p:cNvCxnSpPr/>
          <p:nvPr/>
        </p:nvCxnSpPr>
        <p:spPr>
          <a:xfrm flipV="1">
            <a:off x="5874840" y="6035040"/>
            <a:ext cx="1791360" cy="2988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369" name="Straight Connector 893"/>
          <p:cNvCxnSpPr/>
          <p:nvPr/>
        </p:nvCxnSpPr>
        <p:spPr>
          <a:xfrm flipV="1">
            <a:off x="7202160" y="6063480"/>
            <a:ext cx="589320" cy="27036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370" name="Straight Connector 894"/>
          <p:cNvCxnSpPr/>
          <p:nvPr/>
        </p:nvCxnSpPr>
        <p:spPr>
          <a:xfrm>
            <a:off x="6345000" y="5847480"/>
            <a:ext cx="814680" cy="4021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grpSp>
        <p:nvGrpSpPr>
          <p:cNvPr id="371" name="Group 895"/>
          <p:cNvGrpSpPr/>
          <p:nvPr/>
        </p:nvGrpSpPr>
        <p:grpSpPr>
          <a:xfrm>
            <a:off x="3274560" y="2950560"/>
            <a:ext cx="6978600" cy="1087200"/>
            <a:chOff x="3274560" y="2950560"/>
            <a:chExt cx="6978600" cy="1087200"/>
          </a:xfrm>
        </p:grpSpPr>
        <p:sp>
          <p:nvSpPr>
            <p:cNvPr id="372" name="TextBox 399"/>
            <p:cNvSpPr/>
            <p:nvPr/>
          </p:nvSpPr>
          <p:spPr>
            <a:xfrm>
              <a:off x="9452880" y="3575880"/>
              <a:ext cx="615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data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TextBox 400"/>
            <p:cNvSpPr/>
            <p:nvPr/>
          </p:nvSpPr>
          <p:spPr>
            <a:xfrm>
              <a:off x="9474840" y="2950560"/>
              <a:ext cx="714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control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74" name="Straight Connector 898"/>
            <p:cNvCxnSpPr/>
            <p:nvPr/>
          </p:nvCxnSpPr>
          <p:spPr>
            <a:xfrm flipV="1">
              <a:off x="3274560" y="3526560"/>
              <a:ext cx="6978960" cy="1152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</p:grpSp>
      <p:grpSp>
        <p:nvGrpSpPr>
          <p:cNvPr id="375" name="Group 899"/>
          <p:cNvGrpSpPr/>
          <p:nvPr/>
        </p:nvGrpSpPr>
        <p:grpSpPr>
          <a:xfrm>
            <a:off x="4186080" y="2682360"/>
            <a:ext cx="4295160" cy="320400"/>
            <a:chOff x="4186080" y="2682360"/>
            <a:chExt cx="4295160" cy="320400"/>
          </a:xfrm>
        </p:grpSpPr>
        <p:grpSp>
          <p:nvGrpSpPr>
            <p:cNvPr id="376" name="Group 401"/>
            <p:cNvGrpSpPr/>
            <p:nvPr/>
          </p:nvGrpSpPr>
          <p:grpSpPr>
            <a:xfrm>
              <a:off x="4186080" y="2683800"/>
              <a:ext cx="348840" cy="317520"/>
              <a:chOff x="4186080" y="2683800"/>
              <a:chExt cx="348840" cy="317520"/>
            </a:xfrm>
          </p:grpSpPr>
          <p:sp>
            <p:nvSpPr>
              <p:cNvPr id="377" name="Rectangle 921"/>
              <p:cNvSpPr/>
              <p:nvPr/>
            </p:nvSpPr>
            <p:spPr>
              <a:xfrm>
                <a:off x="4190760" y="2683800"/>
                <a:ext cx="344160" cy="31716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378" name="Straight Connector 922"/>
              <p:cNvCxnSpPr/>
              <p:nvPr/>
            </p:nvCxnSpPr>
            <p:spPr>
              <a:xfrm>
                <a:off x="4186080" y="2772720"/>
                <a:ext cx="34452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379" name="Straight Connector 923"/>
              <p:cNvCxnSpPr/>
              <p:nvPr/>
            </p:nvCxnSpPr>
            <p:spPr>
              <a:xfrm>
                <a:off x="4186080" y="2832840"/>
                <a:ext cx="34452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380" name="Straight Connector 924"/>
              <p:cNvCxnSpPr/>
              <p:nvPr/>
            </p:nvCxnSpPr>
            <p:spPr>
              <a:xfrm flipV="1">
                <a:off x="4362120" y="2772720"/>
                <a:ext cx="360" cy="2289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381" name="Group 406"/>
            <p:cNvGrpSpPr/>
            <p:nvPr/>
          </p:nvGrpSpPr>
          <p:grpSpPr>
            <a:xfrm>
              <a:off x="5100480" y="2682360"/>
              <a:ext cx="350280" cy="317160"/>
              <a:chOff x="5100480" y="2682360"/>
              <a:chExt cx="350280" cy="317160"/>
            </a:xfrm>
          </p:grpSpPr>
          <p:sp>
            <p:nvSpPr>
              <p:cNvPr id="382" name="Rectangle 917"/>
              <p:cNvSpPr/>
              <p:nvPr/>
            </p:nvSpPr>
            <p:spPr>
              <a:xfrm>
                <a:off x="5105160" y="2682360"/>
                <a:ext cx="345600" cy="31716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383" name="Straight Connector 918"/>
              <p:cNvCxnSpPr/>
              <p:nvPr/>
            </p:nvCxnSpPr>
            <p:spPr>
              <a:xfrm>
                <a:off x="5100480" y="2770920"/>
                <a:ext cx="34632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384" name="Straight Connector 919"/>
              <p:cNvCxnSpPr/>
              <p:nvPr/>
            </p:nvCxnSpPr>
            <p:spPr>
              <a:xfrm>
                <a:off x="5100480" y="2831400"/>
                <a:ext cx="34632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385" name="Straight Connector 920"/>
              <p:cNvCxnSpPr/>
              <p:nvPr/>
            </p:nvCxnSpPr>
            <p:spPr>
              <a:xfrm flipH="1" flipV="1">
                <a:off x="5276520" y="2770920"/>
                <a:ext cx="1800" cy="2289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386" name="Group 411"/>
            <p:cNvGrpSpPr/>
            <p:nvPr/>
          </p:nvGrpSpPr>
          <p:grpSpPr>
            <a:xfrm>
              <a:off x="5933880" y="2682360"/>
              <a:ext cx="350280" cy="317160"/>
              <a:chOff x="5933880" y="2682360"/>
              <a:chExt cx="350280" cy="317160"/>
            </a:xfrm>
          </p:grpSpPr>
          <p:sp>
            <p:nvSpPr>
              <p:cNvPr id="387" name="Rectangle 913"/>
              <p:cNvSpPr/>
              <p:nvPr/>
            </p:nvSpPr>
            <p:spPr>
              <a:xfrm>
                <a:off x="5938560" y="2682360"/>
                <a:ext cx="345600" cy="31716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388" name="Straight Connector 914"/>
              <p:cNvCxnSpPr/>
              <p:nvPr/>
            </p:nvCxnSpPr>
            <p:spPr>
              <a:xfrm>
                <a:off x="5933880" y="2770920"/>
                <a:ext cx="34632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389" name="Straight Connector 915"/>
              <p:cNvCxnSpPr/>
              <p:nvPr/>
            </p:nvCxnSpPr>
            <p:spPr>
              <a:xfrm>
                <a:off x="5933880" y="2831400"/>
                <a:ext cx="34632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390" name="Straight Connector 916"/>
              <p:cNvCxnSpPr/>
              <p:nvPr/>
            </p:nvCxnSpPr>
            <p:spPr>
              <a:xfrm flipH="1" flipV="1">
                <a:off x="6109920" y="2770920"/>
                <a:ext cx="2160" cy="2289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391" name="Group 416"/>
            <p:cNvGrpSpPr/>
            <p:nvPr/>
          </p:nvGrpSpPr>
          <p:grpSpPr>
            <a:xfrm>
              <a:off x="7125840" y="2685600"/>
              <a:ext cx="349200" cy="317160"/>
              <a:chOff x="7125840" y="2685600"/>
              <a:chExt cx="349200" cy="317160"/>
            </a:xfrm>
          </p:grpSpPr>
          <p:sp>
            <p:nvSpPr>
              <p:cNvPr id="392" name="Rectangle 909"/>
              <p:cNvSpPr/>
              <p:nvPr/>
            </p:nvSpPr>
            <p:spPr>
              <a:xfrm>
                <a:off x="7130880" y="2685600"/>
                <a:ext cx="344160" cy="31716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393" name="Straight Connector 910"/>
              <p:cNvCxnSpPr/>
              <p:nvPr/>
            </p:nvCxnSpPr>
            <p:spPr>
              <a:xfrm>
                <a:off x="7125840" y="2774160"/>
                <a:ext cx="344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394" name="Straight Connector 911"/>
              <p:cNvCxnSpPr/>
              <p:nvPr/>
            </p:nvCxnSpPr>
            <p:spPr>
              <a:xfrm>
                <a:off x="7125840" y="2834640"/>
                <a:ext cx="344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395" name="Straight Connector 912"/>
              <p:cNvCxnSpPr/>
              <p:nvPr/>
            </p:nvCxnSpPr>
            <p:spPr>
              <a:xfrm flipV="1">
                <a:off x="7302240" y="2774160"/>
                <a:ext cx="360" cy="2289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396" name="Group 421"/>
            <p:cNvGrpSpPr/>
            <p:nvPr/>
          </p:nvGrpSpPr>
          <p:grpSpPr>
            <a:xfrm>
              <a:off x="8130960" y="2682360"/>
              <a:ext cx="350280" cy="317160"/>
              <a:chOff x="8130960" y="2682360"/>
              <a:chExt cx="350280" cy="317160"/>
            </a:xfrm>
          </p:grpSpPr>
          <p:sp>
            <p:nvSpPr>
              <p:cNvPr id="397" name="Rectangle 905"/>
              <p:cNvSpPr/>
              <p:nvPr/>
            </p:nvSpPr>
            <p:spPr>
              <a:xfrm>
                <a:off x="8135640" y="2682360"/>
                <a:ext cx="345600" cy="31716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398" name="Straight Connector 906"/>
              <p:cNvCxnSpPr/>
              <p:nvPr/>
            </p:nvCxnSpPr>
            <p:spPr>
              <a:xfrm>
                <a:off x="8130960" y="2770920"/>
                <a:ext cx="34632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399" name="Straight Connector 907"/>
              <p:cNvCxnSpPr/>
              <p:nvPr/>
            </p:nvCxnSpPr>
            <p:spPr>
              <a:xfrm>
                <a:off x="8130960" y="2831400"/>
                <a:ext cx="34632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400" name="Straight Connector 908"/>
              <p:cNvCxnSpPr/>
              <p:nvPr/>
            </p:nvCxnSpPr>
            <p:spPr>
              <a:xfrm flipH="1" flipV="1">
                <a:off x="8307000" y="2770920"/>
                <a:ext cx="2160" cy="2289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</p:grpSp>
      <p:grpSp>
        <p:nvGrpSpPr>
          <p:cNvPr id="401" name="Group 925"/>
          <p:cNvGrpSpPr/>
          <p:nvPr/>
        </p:nvGrpSpPr>
        <p:grpSpPr>
          <a:xfrm>
            <a:off x="3605040" y="3656880"/>
            <a:ext cx="5211360" cy="2739600"/>
            <a:chOff x="3605040" y="3656880"/>
            <a:chExt cx="5211360" cy="2739600"/>
          </a:xfrm>
        </p:grpSpPr>
        <p:sp>
          <p:nvSpPr>
            <p:cNvPr id="402" name="Freeform 926"/>
            <p:cNvSpPr/>
            <p:nvPr/>
          </p:nvSpPr>
          <p:spPr>
            <a:xfrm>
              <a:off x="3625560" y="5277960"/>
              <a:ext cx="1280880" cy="758520"/>
            </a:xfrm>
            <a:custGeom>
              <a:avLst/>
              <a:gdLst>
                <a:gd name="textAreaLeft" fmla="*/ 0 w 1280880"/>
                <a:gd name="textAreaRight" fmla="*/ 1281240 w 1280880"/>
                <a:gd name="textAreaTop" fmla="*/ 0 h 758520"/>
                <a:gd name="textAreaBottom" fmla="*/ 758880 h 758520"/>
                <a:gd name="GluePoint1X" fmla="*/ 965179 w 1280499"/>
                <a:gd name="GluePoint1Y" fmla="*/ 759828 h 759828"/>
                <a:gd name="GluePoint2X" fmla="*/ 0 w 1280499"/>
                <a:gd name="GluePoint2Y" fmla="*/ 0 h 759828"/>
                <a:gd name="GluePoint3X" fmla="*/ 999231 w 1280499"/>
                <a:gd name="GluePoint3Y" fmla="*/ 13701 h 759828"/>
                <a:gd name="GluePoint4X" fmla="*/ 1280499 w 1280499"/>
                <a:gd name="GluePoint4Y" fmla="*/ 723135 h 759828"/>
                <a:gd name="GluePoint5X" fmla="*/ 965179 w 1280499"/>
                <a:gd name="GluePoint5Y" fmla="*/ 759828 h 7598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403" name="Freeform 927"/>
            <p:cNvSpPr/>
            <p:nvPr/>
          </p:nvSpPr>
          <p:spPr>
            <a:xfrm>
              <a:off x="7951680" y="5376240"/>
              <a:ext cx="864720" cy="553680"/>
            </a:xfrm>
            <a:custGeom>
              <a:avLst/>
              <a:gdLst>
                <a:gd name="textAreaLeft" fmla="*/ 0 w 864720"/>
                <a:gd name="textAreaRight" fmla="*/ 865080 w 864720"/>
                <a:gd name="textAreaTop" fmla="*/ 0 h 553680"/>
                <a:gd name="textAreaBottom" fmla="*/ 554040 h 553680"/>
                <a:gd name="GluePoint1X" fmla="*/ 0 w 866251"/>
                <a:gd name="GluePoint1Y" fmla="*/ 540783 h 553361"/>
                <a:gd name="GluePoint2X" fmla="*/ 345787 w 866251"/>
                <a:gd name="GluePoint2Y" fmla="*/ 13939 h 553361"/>
                <a:gd name="GluePoint3X" fmla="*/ 866251 w 866251"/>
                <a:gd name="GluePoint3Y" fmla="*/ 563 h 553361"/>
                <a:gd name="GluePoint4X" fmla="*/ 173695 w 866251"/>
                <a:gd name="GluePoint4Y" fmla="*/ 553361 h 553361"/>
                <a:gd name="GluePoint5X" fmla="*/ 0 w 866251"/>
                <a:gd name="GluePoint5Y" fmla="*/ 540783 h 5533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404" name="Freeform 928"/>
            <p:cNvSpPr/>
            <p:nvPr/>
          </p:nvSpPr>
          <p:spPr>
            <a:xfrm>
              <a:off x="7126200" y="5396760"/>
              <a:ext cx="676080" cy="896400"/>
            </a:xfrm>
            <a:custGeom>
              <a:avLst/>
              <a:gdLst>
                <a:gd name="textAreaLeft" fmla="*/ 0 w 676080"/>
                <a:gd name="textAreaRight" fmla="*/ 676440 w 676080"/>
                <a:gd name="textAreaTop" fmla="*/ 0 h 896400"/>
                <a:gd name="textAreaBottom" fmla="*/ 896760 h 896400"/>
                <a:gd name="GluePoint1X" fmla="*/ 0 w 675040"/>
                <a:gd name="GluePoint1Y" fmla="*/ 894029 h 896577"/>
                <a:gd name="GluePoint2X" fmla="*/ 186623 w 675040"/>
                <a:gd name="GluePoint2Y" fmla="*/ 1724 h 896577"/>
                <a:gd name="GluePoint3X" fmla="*/ 675040 w 675040"/>
                <a:gd name="GluePoint3Y" fmla="*/ 0 h 896577"/>
                <a:gd name="GluePoint4X" fmla="*/ 179079 w 675040"/>
                <a:gd name="GluePoint4Y" fmla="*/ 886531 h 896577"/>
                <a:gd name="GluePoint5X" fmla="*/ 0 w 675040"/>
                <a:gd name="GluePoint5Y" fmla="*/ 894029 h 8965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405" name="Freeform 929"/>
            <p:cNvSpPr/>
            <p:nvPr/>
          </p:nvSpPr>
          <p:spPr>
            <a:xfrm>
              <a:off x="6089400" y="5417640"/>
              <a:ext cx="514080" cy="401400"/>
            </a:xfrm>
            <a:custGeom>
              <a:avLst/>
              <a:gdLst>
                <a:gd name="textAreaLeft" fmla="*/ 0 w 514080"/>
                <a:gd name="textAreaRight" fmla="*/ 514440 w 514080"/>
                <a:gd name="textAreaTop" fmla="*/ 0 h 401400"/>
                <a:gd name="textAreaBottom" fmla="*/ 401760 h 401400"/>
                <a:gd name="GluePoint1X" fmla="*/ 100781 w 514180"/>
                <a:gd name="GluePoint1Y" fmla="*/ 402193 h 402193"/>
                <a:gd name="GluePoint2X" fmla="*/ 0 w 514180"/>
                <a:gd name="GluePoint2Y" fmla="*/ 0 h 402193"/>
                <a:gd name="GluePoint3X" fmla="*/ 514180 w 514180"/>
                <a:gd name="GluePoint3Y" fmla="*/ 10891 h 402193"/>
                <a:gd name="GluePoint4X" fmla="*/ 404259 w 514180"/>
                <a:gd name="GluePoint4Y" fmla="*/ 386400 h 402193"/>
                <a:gd name="GluePoint5X" fmla="*/ 100781 w 514180"/>
                <a:gd name="GluePoint5Y" fmla="*/ 402193 h 40219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406" name="Freeform 930"/>
            <p:cNvSpPr/>
            <p:nvPr/>
          </p:nvSpPr>
          <p:spPr>
            <a:xfrm>
              <a:off x="5310000" y="5380920"/>
              <a:ext cx="572760" cy="1015560"/>
            </a:xfrm>
            <a:custGeom>
              <a:avLst/>
              <a:gdLst>
                <a:gd name="textAreaLeft" fmla="*/ 0 w 572760"/>
                <a:gd name="textAreaRight" fmla="*/ 573120 w 572760"/>
                <a:gd name="textAreaTop" fmla="*/ 0 h 1015560"/>
                <a:gd name="textAreaBottom" fmla="*/ 1015920 h 1015560"/>
                <a:gd name="GluePoint1X" fmla="*/ 333190 w 574100"/>
                <a:gd name="GluePoint1Y" fmla="*/ 985695 h 1015244"/>
                <a:gd name="GluePoint2X" fmla="*/ 0 w 574100"/>
                <a:gd name="GluePoint2Y" fmla="*/ 4757 h 1015244"/>
                <a:gd name="GluePoint3X" fmla="*/ 502783 w 574100"/>
                <a:gd name="GluePoint3Y" fmla="*/ 0 h 1015244"/>
                <a:gd name="GluePoint4X" fmla="*/ 574100 w 574100"/>
                <a:gd name="GluePoint4Y" fmla="*/ 1014877 h 1015244"/>
                <a:gd name="GluePoint5X" fmla="*/ 333190 w 574100"/>
                <a:gd name="GluePoint5Y" fmla="*/ 985695 h 10152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grpSp>
          <p:nvGrpSpPr>
            <p:cNvPr id="407" name="Group 28"/>
            <p:cNvGrpSpPr/>
            <p:nvPr/>
          </p:nvGrpSpPr>
          <p:grpSpPr>
            <a:xfrm>
              <a:off x="3605040" y="3656880"/>
              <a:ext cx="1048680" cy="1739520"/>
              <a:chOff x="3605040" y="3656880"/>
              <a:chExt cx="1048680" cy="1739520"/>
            </a:xfrm>
          </p:grpSpPr>
          <p:sp>
            <p:nvSpPr>
              <p:cNvPr id="408" name="Rectangle 1016"/>
              <p:cNvSpPr/>
              <p:nvPr/>
            </p:nvSpPr>
            <p:spPr>
              <a:xfrm rot="10800000">
                <a:off x="3616560" y="3904920"/>
                <a:ext cx="1026720" cy="6109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409" name="Group 498"/>
              <p:cNvGrpSpPr/>
              <p:nvPr/>
            </p:nvGrpSpPr>
            <p:grpSpPr>
              <a:xfrm>
                <a:off x="3607920" y="5036400"/>
                <a:ext cx="1035360" cy="360000"/>
                <a:chOff x="3607920" y="5036400"/>
                <a:chExt cx="1035360" cy="360000"/>
              </a:xfrm>
            </p:grpSpPr>
            <p:sp>
              <p:nvSpPr>
                <p:cNvPr id="410" name="Oval 1031"/>
                <p:cNvSpPr/>
                <p:nvPr/>
              </p:nvSpPr>
              <p:spPr>
                <a:xfrm>
                  <a:off x="3608280" y="5157000"/>
                  <a:ext cx="1034640" cy="23940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11" name="Rectangle 1032"/>
                <p:cNvSpPr/>
                <p:nvPr/>
              </p:nvSpPr>
              <p:spPr>
                <a:xfrm>
                  <a:off x="3608280" y="5157000"/>
                  <a:ext cx="1034640" cy="11880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12" name="Oval 1033"/>
                <p:cNvSpPr/>
                <p:nvPr/>
              </p:nvSpPr>
              <p:spPr>
                <a:xfrm>
                  <a:off x="3608280" y="5036400"/>
                  <a:ext cx="1034640" cy="239400"/>
                </a:xfrm>
                <a:prstGeom prst="ellipse">
                  <a:avLst/>
                </a:prstGeom>
                <a:solidFill>
                  <a:srgbClr val="8585E0">
                    <a:alpha val="70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413" name="Straight Connector 1034"/>
                <p:cNvCxnSpPr/>
                <p:nvPr/>
              </p:nvCxnSpPr>
              <p:spPr>
                <a:xfrm>
                  <a:off x="4643280" y="5157000"/>
                  <a:ext cx="360" cy="1195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414" name="Straight Connector 1035"/>
                <p:cNvCxnSpPr/>
                <p:nvPr/>
              </p:nvCxnSpPr>
              <p:spPr>
                <a:xfrm>
                  <a:off x="3607920" y="5157000"/>
                  <a:ext cx="360" cy="1195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415" name="Rectangle 1018"/>
              <p:cNvSpPr/>
              <p:nvPr/>
            </p:nvSpPr>
            <p:spPr>
              <a:xfrm>
                <a:off x="3625560" y="4652280"/>
                <a:ext cx="1028160" cy="522000"/>
              </a:xfrm>
              <a:prstGeom prst="rect">
                <a:avLst/>
              </a:prstGeom>
              <a:gradFill rotWithShape="0">
                <a:gsLst>
                  <a:gs pos="0">
                    <a:srgbClr val="ADADEB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416" name="Straight Connector 1019"/>
              <p:cNvCxnSpPr/>
              <p:nvPr/>
            </p:nvCxnSpPr>
            <p:spPr>
              <a:xfrm>
                <a:off x="3609720" y="3928320"/>
                <a:ext cx="17640" cy="13021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cxnSp>
            <p:nvCxnSpPr>
              <p:cNvPr id="417" name="Straight Connector 1020"/>
              <p:cNvCxnSpPr/>
              <p:nvPr/>
            </p:nvCxnSpPr>
            <p:spPr>
              <a:xfrm flipH="1">
                <a:off x="4643280" y="3918600"/>
                <a:ext cx="6480" cy="127044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418" name="Group 504"/>
              <p:cNvGrpSpPr/>
              <p:nvPr/>
            </p:nvGrpSpPr>
            <p:grpSpPr>
              <a:xfrm>
                <a:off x="3605040" y="3656880"/>
                <a:ext cx="1044360" cy="398160"/>
                <a:chOff x="3605040" y="3656880"/>
                <a:chExt cx="1044360" cy="398160"/>
              </a:xfrm>
            </p:grpSpPr>
            <p:sp>
              <p:nvSpPr>
                <p:cNvPr id="419" name="Oval 1022"/>
                <p:cNvSpPr/>
                <p:nvPr/>
              </p:nvSpPr>
              <p:spPr>
                <a:xfrm flipV="1">
                  <a:off x="3606480" y="3763440"/>
                  <a:ext cx="1041120" cy="2916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D6D6F5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20" name="Rectangle 1023"/>
                <p:cNvSpPr/>
                <p:nvPr/>
              </p:nvSpPr>
              <p:spPr>
                <a:xfrm>
                  <a:off x="3605040" y="3806280"/>
                  <a:ext cx="1042560" cy="1044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21" name="Oval 1024"/>
                <p:cNvSpPr/>
                <p:nvPr/>
              </p:nvSpPr>
              <p:spPr>
                <a:xfrm flipV="1">
                  <a:off x="3605040" y="3656880"/>
                  <a:ext cx="1041120" cy="29160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22" name="Freeform 1025"/>
                <p:cNvSpPr/>
                <p:nvPr/>
              </p:nvSpPr>
              <p:spPr>
                <a:xfrm>
                  <a:off x="3871800" y="3745800"/>
                  <a:ext cx="506160" cy="145800"/>
                </a:xfrm>
                <a:custGeom>
                  <a:avLst/>
                  <a:gdLst>
                    <a:gd name="textAreaLeft" fmla="*/ 0 w 506160"/>
                    <a:gd name="textAreaRight" fmla="*/ 506520 w 506160"/>
                    <a:gd name="textAreaTop" fmla="*/ 0 h 145800"/>
                    <a:gd name="textAreaBottom" fmla="*/ 146160 h 14580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23" name="Freeform 1026"/>
                <p:cNvSpPr/>
                <p:nvPr/>
              </p:nvSpPr>
              <p:spPr>
                <a:xfrm>
                  <a:off x="3819240" y="3707640"/>
                  <a:ext cx="612360" cy="102960"/>
                </a:xfrm>
                <a:custGeom>
                  <a:avLst/>
                  <a:gdLst>
                    <a:gd name="textAreaLeft" fmla="*/ 0 w 612360"/>
                    <a:gd name="textAreaRight" fmla="*/ 612720 w 612360"/>
                    <a:gd name="textAreaTop" fmla="*/ 0 h 102960"/>
                    <a:gd name="textAreaBottom" fmla="*/ 103320 h 102960"/>
                    <a:gd name="GluePoint1X" fmla="*/ 0 w 3723451"/>
                    <a:gd name="GluePoint1Y" fmla="*/ 27211 h 932950"/>
                    <a:gd name="GluePoint2X" fmla="*/ 123865 w 3723451"/>
                    <a:gd name="GluePoint2Y" fmla="*/ 321 h 932950"/>
                    <a:gd name="GluePoint3X" fmla="*/ 350850 w 3723451"/>
                    <a:gd name="GluePoint3Y" fmla="*/ 62061 h 932950"/>
                    <a:gd name="GluePoint4X" fmla="*/ 567397 w 3723451"/>
                    <a:gd name="GluePoint4Y" fmla="*/ 0 h 932950"/>
                    <a:gd name="GluePoint5X" fmla="*/ 703949 w 3723451"/>
                    <a:gd name="GluePoint5Y" fmla="*/ 24696 h 932950"/>
                    <a:gd name="GluePoint6X" fmla="*/ 602354 w 3723451"/>
                    <a:gd name="GluePoint6Y" fmla="*/ 55064 h 932950"/>
                    <a:gd name="GluePoint7X" fmla="*/ 569645 w 3723451"/>
                    <a:gd name="GluePoint7Y" fmla="*/ 46877 h 932950"/>
                    <a:gd name="GluePoint8X" fmla="*/ 354838 w 3723451"/>
                    <a:gd name="GluePoint8Y" fmla="*/ 111226 h 932950"/>
                    <a:gd name="GluePoint9X" fmla="*/ 134536 w 3723451"/>
                    <a:gd name="GluePoint9Y" fmla="*/ 49244 h 932950"/>
                    <a:gd name="GluePoint10X" fmla="*/ 98918 w 3723451"/>
                    <a:gd name="GluePoint10Y" fmla="*/ 55934 h 932950"/>
                    <a:gd name="GluePoint11X" fmla="*/ 0 w 3723451"/>
                    <a:gd name="GluePoint11Y" fmla="*/ 27211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4" name="Freeform 1027"/>
                <p:cNvSpPr/>
                <p:nvPr/>
              </p:nvSpPr>
              <p:spPr>
                <a:xfrm>
                  <a:off x="4222440" y="3795120"/>
                  <a:ext cx="223560" cy="88560"/>
                </a:xfrm>
                <a:custGeom>
                  <a:avLst/>
                  <a:gdLst>
                    <a:gd name="textAreaLeft" fmla="*/ 0 w 223560"/>
                    <a:gd name="textAreaRight" fmla="*/ 223920 w 223560"/>
                    <a:gd name="textAreaTop" fmla="*/ 0 h 88560"/>
                    <a:gd name="textAreaBottom" fmla="*/ 88920 h 88560"/>
                    <a:gd name="GluePoint1X" fmla="*/ 0 w 1366596"/>
                    <a:gd name="GluePoint1Y" fmla="*/ 0 h 809868"/>
                    <a:gd name="GluePoint2X" fmla="*/ 257143 w 1366596"/>
                    <a:gd name="GluePoint2Y" fmla="*/ 74047 h 809868"/>
                    <a:gd name="GluePoint3X" fmla="*/ 162771 w 1366596"/>
                    <a:gd name="GluePoint3Y" fmla="*/ 95826 h 809868"/>
                    <a:gd name="GluePoint4X" fmla="*/ 866 w 1366596"/>
                    <a:gd name="GluePoint4Y" fmla="*/ 50635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5" name="Freeform 1028"/>
                <p:cNvSpPr/>
                <p:nvPr/>
              </p:nvSpPr>
              <p:spPr>
                <a:xfrm>
                  <a:off x="3808440" y="3796560"/>
                  <a:ext cx="221760" cy="87120"/>
                </a:xfrm>
                <a:custGeom>
                  <a:avLst/>
                  <a:gdLst>
                    <a:gd name="textAreaLeft" fmla="*/ 0 w 221760"/>
                    <a:gd name="textAreaRight" fmla="*/ 222120 w 221760"/>
                    <a:gd name="textAreaTop" fmla="*/ 0 h 87120"/>
                    <a:gd name="textAreaBottom" fmla="*/ 87480 h 87120"/>
                    <a:gd name="GluePoint1X" fmla="*/ 251832 w 1348191"/>
                    <a:gd name="GluePoint1Y" fmla="*/ 0 h 791462"/>
                    <a:gd name="GluePoint2X" fmla="*/ 255318 w 1348191"/>
                    <a:gd name="GluePoint2Y" fmla="*/ 45415 h 791462"/>
                    <a:gd name="GluePoint3X" fmla="*/ 92368 w 1348191"/>
                    <a:gd name="GluePoint3Y" fmla="*/ 94114 h 791462"/>
                    <a:gd name="GluePoint4X" fmla="*/ 0 w 1348191"/>
                    <a:gd name="GluePoint4Y" fmla="*/ 72774 h 791462"/>
                    <a:gd name="GluePoint5X" fmla="*/ 251832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480" rIns="90000" bIns="424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26" name="Straight Connector 1029"/>
                <p:cNvCxnSpPr/>
                <p:nvPr/>
              </p:nvCxnSpPr>
              <p:spPr>
                <a:xfrm flipH="1" flipV="1">
                  <a:off x="3605040" y="3802680"/>
                  <a:ext cx="1800" cy="113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427" name="Straight Connector 1030"/>
                <p:cNvCxnSpPr/>
                <p:nvPr/>
              </p:nvCxnSpPr>
              <p:spPr>
                <a:xfrm flipH="1" flipV="1">
                  <a:off x="4647960" y="3799800"/>
                  <a:ext cx="1800" cy="1130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428" name="Group 29"/>
            <p:cNvGrpSpPr/>
            <p:nvPr/>
          </p:nvGrpSpPr>
          <p:grpSpPr>
            <a:xfrm>
              <a:off x="5314680" y="3809520"/>
              <a:ext cx="514440" cy="1669680"/>
              <a:chOff x="5314680" y="3809520"/>
              <a:chExt cx="514440" cy="1669680"/>
            </a:xfrm>
          </p:grpSpPr>
          <p:sp>
            <p:nvSpPr>
              <p:cNvPr id="429" name="Rectangle 996"/>
              <p:cNvSpPr/>
              <p:nvPr/>
            </p:nvSpPr>
            <p:spPr>
              <a:xfrm rot="10800000">
                <a:off x="5317920" y="3893400"/>
                <a:ext cx="497880" cy="6285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430" name="Straight Connector 997"/>
              <p:cNvCxnSpPr/>
              <p:nvPr/>
            </p:nvCxnSpPr>
            <p:spPr>
              <a:xfrm flipH="1">
                <a:off x="5827320" y="3966480"/>
                <a:ext cx="2160" cy="13654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431" name="Group 552"/>
              <p:cNvGrpSpPr/>
              <p:nvPr/>
            </p:nvGrpSpPr>
            <p:grpSpPr>
              <a:xfrm>
                <a:off x="5319360" y="5253840"/>
                <a:ext cx="507960" cy="225360"/>
                <a:chOff x="5319360" y="5253840"/>
                <a:chExt cx="507960" cy="225360"/>
              </a:xfrm>
            </p:grpSpPr>
            <p:sp>
              <p:nvSpPr>
                <p:cNvPr id="432" name="Oval 1011"/>
                <p:cNvSpPr/>
                <p:nvPr/>
              </p:nvSpPr>
              <p:spPr>
                <a:xfrm>
                  <a:off x="5319720" y="533196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33" name="Rectangle 1012"/>
                <p:cNvSpPr/>
                <p:nvPr/>
              </p:nvSpPr>
              <p:spPr>
                <a:xfrm>
                  <a:off x="5319720" y="533196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34" name="Oval 1013"/>
                <p:cNvSpPr/>
                <p:nvPr/>
              </p:nvSpPr>
              <p:spPr>
                <a:xfrm>
                  <a:off x="5319720" y="5253840"/>
                  <a:ext cx="507600" cy="15048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435" name="Straight Connector 1014"/>
                <p:cNvCxnSpPr/>
                <p:nvPr/>
              </p:nvCxnSpPr>
              <p:spPr>
                <a:xfrm>
                  <a:off x="5827320" y="533160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436" name="Straight Connector 1015"/>
                <p:cNvCxnSpPr/>
                <p:nvPr/>
              </p:nvCxnSpPr>
              <p:spPr>
                <a:xfrm>
                  <a:off x="5319360" y="533160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437" name="Rectangle 999"/>
              <p:cNvSpPr/>
              <p:nvPr/>
            </p:nvSpPr>
            <p:spPr>
              <a:xfrm>
                <a:off x="5321160" y="4522320"/>
                <a:ext cx="496440" cy="8125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438" name="Straight Connector 1000"/>
              <p:cNvCxnSpPr/>
              <p:nvPr/>
            </p:nvCxnSpPr>
            <p:spPr>
              <a:xfrm flipH="1">
                <a:off x="5314680" y="3974400"/>
                <a:ext cx="3600" cy="14511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439" name="Group 538"/>
              <p:cNvGrpSpPr/>
              <p:nvPr/>
            </p:nvGrpSpPr>
            <p:grpSpPr>
              <a:xfrm>
                <a:off x="5317920" y="3809520"/>
                <a:ext cx="503280" cy="246960"/>
                <a:chOff x="5317920" y="3809520"/>
                <a:chExt cx="503280" cy="246960"/>
              </a:xfrm>
            </p:grpSpPr>
            <p:sp>
              <p:nvSpPr>
                <p:cNvPr id="440" name="Oval 1002"/>
                <p:cNvSpPr/>
                <p:nvPr/>
              </p:nvSpPr>
              <p:spPr>
                <a:xfrm flipV="1">
                  <a:off x="5319720" y="3880800"/>
                  <a:ext cx="501120" cy="1756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41" name="Rectangle 1003"/>
                <p:cNvSpPr/>
                <p:nvPr/>
              </p:nvSpPr>
              <p:spPr>
                <a:xfrm>
                  <a:off x="5317920" y="390636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42" name="Oval 1004"/>
                <p:cNvSpPr/>
                <p:nvPr/>
              </p:nvSpPr>
              <p:spPr>
                <a:xfrm flipV="1">
                  <a:off x="5317920" y="3809520"/>
                  <a:ext cx="501120" cy="1756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43" name="Freeform 1005"/>
                <p:cNvSpPr/>
                <p:nvPr/>
              </p:nvSpPr>
              <p:spPr>
                <a:xfrm>
                  <a:off x="5446440" y="3869640"/>
                  <a:ext cx="244080" cy="8712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7120"/>
                    <a:gd name="textAreaBottom" fmla="*/ 87480 h 8712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480" rIns="90000" bIns="424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44" name="Freeform 1006"/>
                <p:cNvSpPr/>
                <p:nvPr/>
              </p:nvSpPr>
              <p:spPr>
                <a:xfrm>
                  <a:off x="5421240" y="3845880"/>
                  <a:ext cx="294840" cy="6156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1560"/>
                    <a:gd name="textAreaBottom" fmla="*/ 61920 h 61560"/>
                    <a:gd name="GluePoint1X" fmla="*/ 0 w 3723451"/>
                    <a:gd name="GluePoint1Y" fmla="*/ 26862 h 932950"/>
                    <a:gd name="GluePoint2X" fmla="*/ 123762 w 3723451"/>
                    <a:gd name="GluePoint2Y" fmla="*/ 317 h 932950"/>
                    <a:gd name="GluePoint3X" fmla="*/ 350560 w 3723451"/>
                    <a:gd name="GluePoint3Y" fmla="*/ 61264 h 932950"/>
                    <a:gd name="GluePoint4X" fmla="*/ 566927 w 3723451"/>
                    <a:gd name="GluePoint4Y" fmla="*/ 0 h 932950"/>
                    <a:gd name="GluePoint5X" fmla="*/ 703366 w 3723451"/>
                    <a:gd name="GluePoint5Y" fmla="*/ 24379 h 932950"/>
                    <a:gd name="GluePoint6X" fmla="*/ 601856 w 3723451"/>
                    <a:gd name="GluePoint6Y" fmla="*/ 54357 h 932950"/>
                    <a:gd name="GluePoint7X" fmla="*/ 569173 w 3723451"/>
                    <a:gd name="GluePoint7Y" fmla="*/ 46275 h 932950"/>
                    <a:gd name="GluePoint8X" fmla="*/ 354544 w 3723451"/>
                    <a:gd name="GluePoint8Y" fmla="*/ 109797 h 932950"/>
                    <a:gd name="GluePoint9X" fmla="*/ 134425 w 3723451"/>
                    <a:gd name="GluePoint9Y" fmla="*/ 48612 h 932950"/>
                    <a:gd name="GluePoint10X" fmla="*/ 98836 w 3723451"/>
                    <a:gd name="GluePoint10Y" fmla="*/ 55215 h 932950"/>
                    <a:gd name="GluePoint11X" fmla="*/ 0 w 3723451"/>
                    <a:gd name="GluePoint11Y" fmla="*/ 26862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5" name="Freeform 1007"/>
                <p:cNvSpPr/>
                <p:nvPr/>
              </p:nvSpPr>
              <p:spPr>
                <a:xfrm>
                  <a:off x="5614920" y="389844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925 w 1366596"/>
                    <a:gd name="GluePoint2Y" fmla="*/ 73965 h 809868"/>
                    <a:gd name="GluePoint3X" fmla="*/ 165165 w 1366596"/>
                    <a:gd name="GluePoint3Y" fmla="*/ 95720 h 809868"/>
                    <a:gd name="GluePoint4X" fmla="*/ 878 w 1366596"/>
                    <a:gd name="GluePoint4Y" fmla="*/ 50579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6" name="Freeform 1008"/>
                <p:cNvSpPr/>
                <p:nvPr/>
              </p:nvSpPr>
              <p:spPr>
                <a:xfrm>
                  <a:off x="5416560" y="3899880"/>
                  <a:ext cx="105840" cy="5364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3640"/>
                    <a:gd name="textAreaBottom" fmla="*/ 54000 h 53640"/>
                    <a:gd name="GluePoint1X" fmla="*/ 249905 w 1348191"/>
                    <a:gd name="GluePoint1Y" fmla="*/ 0 h 791462"/>
                    <a:gd name="GluePoint2X" fmla="*/ 253364 w 1348191"/>
                    <a:gd name="GluePoint2Y" fmla="*/ 46190 h 791462"/>
                    <a:gd name="GluePoint3X" fmla="*/ 91661 w 1348191"/>
                    <a:gd name="GluePoint3Y" fmla="*/ 95720 h 791462"/>
                    <a:gd name="GluePoint4X" fmla="*/ 0 w 1348191"/>
                    <a:gd name="GluePoint4Y" fmla="*/ 74016 h 791462"/>
                    <a:gd name="GluePoint5X" fmla="*/ 249905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47" name="Straight Connector 1009"/>
                <p:cNvCxnSpPr/>
                <p:nvPr/>
              </p:nvCxnSpPr>
              <p:spPr>
                <a:xfrm flipH="1" flipV="1">
                  <a:off x="5317920" y="389808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448" name="Straight Connector 1010"/>
                <p:cNvCxnSpPr/>
                <p:nvPr/>
              </p:nvCxnSpPr>
              <p:spPr>
                <a:xfrm flipH="1" flipV="1">
                  <a:off x="5819400" y="390132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449" name="Group 30"/>
            <p:cNvGrpSpPr/>
            <p:nvPr/>
          </p:nvGrpSpPr>
          <p:grpSpPr>
            <a:xfrm>
              <a:off x="6097320" y="3814200"/>
              <a:ext cx="514440" cy="1669680"/>
              <a:chOff x="6097320" y="3814200"/>
              <a:chExt cx="514440" cy="1669680"/>
            </a:xfrm>
          </p:grpSpPr>
          <p:sp>
            <p:nvSpPr>
              <p:cNvPr id="450" name="Rectangle 976"/>
              <p:cNvSpPr/>
              <p:nvPr/>
            </p:nvSpPr>
            <p:spPr>
              <a:xfrm rot="10800000">
                <a:off x="6100560" y="3898080"/>
                <a:ext cx="497880" cy="6285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451" name="Straight Connector 977"/>
              <p:cNvCxnSpPr/>
              <p:nvPr/>
            </p:nvCxnSpPr>
            <p:spPr>
              <a:xfrm flipH="1">
                <a:off x="6609960" y="3971160"/>
                <a:ext cx="2160" cy="13654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452" name="Group 580"/>
              <p:cNvGrpSpPr/>
              <p:nvPr/>
            </p:nvGrpSpPr>
            <p:grpSpPr>
              <a:xfrm>
                <a:off x="6102000" y="5258880"/>
                <a:ext cx="507960" cy="225000"/>
                <a:chOff x="6102000" y="5258880"/>
                <a:chExt cx="507960" cy="225000"/>
              </a:xfrm>
            </p:grpSpPr>
            <p:sp>
              <p:nvSpPr>
                <p:cNvPr id="453" name="Oval 991"/>
                <p:cNvSpPr/>
                <p:nvPr/>
              </p:nvSpPr>
              <p:spPr>
                <a:xfrm>
                  <a:off x="6102360" y="533664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54" name="Rectangle 992"/>
                <p:cNvSpPr/>
                <p:nvPr/>
              </p:nvSpPr>
              <p:spPr>
                <a:xfrm>
                  <a:off x="6102360" y="533664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55" name="Oval 993"/>
                <p:cNvSpPr/>
                <p:nvPr/>
              </p:nvSpPr>
              <p:spPr>
                <a:xfrm>
                  <a:off x="6102360" y="5258880"/>
                  <a:ext cx="507600" cy="15048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456" name="Straight Connector 994"/>
                <p:cNvCxnSpPr/>
                <p:nvPr/>
              </p:nvCxnSpPr>
              <p:spPr>
                <a:xfrm>
                  <a:off x="6609960" y="533628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457" name="Straight Connector 995"/>
                <p:cNvCxnSpPr/>
                <p:nvPr/>
              </p:nvCxnSpPr>
              <p:spPr>
                <a:xfrm>
                  <a:off x="6102000" y="533628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458" name="Rectangle 979"/>
              <p:cNvSpPr/>
              <p:nvPr/>
            </p:nvSpPr>
            <p:spPr>
              <a:xfrm>
                <a:off x="6103800" y="4527000"/>
                <a:ext cx="496440" cy="8125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459" name="Straight Connector 980"/>
              <p:cNvCxnSpPr/>
              <p:nvPr/>
            </p:nvCxnSpPr>
            <p:spPr>
              <a:xfrm flipH="1">
                <a:off x="6097320" y="3979080"/>
                <a:ext cx="3600" cy="14511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460" name="Group 568"/>
              <p:cNvGrpSpPr/>
              <p:nvPr/>
            </p:nvGrpSpPr>
            <p:grpSpPr>
              <a:xfrm>
                <a:off x="6100560" y="3814200"/>
                <a:ext cx="503280" cy="246960"/>
                <a:chOff x="6100560" y="3814200"/>
                <a:chExt cx="503280" cy="246960"/>
              </a:xfrm>
            </p:grpSpPr>
            <p:sp>
              <p:nvSpPr>
                <p:cNvPr id="461" name="Oval 982"/>
                <p:cNvSpPr/>
                <p:nvPr/>
              </p:nvSpPr>
              <p:spPr>
                <a:xfrm flipV="1">
                  <a:off x="6102360" y="3885480"/>
                  <a:ext cx="501120" cy="1756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62" name="Rectangle 983"/>
                <p:cNvSpPr/>
                <p:nvPr/>
              </p:nvSpPr>
              <p:spPr>
                <a:xfrm>
                  <a:off x="6100560" y="391104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63" name="Oval 984"/>
                <p:cNvSpPr/>
                <p:nvPr/>
              </p:nvSpPr>
              <p:spPr>
                <a:xfrm flipV="1">
                  <a:off x="6100560" y="3814200"/>
                  <a:ext cx="501120" cy="1756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64" name="Freeform 985"/>
                <p:cNvSpPr/>
                <p:nvPr/>
              </p:nvSpPr>
              <p:spPr>
                <a:xfrm>
                  <a:off x="6229080" y="3874320"/>
                  <a:ext cx="244080" cy="8712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7120"/>
                    <a:gd name="textAreaBottom" fmla="*/ 87480 h 8712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480" rIns="90000" bIns="424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65" name="Freeform 986"/>
                <p:cNvSpPr/>
                <p:nvPr/>
              </p:nvSpPr>
              <p:spPr>
                <a:xfrm>
                  <a:off x="6203880" y="3850560"/>
                  <a:ext cx="294840" cy="6156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1560"/>
                    <a:gd name="textAreaBottom" fmla="*/ 61920 h 61560"/>
                    <a:gd name="GluePoint1X" fmla="*/ 0 w 3723451"/>
                    <a:gd name="GluePoint1Y" fmla="*/ 26862 h 932950"/>
                    <a:gd name="GluePoint2X" fmla="*/ 123762 w 3723451"/>
                    <a:gd name="GluePoint2Y" fmla="*/ 317 h 932950"/>
                    <a:gd name="GluePoint3X" fmla="*/ 350560 w 3723451"/>
                    <a:gd name="GluePoint3Y" fmla="*/ 61263 h 932950"/>
                    <a:gd name="GluePoint4X" fmla="*/ 566927 w 3723451"/>
                    <a:gd name="GluePoint4Y" fmla="*/ 0 h 932950"/>
                    <a:gd name="GluePoint5X" fmla="*/ 703366 w 3723451"/>
                    <a:gd name="GluePoint5Y" fmla="*/ 24379 h 932950"/>
                    <a:gd name="GluePoint6X" fmla="*/ 601856 w 3723451"/>
                    <a:gd name="GluePoint6Y" fmla="*/ 54357 h 932950"/>
                    <a:gd name="GluePoint7X" fmla="*/ 569173 w 3723451"/>
                    <a:gd name="GluePoint7Y" fmla="*/ 46274 h 932950"/>
                    <a:gd name="GluePoint8X" fmla="*/ 354544 w 3723451"/>
                    <a:gd name="GluePoint8Y" fmla="*/ 109796 h 932950"/>
                    <a:gd name="GluePoint9X" fmla="*/ 134425 w 3723451"/>
                    <a:gd name="GluePoint9Y" fmla="*/ 48611 h 932950"/>
                    <a:gd name="GluePoint10X" fmla="*/ 98836 w 3723451"/>
                    <a:gd name="GluePoint10Y" fmla="*/ 55215 h 932950"/>
                    <a:gd name="GluePoint11X" fmla="*/ 0 w 3723451"/>
                    <a:gd name="GluePoint11Y" fmla="*/ 26862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6" name="Freeform 987"/>
                <p:cNvSpPr/>
                <p:nvPr/>
              </p:nvSpPr>
              <p:spPr>
                <a:xfrm>
                  <a:off x="6397560" y="390312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927 w 1366596"/>
                    <a:gd name="GluePoint2Y" fmla="*/ 73965 h 809868"/>
                    <a:gd name="GluePoint3X" fmla="*/ 165166 w 1366596"/>
                    <a:gd name="GluePoint3Y" fmla="*/ 95720 h 809868"/>
                    <a:gd name="GluePoint4X" fmla="*/ 878 w 1366596"/>
                    <a:gd name="GluePoint4Y" fmla="*/ 50579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7" name="Freeform 988"/>
                <p:cNvSpPr/>
                <p:nvPr/>
              </p:nvSpPr>
              <p:spPr>
                <a:xfrm>
                  <a:off x="6199200" y="3904560"/>
                  <a:ext cx="105840" cy="5364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3640"/>
                    <a:gd name="textAreaBottom" fmla="*/ 54000 h 53640"/>
                    <a:gd name="GluePoint1X" fmla="*/ 249903 w 1348191"/>
                    <a:gd name="GluePoint1Y" fmla="*/ 0 h 791462"/>
                    <a:gd name="GluePoint2X" fmla="*/ 253362 w 1348191"/>
                    <a:gd name="GluePoint2Y" fmla="*/ 46190 h 791462"/>
                    <a:gd name="GluePoint3X" fmla="*/ 91660 w 1348191"/>
                    <a:gd name="GluePoint3Y" fmla="*/ 95720 h 791462"/>
                    <a:gd name="GluePoint4X" fmla="*/ 0 w 1348191"/>
                    <a:gd name="GluePoint4Y" fmla="*/ 74016 h 791462"/>
                    <a:gd name="GluePoint5X" fmla="*/ 249903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68" name="Straight Connector 989"/>
                <p:cNvCxnSpPr/>
                <p:nvPr/>
              </p:nvCxnSpPr>
              <p:spPr>
                <a:xfrm flipH="1" flipV="1">
                  <a:off x="6100560" y="390276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469" name="Straight Connector 990"/>
                <p:cNvCxnSpPr/>
                <p:nvPr/>
              </p:nvCxnSpPr>
              <p:spPr>
                <a:xfrm flipH="1" flipV="1">
                  <a:off x="6602040" y="3906000"/>
                  <a:ext cx="216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470" name="Group 48257"/>
            <p:cNvGrpSpPr/>
            <p:nvPr/>
          </p:nvGrpSpPr>
          <p:grpSpPr>
            <a:xfrm>
              <a:off x="7300440" y="3796560"/>
              <a:ext cx="514440" cy="1669680"/>
              <a:chOff x="7300440" y="3796560"/>
              <a:chExt cx="514440" cy="1669680"/>
            </a:xfrm>
          </p:grpSpPr>
          <p:sp>
            <p:nvSpPr>
              <p:cNvPr id="471" name="Rectangle 956"/>
              <p:cNvSpPr/>
              <p:nvPr/>
            </p:nvSpPr>
            <p:spPr>
              <a:xfrm rot="10800000">
                <a:off x="7304040" y="3880800"/>
                <a:ext cx="497880" cy="6285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472" name="Straight Connector 957"/>
              <p:cNvCxnSpPr/>
              <p:nvPr/>
            </p:nvCxnSpPr>
            <p:spPr>
              <a:xfrm flipH="1">
                <a:off x="7813440" y="3953520"/>
                <a:ext cx="1800" cy="136584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473" name="Group 607"/>
              <p:cNvGrpSpPr/>
              <p:nvPr/>
            </p:nvGrpSpPr>
            <p:grpSpPr>
              <a:xfrm>
                <a:off x="7305480" y="5241240"/>
                <a:ext cx="507960" cy="225000"/>
                <a:chOff x="7305480" y="5241240"/>
                <a:chExt cx="507960" cy="225000"/>
              </a:xfrm>
            </p:grpSpPr>
            <p:sp>
              <p:nvSpPr>
                <p:cNvPr id="474" name="Oval 971"/>
                <p:cNvSpPr/>
                <p:nvPr/>
              </p:nvSpPr>
              <p:spPr>
                <a:xfrm>
                  <a:off x="7305480" y="531900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75" name="Rectangle 972"/>
                <p:cNvSpPr/>
                <p:nvPr/>
              </p:nvSpPr>
              <p:spPr>
                <a:xfrm>
                  <a:off x="7305480" y="531900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76" name="Oval 973"/>
                <p:cNvSpPr/>
                <p:nvPr/>
              </p:nvSpPr>
              <p:spPr>
                <a:xfrm>
                  <a:off x="7305480" y="5241240"/>
                  <a:ext cx="507600" cy="15048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477" name="Straight Connector 974"/>
                <p:cNvCxnSpPr/>
                <p:nvPr/>
              </p:nvCxnSpPr>
              <p:spPr>
                <a:xfrm>
                  <a:off x="7813440" y="531900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478" name="Straight Connector 975"/>
                <p:cNvCxnSpPr/>
                <p:nvPr/>
              </p:nvCxnSpPr>
              <p:spPr>
                <a:xfrm>
                  <a:off x="7305480" y="531900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479" name="Rectangle 959"/>
              <p:cNvSpPr/>
              <p:nvPr/>
            </p:nvSpPr>
            <p:spPr>
              <a:xfrm>
                <a:off x="7307280" y="4509360"/>
                <a:ext cx="496440" cy="8125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480" name="Straight Connector 960"/>
              <p:cNvCxnSpPr/>
              <p:nvPr/>
            </p:nvCxnSpPr>
            <p:spPr>
              <a:xfrm flipH="1">
                <a:off x="7300440" y="3961440"/>
                <a:ext cx="3600" cy="14515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481" name="Group 595"/>
              <p:cNvGrpSpPr/>
              <p:nvPr/>
            </p:nvGrpSpPr>
            <p:grpSpPr>
              <a:xfrm>
                <a:off x="7303680" y="3796560"/>
                <a:ext cx="503280" cy="247320"/>
                <a:chOff x="7303680" y="3796560"/>
                <a:chExt cx="503280" cy="247320"/>
              </a:xfrm>
            </p:grpSpPr>
            <p:sp>
              <p:nvSpPr>
                <p:cNvPr id="482" name="Oval 962"/>
                <p:cNvSpPr/>
                <p:nvPr/>
              </p:nvSpPr>
              <p:spPr>
                <a:xfrm flipV="1">
                  <a:off x="7305480" y="3868200"/>
                  <a:ext cx="501120" cy="1756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83" name="Rectangle 963"/>
                <p:cNvSpPr/>
                <p:nvPr/>
              </p:nvSpPr>
              <p:spPr>
                <a:xfrm>
                  <a:off x="7304040" y="389340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84" name="Oval 964"/>
                <p:cNvSpPr/>
                <p:nvPr/>
              </p:nvSpPr>
              <p:spPr>
                <a:xfrm flipV="1">
                  <a:off x="7304040" y="3796560"/>
                  <a:ext cx="501120" cy="1756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85" name="Freeform 965"/>
                <p:cNvSpPr/>
                <p:nvPr/>
              </p:nvSpPr>
              <p:spPr>
                <a:xfrm>
                  <a:off x="7432560" y="3857040"/>
                  <a:ext cx="244080" cy="8712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7120"/>
                    <a:gd name="textAreaBottom" fmla="*/ 87480 h 8712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480" rIns="90000" bIns="424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86" name="Freeform 966"/>
                <p:cNvSpPr/>
                <p:nvPr/>
              </p:nvSpPr>
              <p:spPr>
                <a:xfrm>
                  <a:off x="7407000" y="3833280"/>
                  <a:ext cx="294840" cy="6156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1560"/>
                    <a:gd name="textAreaBottom" fmla="*/ 61920 h 61560"/>
                    <a:gd name="GluePoint1X" fmla="*/ 0 w 3723451"/>
                    <a:gd name="GluePoint1Y" fmla="*/ 26862 h 932950"/>
                    <a:gd name="GluePoint2X" fmla="*/ 123762 w 3723451"/>
                    <a:gd name="GluePoint2Y" fmla="*/ 317 h 932950"/>
                    <a:gd name="GluePoint3X" fmla="*/ 350560 w 3723451"/>
                    <a:gd name="GluePoint3Y" fmla="*/ 61264 h 932950"/>
                    <a:gd name="GluePoint4X" fmla="*/ 566927 w 3723451"/>
                    <a:gd name="GluePoint4Y" fmla="*/ 0 h 932950"/>
                    <a:gd name="GluePoint5X" fmla="*/ 703366 w 3723451"/>
                    <a:gd name="GluePoint5Y" fmla="*/ 24379 h 932950"/>
                    <a:gd name="GluePoint6X" fmla="*/ 601856 w 3723451"/>
                    <a:gd name="GluePoint6Y" fmla="*/ 54357 h 932950"/>
                    <a:gd name="GluePoint7X" fmla="*/ 569173 w 3723451"/>
                    <a:gd name="GluePoint7Y" fmla="*/ 46275 h 932950"/>
                    <a:gd name="GluePoint8X" fmla="*/ 354544 w 3723451"/>
                    <a:gd name="GluePoint8Y" fmla="*/ 109797 h 932950"/>
                    <a:gd name="GluePoint9X" fmla="*/ 134425 w 3723451"/>
                    <a:gd name="GluePoint9Y" fmla="*/ 48612 h 932950"/>
                    <a:gd name="GluePoint10X" fmla="*/ 98836 w 3723451"/>
                    <a:gd name="GluePoint10Y" fmla="*/ 55215 h 932950"/>
                    <a:gd name="GluePoint11X" fmla="*/ 0 w 3723451"/>
                    <a:gd name="GluePoint11Y" fmla="*/ 26862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7" name="Freeform 967"/>
                <p:cNvSpPr/>
                <p:nvPr/>
              </p:nvSpPr>
              <p:spPr>
                <a:xfrm>
                  <a:off x="7600680" y="388548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927 w 1366596"/>
                    <a:gd name="GluePoint2Y" fmla="*/ 73965 h 809868"/>
                    <a:gd name="GluePoint3X" fmla="*/ 165166 w 1366596"/>
                    <a:gd name="GluePoint3Y" fmla="*/ 95720 h 809868"/>
                    <a:gd name="GluePoint4X" fmla="*/ 878 w 1366596"/>
                    <a:gd name="GluePoint4Y" fmla="*/ 50579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8" name="Freeform 968"/>
                <p:cNvSpPr/>
                <p:nvPr/>
              </p:nvSpPr>
              <p:spPr>
                <a:xfrm>
                  <a:off x="7402320" y="3887280"/>
                  <a:ext cx="105840" cy="5364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3640"/>
                    <a:gd name="textAreaBottom" fmla="*/ 54000 h 53640"/>
                    <a:gd name="GluePoint1X" fmla="*/ 249903 w 1348191"/>
                    <a:gd name="GluePoint1Y" fmla="*/ 0 h 791462"/>
                    <a:gd name="GluePoint2X" fmla="*/ 253362 w 1348191"/>
                    <a:gd name="GluePoint2Y" fmla="*/ 46190 h 791462"/>
                    <a:gd name="GluePoint3X" fmla="*/ 91660 w 1348191"/>
                    <a:gd name="GluePoint3Y" fmla="*/ 95720 h 791462"/>
                    <a:gd name="GluePoint4X" fmla="*/ 0 w 1348191"/>
                    <a:gd name="GluePoint4Y" fmla="*/ 74016 h 791462"/>
                    <a:gd name="GluePoint5X" fmla="*/ 249903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89" name="Straight Connector 969"/>
                <p:cNvCxnSpPr/>
                <p:nvPr/>
              </p:nvCxnSpPr>
              <p:spPr>
                <a:xfrm flipH="1" flipV="1">
                  <a:off x="7303680" y="388548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490" name="Straight Connector 970"/>
                <p:cNvCxnSpPr/>
                <p:nvPr/>
              </p:nvCxnSpPr>
              <p:spPr>
                <a:xfrm flipH="1" flipV="1">
                  <a:off x="7805520" y="3888720"/>
                  <a:ext cx="180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491" name="Group 48258"/>
            <p:cNvGrpSpPr/>
            <p:nvPr/>
          </p:nvGrpSpPr>
          <p:grpSpPr>
            <a:xfrm>
              <a:off x="8295840" y="3783600"/>
              <a:ext cx="514440" cy="1671480"/>
              <a:chOff x="8295840" y="3783600"/>
              <a:chExt cx="514440" cy="1671480"/>
            </a:xfrm>
          </p:grpSpPr>
          <p:sp>
            <p:nvSpPr>
              <p:cNvPr id="492" name="Rectangle 936"/>
              <p:cNvSpPr/>
              <p:nvPr/>
            </p:nvSpPr>
            <p:spPr>
              <a:xfrm rot="10800000">
                <a:off x="8299440" y="3868200"/>
                <a:ext cx="497880" cy="6289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493" name="Straight Connector 937"/>
              <p:cNvCxnSpPr/>
              <p:nvPr/>
            </p:nvCxnSpPr>
            <p:spPr>
              <a:xfrm flipH="1">
                <a:off x="8808840" y="3940920"/>
                <a:ext cx="1800" cy="13672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494" name="Group 634"/>
              <p:cNvGrpSpPr/>
              <p:nvPr/>
            </p:nvGrpSpPr>
            <p:grpSpPr>
              <a:xfrm>
                <a:off x="8300880" y="5233320"/>
                <a:ext cx="507960" cy="221760"/>
                <a:chOff x="8300880" y="5233320"/>
                <a:chExt cx="507960" cy="221760"/>
              </a:xfrm>
            </p:grpSpPr>
            <p:sp>
              <p:nvSpPr>
                <p:cNvPr id="495" name="Oval 951"/>
                <p:cNvSpPr/>
                <p:nvPr/>
              </p:nvSpPr>
              <p:spPr>
                <a:xfrm>
                  <a:off x="8300880" y="530784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96" name="Rectangle 952"/>
                <p:cNvSpPr/>
                <p:nvPr/>
              </p:nvSpPr>
              <p:spPr>
                <a:xfrm>
                  <a:off x="8300880" y="530784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497" name="Oval 953"/>
                <p:cNvSpPr/>
                <p:nvPr/>
              </p:nvSpPr>
              <p:spPr>
                <a:xfrm>
                  <a:off x="8300880" y="5233320"/>
                  <a:ext cx="507600" cy="14724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498" name="Straight Connector 954"/>
                <p:cNvCxnSpPr/>
                <p:nvPr/>
              </p:nvCxnSpPr>
              <p:spPr>
                <a:xfrm>
                  <a:off x="8808840" y="53078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499" name="Straight Connector 955"/>
                <p:cNvCxnSpPr/>
                <p:nvPr/>
              </p:nvCxnSpPr>
              <p:spPr>
                <a:xfrm>
                  <a:off x="8300880" y="53078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500" name="Rectangle 939"/>
              <p:cNvSpPr/>
              <p:nvPr/>
            </p:nvSpPr>
            <p:spPr>
              <a:xfrm>
                <a:off x="8302320" y="4498200"/>
                <a:ext cx="496440" cy="8125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501" name="Straight Connector 940"/>
              <p:cNvCxnSpPr/>
              <p:nvPr/>
            </p:nvCxnSpPr>
            <p:spPr>
              <a:xfrm flipH="1">
                <a:off x="8295840" y="3948840"/>
                <a:ext cx="3600" cy="14529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502" name="Group 622"/>
              <p:cNvGrpSpPr/>
              <p:nvPr/>
            </p:nvGrpSpPr>
            <p:grpSpPr>
              <a:xfrm>
                <a:off x="8299080" y="3783600"/>
                <a:ext cx="503280" cy="248760"/>
                <a:chOff x="8299080" y="3783600"/>
                <a:chExt cx="503280" cy="248760"/>
              </a:xfrm>
            </p:grpSpPr>
            <p:sp>
              <p:nvSpPr>
                <p:cNvPr id="503" name="Oval 942"/>
                <p:cNvSpPr/>
                <p:nvPr/>
              </p:nvSpPr>
              <p:spPr>
                <a:xfrm flipV="1">
                  <a:off x="8300880" y="3854520"/>
                  <a:ext cx="5011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504" name="Rectangle 943"/>
                <p:cNvSpPr/>
                <p:nvPr/>
              </p:nvSpPr>
              <p:spPr>
                <a:xfrm>
                  <a:off x="8299440" y="388080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505" name="Oval 944"/>
                <p:cNvSpPr/>
                <p:nvPr/>
              </p:nvSpPr>
              <p:spPr>
                <a:xfrm flipV="1">
                  <a:off x="8299440" y="3783240"/>
                  <a:ext cx="5011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506" name="Freeform 945"/>
                <p:cNvSpPr/>
                <p:nvPr/>
              </p:nvSpPr>
              <p:spPr>
                <a:xfrm>
                  <a:off x="8427960" y="3844440"/>
                  <a:ext cx="244080" cy="8856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507" name="Freeform 946"/>
                <p:cNvSpPr/>
                <p:nvPr/>
              </p:nvSpPr>
              <p:spPr>
                <a:xfrm>
                  <a:off x="8402400" y="3820320"/>
                  <a:ext cx="294840" cy="6300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3000"/>
                    <a:gd name="textAreaBottom" fmla="*/ 63360 h 63000"/>
                    <a:gd name="GluePoint1X" fmla="*/ 0 w 3723451"/>
                    <a:gd name="GluePoint1Y" fmla="*/ 27524 h 932950"/>
                    <a:gd name="GluePoint2X" fmla="*/ 123762 w 3723451"/>
                    <a:gd name="GluePoint2Y" fmla="*/ 324 h 932950"/>
                    <a:gd name="GluePoint3X" fmla="*/ 350560 w 3723451"/>
                    <a:gd name="GluePoint3Y" fmla="*/ 62775 h 932950"/>
                    <a:gd name="GluePoint4X" fmla="*/ 566927 w 3723451"/>
                    <a:gd name="GluePoint4Y" fmla="*/ 0 h 932950"/>
                    <a:gd name="GluePoint5X" fmla="*/ 703366 w 3723451"/>
                    <a:gd name="GluePoint5Y" fmla="*/ 24980 h 932950"/>
                    <a:gd name="GluePoint6X" fmla="*/ 601856 w 3723451"/>
                    <a:gd name="GluePoint6Y" fmla="*/ 55698 h 932950"/>
                    <a:gd name="GluePoint7X" fmla="*/ 569173 w 3723451"/>
                    <a:gd name="GluePoint7Y" fmla="*/ 47416 h 932950"/>
                    <a:gd name="GluePoint8X" fmla="*/ 354544 w 3723451"/>
                    <a:gd name="GluePoint8Y" fmla="*/ 112505 h 932950"/>
                    <a:gd name="GluePoint9X" fmla="*/ 134425 w 3723451"/>
                    <a:gd name="GluePoint9Y" fmla="*/ 49811 h 932950"/>
                    <a:gd name="GluePoint10X" fmla="*/ 98836 w 3723451"/>
                    <a:gd name="GluePoint10Y" fmla="*/ 56577 h 932950"/>
                    <a:gd name="GluePoint11X" fmla="*/ 0 w 3723451"/>
                    <a:gd name="GluePoint11Y" fmla="*/ 27524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8" name="Freeform 947"/>
                <p:cNvSpPr/>
                <p:nvPr/>
              </p:nvSpPr>
              <p:spPr>
                <a:xfrm>
                  <a:off x="8596080" y="387432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925 w 1366596"/>
                    <a:gd name="GluePoint2Y" fmla="*/ 73895 h 809868"/>
                    <a:gd name="GluePoint3X" fmla="*/ 165165 w 1366596"/>
                    <a:gd name="GluePoint3Y" fmla="*/ 95629 h 809868"/>
                    <a:gd name="GluePoint4X" fmla="*/ 878 w 1366596"/>
                    <a:gd name="GluePoint4Y" fmla="*/ 50531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9" name="Freeform 948"/>
                <p:cNvSpPr/>
                <p:nvPr/>
              </p:nvSpPr>
              <p:spPr>
                <a:xfrm>
                  <a:off x="8397720" y="387612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905 w 1348191"/>
                    <a:gd name="GluePoint1Y" fmla="*/ 0 h 791462"/>
                    <a:gd name="GluePoint2X" fmla="*/ 253364 w 1348191"/>
                    <a:gd name="GluePoint2Y" fmla="*/ 44789 h 791462"/>
                    <a:gd name="GluePoint3X" fmla="*/ 91661 w 1348191"/>
                    <a:gd name="GluePoint3Y" fmla="*/ 92816 h 791462"/>
                    <a:gd name="GluePoint4X" fmla="*/ 0 w 1348191"/>
                    <a:gd name="GluePoint4Y" fmla="*/ 71770 h 791462"/>
                    <a:gd name="GluePoint5X" fmla="*/ 249905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510" name="Straight Connector 949"/>
                <p:cNvCxnSpPr/>
                <p:nvPr/>
              </p:nvCxnSpPr>
              <p:spPr>
                <a:xfrm flipH="1" flipV="1">
                  <a:off x="8299080" y="387288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511" name="Straight Connector 950"/>
                <p:cNvCxnSpPr/>
                <p:nvPr/>
              </p:nvCxnSpPr>
              <p:spPr>
                <a:xfrm flipH="1" flipV="1">
                  <a:off x="8800920" y="3877560"/>
                  <a:ext cx="180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</p:grpSp>
      <p:grpSp>
        <p:nvGrpSpPr>
          <p:cNvPr id="512" name="Group 1036"/>
          <p:cNvGrpSpPr/>
          <p:nvPr/>
        </p:nvGrpSpPr>
        <p:grpSpPr>
          <a:xfrm>
            <a:off x="4130640" y="2423520"/>
            <a:ext cx="4415760" cy="2314440"/>
            <a:chOff x="4130640" y="2423520"/>
            <a:chExt cx="4415760" cy="2314440"/>
          </a:xfrm>
        </p:grpSpPr>
        <p:sp>
          <p:nvSpPr>
            <p:cNvPr id="513" name="Freeform 1037"/>
            <p:cNvSpPr/>
            <p:nvPr/>
          </p:nvSpPr>
          <p:spPr>
            <a:xfrm>
              <a:off x="4130640" y="2428200"/>
              <a:ext cx="296640" cy="174276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1742760"/>
                <a:gd name="textAreaBottom" fmla="*/ 1743120 h 1742760"/>
                <a:gd name="GluePoint1X" fmla="*/ 228538 w 228538"/>
                <a:gd name="GluePoint1Y" fmla="*/ 0 h 2022548"/>
                <a:gd name="GluePoint2X" fmla="*/ 0 w 228538"/>
                <a:gd name="GluePoint2Y" fmla="*/ 6607 h 2022548"/>
                <a:gd name="GluePoint3X" fmla="*/ 0 w 228538"/>
                <a:gd name="GluePoint3Y" fmla="*/ 2022548 h 20225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CC0000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14" name="Freeform 1038"/>
            <p:cNvSpPr/>
            <p:nvPr/>
          </p:nvSpPr>
          <p:spPr>
            <a:xfrm flipH="1">
              <a:off x="8160480" y="2423520"/>
              <a:ext cx="385560" cy="2300040"/>
            </a:xfrm>
            <a:custGeom>
              <a:avLst/>
              <a:gdLst>
                <a:gd name="textAreaLeft" fmla="*/ -360 w 385560"/>
                <a:gd name="textAreaRight" fmla="*/ 385560 w 385560"/>
                <a:gd name="textAreaTop" fmla="*/ 0 h 2300040"/>
                <a:gd name="textAreaBottom" fmla="*/ 2300400 h 2300040"/>
                <a:gd name="GluePoint1X" fmla="*/ 307275 w 307275"/>
                <a:gd name="GluePoint1Y" fmla="*/ 0 h 2117725"/>
                <a:gd name="GluePoint2X" fmla="*/ 0 w 307275"/>
                <a:gd name="GluePoint2Y" fmla="*/ 0 h 2117725"/>
                <a:gd name="GluePoint3X" fmla="*/ 0 w 307275"/>
                <a:gd name="GluePoint3Y" fmla="*/ 2117725 h 21177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Gill Sans MT"/>
              </a:endParaRPr>
            </a:p>
          </p:txBody>
        </p:sp>
        <p:cxnSp>
          <p:nvCxnSpPr>
            <p:cNvPr id="515" name="Straight Arrow Connector 1039"/>
            <p:cNvCxnSpPr/>
            <p:nvPr/>
          </p:nvCxnSpPr>
          <p:spPr>
            <a:xfrm flipV="1">
              <a:off x="7540200" y="2675880"/>
              <a:ext cx="8280" cy="2062440"/>
            </a:xfrm>
            <a:prstGeom prst="straightConnector1">
              <a:avLst/>
            </a:prstGeom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516" name="Straight Arrow Connector 1040"/>
            <p:cNvCxnSpPr/>
            <p:nvPr/>
          </p:nvCxnSpPr>
          <p:spPr>
            <a:xfrm flipV="1">
              <a:off x="6348240" y="2696400"/>
              <a:ext cx="17640" cy="2037240"/>
            </a:xfrm>
            <a:prstGeom prst="straightConnector1">
              <a:avLst/>
            </a:prstGeom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517" name="Straight Arrow Connector 1041"/>
            <p:cNvCxnSpPr/>
            <p:nvPr/>
          </p:nvCxnSpPr>
          <p:spPr>
            <a:xfrm flipH="1" flipV="1">
              <a:off x="5555880" y="2750400"/>
              <a:ext cx="10080" cy="1983240"/>
            </a:xfrm>
            <a:prstGeom prst="straightConnector1">
              <a:avLst/>
            </a:prstGeom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</p:grpSp>
      <p:grpSp>
        <p:nvGrpSpPr>
          <p:cNvPr id="518" name="Group 1042"/>
          <p:cNvGrpSpPr/>
          <p:nvPr/>
        </p:nvGrpSpPr>
        <p:grpSpPr>
          <a:xfrm>
            <a:off x="3806640" y="4636440"/>
            <a:ext cx="4955760" cy="691920"/>
            <a:chOff x="3806640" y="4636440"/>
            <a:chExt cx="4955760" cy="691920"/>
          </a:xfrm>
        </p:grpSpPr>
        <p:grpSp>
          <p:nvGrpSpPr>
            <p:cNvPr id="519" name="Group 554"/>
            <p:cNvGrpSpPr/>
            <p:nvPr/>
          </p:nvGrpSpPr>
          <p:grpSpPr>
            <a:xfrm>
              <a:off x="5355720" y="5000040"/>
              <a:ext cx="430200" cy="328320"/>
              <a:chOff x="5355720" y="5000040"/>
              <a:chExt cx="430200" cy="328320"/>
            </a:xfrm>
          </p:grpSpPr>
          <p:sp>
            <p:nvSpPr>
              <p:cNvPr id="520" name="Rectangle 1064"/>
              <p:cNvSpPr/>
              <p:nvPr/>
            </p:nvSpPr>
            <p:spPr>
              <a:xfrm>
                <a:off x="5360760" y="5000040"/>
                <a:ext cx="425160" cy="32832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521" name="Straight Connector 1065"/>
              <p:cNvCxnSpPr/>
              <p:nvPr/>
            </p:nvCxnSpPr>
            <p:spPr>
              <a:xfrm>
                <a:off x="5355720" y="5091840"/>
                <a:ext cx="425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2" name="Straight Connector 1066"/>
              <p:cNvCxnSpPr/>
              <p:nvPr/>
            </p:nvCxnSpPr>
            <p:spPr>
              <a:xfrm>
                <a:off x="5355720" y="5155560"/>
                <a:ext cx="425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3" name="Straight Connector 1067"/>
              <p:cNvCxnSpPr/>
              <p:nvPr/>
            </p:nvCxnSpPr>
            <p:spPr>
              <a:xfrm flipH="1" flipV="1">
                <a:off x="5571720" y="5091840"/>
                <a:ext cx="2160" cy="2368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524" name="Group 582"/>
            <p:cNvGrpSpPr/>
            <p:nvPr/>
          </p:nvGrpSpPr>
          <p:grpSpPr>
            <a:xfrm>
              <a:off x="6138360" y="5000040"/>
              <a:ext cx="430200" cy="328320"/>
              <a:chOff x="6138360" y="5000040"/>
              <a:chExt cx="430200" cy="328320"/>
            </a:xfrm>
          </p:grpSpPr>
          <p:sp>
            <p:nvSpPr>
              <p:cNvPr id="525" name="Rectangle 1060"/>
              <p:cNvSpPr/>
              <p:nvPr/>
            </p:nvSpPr>
            <p:spPr>
              <a:xfrm>
                <a:off x="6143400" y="5000040"/>
                <a:ext cx="425160" cy="32832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526" name="Straight Connector 1061"/>
              <p:cNvCxnSpPr/>
              <p:nvPr/>
            </p:nvCxnSpPr>
            <p:spPr>
              <a:xfrm>
                <a:off x="6138360" y="5091840"/>
                <a:ext cx="425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7" name="Straight Connector 1062"/>
              <p:cNvCxnSpPr/>
              <p:nvPr/>
            </p:nvCxnSpPr>
            <p:spPr>
              <a:xfrm>
                <a:off x="6138360" y="5155560"/>
                <a:ext cx="425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8" name="Straight Connector 1063"/>
              <p:cNvCxnSpPr/>
              <p:nvPr/>
            </p:nvCxnSpPr>
            <p:spPr>
              <a:xfrm flipH="1" flipV="1">
                <a:off x="6354360" y="5091840"/>
                <a:ext cx="2160" cy="2368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529" name="Group 609"/>
            <p:cNvGrpSpPr/>
            <p:nvPr/>
          </p:nvGrpSpPr>
          <p:grpSpPr>
            <a:xfrm>
              <a:off x="7341840" y="4996800"/>
              <a:ext cx="430200" cy="328320"/>
              <a:chOff x="7341840" y="4996800"/>
              <a:chExt cx="430200" cy="328320"/>
            </a:xfrm>
          </p:grpSpPr>
          <p:sp>
            <p:nvSpPr>
              <p:cNvPr id="530" name="Rectangle 1056"/>
              <p:cNvSpPr/>
              <p:nvPr/>
            </p:nvSpPr>
            <p:spPr>
              <a:xfrm>
                <a:off x="7346880" y="4996800"/>
                <a:ext cx="425160" cy="32832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531" name="Straight Connector 1057"/>
              <p:cNvCxnSpPr/>
              <p:nvPr/>
            </p:nvCxnSpPr>
            <p:spPr>
              <a:xfrm>
                <a:off x="7341840" y="5088600"/>
                <a:ext cx="425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2" name="Straight Connector 1058"/>
              <p:cNvCxnSpPr/>
              <p:nvPr/>
            </p:nvCxnSpPr>
            <p:spPr>
              <a:xfrm>
                <a:off x="7341840" y="5152320"/>
                <a:ext cx="425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3" name="Straight Connector 1059"/>
              <p:cNvCxnSpPr/>
              <p:nvPr/>
            </p:nvCxnSpPr>
            <p:spPr>
              <a:xfrm flipH="1" flipV="1">
                <a:off x="7557840" y="5088600"/>
                <a:ext cx="1800" cy="2368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534" name="Group 636"/>
            <p:cNvGrpSpPr/>
            <p:nvPr/>
          </p:nvGrpSpPr>
          <p:grpSpPr>
            <a:xfrm>
              <a:off x="8332560" y="4990320"/>
              <a:ext cx="429840" cy="328680"/>
              <a:chOff x="8332560" y="4990320"/>
              <a:chExt cx="429840" cy="328680"/>
            </a:xfrm>
          </p:grpSpPr>
          <p:sp>
            <p:nvSpPr>
              <p:cNvPr id="535" name="Rectangle 1052"/>
              <p:cNvSpPr/>
              <p:nvPr/>
            </p:nvSpPr>
            <p:spPr>
              <a:xfrm>
                <a:off x="8337240" y="4990320"/>
                <a:ext cx="425160" cy="32832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536" name="Straight Connector 1053"/>
              <p:cNvCxnSpPr/>
              <p:nvPr/>
            </p:nvCxnSpPr>
            <p:spPr>
              <a:xfrm>
                <a:off x="8332560" y="5082480"/>
                <a:ext cx="425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7" name="Straight Connector 1054"/>
              <p:cNvCxnSpPr/>
              <p:nvPr/>
            </p:nvCxnSpPr>
            <p:spPr>
              <a:xfrm>
                <a:off x="8332560" y="5144400"/>
                <a:ext cx="4258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8" name="Straight Connector 1055"/>
              <p:cNvCxnSpPr/>
              <p:nvPr/>
            </p:nvCxnSpPr>
            <p:spPr>
              <a:xfrm flipH="1" flipV="1">
                <a:off x="8548200" y="5082480"/>
                <a:ext cx="2160" cy="2368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539" name="Group 554"/>
            <p:cNvGrpSpPr/>
            <p:nvPr/>
          </p:nvGrpSpPr>
          <p:grpSpPr>
            <a:xfrm>
              <a:off x="3806640" y="4636440"/>
              <a:ext cx="674280" cy="519120"/>
              <a:chOff x="3806640" y="4636440"/>
              <a:chExt cx="674280" cy="519120"/>
            </a:xfrm>
          </p:grpSpPr>
          <p:sp>
            <p:nvSpPr>
              <p:cNvPr id="540" name="Rectangle 1048"/>
              <p:cNvSpPr/>
              <p:nvPr/>
            </p:nvSpPr>
            <p:spPr>
              <a:xfrm>
                <a:off x="3813120" y="4636440"/>
                <a:ext cx="667800" cy="51876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541" name="Straight Connector 1049"/>
              <p:cNvCxnSpPr/>
              <p:nvPr/>
            </p:nvCxnSpPr>
            <p:spPr>
              <a:xfrm>
                <a:off x="3806640" y="4780800"/>
                <a:ext cx="6670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2" name="Straight Connector 1050"/>
              <p:cNvCxnSpPr/>
              <p:nvPr/>
            </p:nvCxnSpPr>
            <p:spPr>
              <a:xfrm>
                <a:off x="3806640" y="4882320"/>
                <a:ext cx="667080" cy="3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3" name="Straight Connector 1051"/>
              <p:cNvCxnSpPr/>
              <p:nvPr/>
            </p:nvCxnSpPr>
            <p:spPr>
              <a:xfrm flipH="1" flipV="1">
                <a:off x="4144680" y="4780800"/>
                <a:ext cx="1800" cy="3751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round/>
              </a:ln>
            </p:spPr>
          </p:cxnSp>
        </p:grpSp>
      </p:grpSp>
      <p:grpSp>
        <p:nvGrpSpPr>
          <p:cNvPr id="544" name="Group 347"/>
          <p:cNvGrpSpPr/>
          <p:nvPr/>
        </p:nvGrpSpPr>
        <p:grpSpPr>
          <a:xfrm>
            <a:off x="7605720" y="5890320"/>
            <a:ext cx="588600" cy="242640"/>
            <a:chOff x="7605720" y="5890320"/>
            <a:chExt cx="588600" cy="242640"/>
          </a:xfrm>
        </p:grpSpPr>
        <p:sp>
          <p:nvSpPr>
            <p:cNvPr id="545" name="Oval 1069"/>
            <p:cNvSpPr/>
            <p:nvPr/>
          </p:nvSpPr>
          <p:spPr>
            <a:xfrm flipV="1">
              <a:off x="7607160" y="5955120"/>
              <a:ext cx="587160" cy="17748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46" name="Rectangle 1070"/>
            <p:cNvSpPr/>
            <p:nvPr/>
          </p:nvSpPr>
          <p:spPr>
            <a:xfrm>
              <a:off x="7605720" y="5981040"/>
              <a:ext cx="588600" cy="648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47" name="Oval 1071"/>
            <p:cNvSpPr/>
            <p:nvPr/>
          </p:nvSpPr>
          <p:spPr>
            <a:xfrm flipV="1">
              <a:off x="7605720" y="5889960"/>
              <a:ext cx="587160" cy="17748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48" name="Freeform 1072"/>
            <p:cNvSpPr/>
            <p:nvPr/>
          </p:nvSpPr>
          <p:spPr>
            <a:xfrm>
              <a:off x="7756200" y="5944680"/>
              <a:ext cx="285480" cy="885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88560"/>
                <a:gd name="textAreaBottom" fmla="*/ 88920 h 8856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3920" rIns="90000" bIns="439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49" name="Freeform 1073"/>
            <p:cNvSpPr/>
            <p:nvPr/>
          </p:nvSpPr>
          <p:spPr>
            <a:xfrm>
              <a:off x="7726320" y="5922360"/>
              <a:ext cx="345600" cy="6156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61560"/>
                <a:gd name="textAreaBottom" fmla="*/ 61920 h 61560"/>
                <a:gd name="GluePoint1X" fmla="*/ 0 w 3723451"/>
                <a:gd name="GluePoint1Y" fmla="*/ 27306 h 932950"/>
                <a:gd name="GluePoint2X" fmla="*/ 116665 w 3723451"/>
                <a:gd name="GluePoint2Y" fmla="*/ 322 h 932950"/>
                <a:gd name="GluePoint3X" fmla="*/ 330457 w 3723451"/>
                <a:gd name="GluePoint3Y" fmla="*/ 62277 h 932950"/>
                <a:gd name="GluePoint4X" fmla="*/ 534418 w 3723451"/>
                <a:gd name="GluePoint4Y" fmla="*/ 0 h 932950"/>
                <a:gd name="GluePoint5X" fmla="*/ 663033 w 3723451"/>
                <a:gd name="GluePoint5Y" fmla="*/ 24782 h 932950"/>
                <a:gd name="GluePoint6X" fmla="*/ 567343 w 3723451"/>
                <a:gd name="GluePoint6Y" fmla="*/ 55256 h 932950"/>
                <a:gd name="GluePoint7X" fmla="*/ 536535 w 3723451"/>
                <a:gd name="GluePoint7Y" fmla="*/ 47040 h 932950"/>
                <a:gd name="GluePoint8X" fmla="*/ 334214 w 3723451"/>
                <a:gd name="GluePoint8Y" fmla="*/ 111612 h 932950"/>
                <a:gd name="GluePoint9X" fmla="*/ 126717 w 3723451"/>
                <a:gd name="GluePoint9Y" fmla="*/ 49415 h 932950"/>
                <a:gd name="GluePoint10X" fmla="*/ 93168 w 3723451"/>
                <a:gd name="GluePoint10Y" fmla="*/ 56128 h 932950"/>
                <a:gd name="GluePoint11X" fmla="*/ 0 w 3723451"/>
                <a:gd name="GluePoint11Y" fmla="*/ 27306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0" name="Freeform 1074"/>
            <p:cNvSpPr/>
            <p:nvPr/>
          </p:nvSpPr>
          <p:spPr>
            <a:xfrm>
              <a:off x="7953120" y="5974560"/>
              <a:ext cx="126720" cy="5364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53640"/>
                <a:gd name="textAreaBottom" fmla="*/ 54000 h 53640"/>
                <a:gd name="GluePoint1X" fmla="*/ 0 w 1366596"/>
                <a:gd name="GluePoint1Y" fmla="*/ 0 h 809868"/>
                <a:gd name="GluePoint2X" fmla="*/ 243315 w 1366596"/>
                <a:gd name="GluePoint2Y" fmla="*/ 75188 h 809868"/>
                <a:gd name="GluePoint3X" fmla="*/ 154017 w 1366596"/>
                <a:gd name="GluePoint3Y" fmla="*/ 97302 h 809868"/>
                <a:gd name="GluePoint4X" fmla="*/ 819 w 1366596"/>
                <a:gd name="GluePoint4Y" fmla="*/ 51415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Freeform 1075"/>
            <p:cNvSpPr/>
            <p:nvPr/>
          </p:nvSpPr>
          <p:spPr>
            <a:xfrm>
              <a:off x="7719840" y="5976360"/>
              <a:ext cx="124920" cy="536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53640"/>
                <a:gd name="textAreaBottom" fmla="*/ 54000 h 53640"/>
                <a:gd name="GluePoint1X" fmla="*/ 236992 w 1348191"/>
                <a:gd name="GluePoint1Y" fmla="*/ 0 h 791462"/>
                <a:gd name="GluePoint2X" fmla="*/ 240272 w 1348191"/>
                <a:gd name="GluePoint2Y" fmla="*/ 46954 h 791462"/>
                <a:gd name="GluePoint3X" fmla="*/ 86924 w 1348191"/>
                <a:gd name="GluePoint3Y" fmla="*/ 97302 h 791462"/>
                <a:gd name="GluePoint4X" fmla="*/ 0 w 1348191"/>
                <a:gd name="GluePoint4Y" fmla="*/ 75239 h 791462"/>
                <a:gd name="GluePoint5X" fmla="*/ 236992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52" name="Straight Connector 1076"/>
            <p:cNvCxnSpPr>
              <a:endCxn id="547" idx="2"/>
            </p:cNvCxnSpPr>
            <p:nvPr/>
          </p:nvCxnSpPr>
          <p:spPr>
            <a:xfrm flipH="1" flipV="1">
              <a:off x="7606080" y="5979600"/>
              <a:ext cx="108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553" name="Straight Connector 1077"/>
            <p:cNvCxnSpPr/>
            <p:nvPr/>
          </p:nvCxnSpPr>
          <p:spPr>
            <a:xfrm flipH="1" flipV="1">
              <a:off x="8192880" y="5977800"/>
              <a:ext cx="180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554" name="Group 347"/>
          <p:cNvGrpSpPr/>
          <p:nvPr/>
        </p:nvGrpSpPr>
        <p:grpSpPr>
          <a:xfrm>
            <a:off x="6124320" y="5748840"/>
            <a:ext cx="588960" cy="242640"/>
            <a:chOff x="6124320" y="5748840"/>
            <a:chExt cx="588960" cy="242640"/>
          </a:xfrm>
        </p:grpSpPr>
        <p:sp>
          <p:nvSpPr>
            <p:cNvPr id="555" name="Oval 1079"/>
            <p:cNvSpPr/>
            <p:nvPr/>
          </p:nvSpPr>
          <p:spPr>
            <a:xfrm flipV="1">
              <a:off x="6126120" y="5813640"/>
              <a:ext cx="587160" cy="17748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56" name="Rectangle 1080"/>
            <p:cNvSpPr/>
            <p:nvPr/>
          </p:nvSpPr>
          <p:spPr>
            <a:xfrm>
              <a:off x="6124320" y="5839920"/>
              <a:ext cx="588600" cy="648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57" name="Oval 1081"/>
            <p:cNvSpPr/>
            <p:nvPr/>
          </p:nvSpPr>
          <p:spPr>
            <a:xfrm flipV="1">
              <a:off x="6124320" y="5748480"/>
              <a:ext cx="587160" cy="17748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58" name="Freeform 1082"/>
            <p:cNvSpPr/>
            <p:nvPr/>
          </p:nvSpPr>
          <p:spPr>
            <a:xfrm>
              <a:off x="6275160" y="5803200"/>
              <a:ext cx="285480" cy="885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88560"/>
                <a:gd name="textAreaBottom" fmla="*/ 88920 h 8856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3920" rIns="90000" bIns="439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59" name="Freeform 1083"/>
            <p:cNvSpPr/>
            <p:nvPr/>
          </p:nvSpPr>
          <p:spPr>
            <a:xfrm>
              <a:off x="6244920" y="5780880"/>
              <a:ext cx="345600" cy="6156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61560"/>
                <a:gd name="textAreaBottom" fmla="*/ 61920 h 61560"/>
                <a:gd name="GluePoint1X" fmla="*/ 0 w 3723451"/>
                <a:gd name="GluePoint1Y" fmla="*/ 27306 h 932950"/>
                <a:gd name="GluePoint2X" fmla="*/ 116665 w 3723451"/>
                <a:gd name="GluePoint2Y" fmla="*/ 322 h 932950"/>
                <a:gd name="GluePoint3X" fmla="*/ 330456 w 3723451"/>
                <a:gd name="GluePoint3Y" fmla="*/ 62276 h 932950"/>
                <a:gd name="GluePoint4X" fmla="*/ 534416 w 3723451"/>
                <a:gd name="GluePoint4Y" fmla="*/ 0 h 932950"/>
                <a:gd name="GluePoint5X" fmla="*/ 663031 w 3723451"/>
                <a:gd name="GluePoint5Y" fmla="*/ 24782 h 932950"/>
                <a:gd name="GluePoint6X" fmla="*/ 567342 w 3723451"/>
                <a:gd name="GluePoint6Y" fmla="*/ 55255 h 932950"/>
                <a:gd name="GluePoint7X" fmla="*/ 536534 w 3723451"/>
                <a:gd name="GluePoint7Y" fmla="*/ 47039 h 932950"/>
                <a:gd name="GluePoint8X" fmla="*/ 334213 w 3723451"/>
                <a:gd name="GluePoint8Y" fmla="*/ 111611 h 932950"/>
                <a:gd name="GluePoint9X" fmla="*/ 126716 w 3723451"/>
                <a:gd name="GluePoint9Y" fmla="*/ 49415 h 932950"/>
                <a:gd name="GluePoint10X" fmla="*/ 93168 w 3723451"/>
                <a:gd name="GluePoint10Y" fmla="*/ 56127 h 932950"/>
                <a:gd name="GluePoint11X" fmla="*/ 0 w 3723451"/>
                <a:gd name="GluePoint11Y" fmla="*/ 27306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Freeform 1084"/>
            <p:cNvSpPr/>
            <p:nvPr/>
          </p:nvSpPr>
          <p:spPr>
            <a:xfrm>
              <a:off x="6472080" y="5833440"/>
              <a:ext cx="126720" cy="5364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53640"/>
                <a:gd name="textAreaBottom" fmla="*/ 54000 h 53640"/>
                <a:gd name="GluePoint1X" fmla="*/ 0 w 1366596"/>
                <a:gd name="GluePoint1Y" fmla="*/ 0 h 809868"/>
                <a:gd name="GluePoint2X" fmla="*/ 243314 w 1366596"/>
                <a:gd name="GluePoint2Y" fmla="*/ 75189 h 809868"/>
                <a:gd name="GluePoint3X" fmla="*/ 154017 w 1366596"/>
                <a:gd name="GluePoint3Y" fmla="*/ 97303 h 809868"/>
                <a:gd name="GluePoint4X" fmla="*/ 819 w 1366596"/>
                <a:gd name="GluePoint4Y" fmla="*/ 5141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Freeform 1085"/>
            <p:cNvSpPr/>
            <p:nvPr/>
          </p:nvSpPr>
          <p:spPr>
            <a:xfrm>
              <a:off x="6238800" y="5834880"/>
              <a:ext cx="124920" cy="536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53640"/>
                <a:gd name="textAreaBottom" fmla="*/ 54000 h 53640"/>
                <a:gd name="GluePoint1X" fmla="*/ 236994 w 1348191"/>
                <a:gd name="GluePoint1Y" fmla="*/ 0 h 791462"/>
                <a:gd name="GluePoint2X" fmla="*/ 240274 w 1348191"/>
                <a:gd name="GluePoint2Y" fmla="*/ 46954 h 791462"/>
                <a:gd name="GluePoint3X" fmla="*/ 86925 w 1348191"/>
                <a:gd name="GluePoint3Y" fmla="*/ 97303 h 791462"/>
                <a:gd name="GluePoint4X" fmla="*/ 0 w 1348191"/>
                <a:gd name="GluePoint4Y" fmla="*/ 75240 h 791462"/>
                <a:gd name="GluePoint5X" fmla="*/ 236994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62" name="Straight Connector 1086"/>
            <p:cNvCxnSpPr>
              <a:endCxn id="557" idx="2"/>
            </p:cNvCxnSpPr>
            <p:nvPr/>
          </p:nvCxnSpPr>
          <p:spPr>
            <a:xfrm flipH="1" flipV="1">
              <a:off x="6124680" y="5838120"/>
              <a:ext cx="144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563" name="Straight Connector 1087"/>
            <p:cNvCxnSpPr/>
            <p:nvPr/>
          </p:nvCxnSpPr>
          <p:spPr>
            <a:xfrm flipH="1" flipV="1">
              <a:off x="6711480" y="5836320"/>
              <a:ext cx="2160" cy="6876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564" name="Group 347"/>
          <p:cNvGrpSpPr/>
          <p:nvPr/>
        </p:nvGrpSpPr>
        <p:grpSpPr>
          <a:xfrm>
            <a:off x="6916680" y="6209280"/>
            <a:ext cx="588600" cy="242640"/>
            <a:chOff x="6916680" y="6209280"/>
            <a:chExt cx="588600" cy="242640"/>
          </a:xfrm>
        </p:grpSpPr>
        <p:sp>
          <p:nvSpPr>
            <p:cNvPr id="565" name="Oval 1089"/>
            <p:cNvSpPr/>
            <p:nvPr/>
          </p:nvSpPr>
          <p:spPr>
            <a:xfrm flipV="1">
              <a:off x="6918120" y="6274080"/>
              <a:ext cx="587160" cy="17748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66" name="Rectangle 1090"/>
            <p:cNvSpPr/>
            <p:nvPr/>
          </p:nvSpPr>
          <p:spPr>
            <a:xfrm>
              <a:off x="6916680" y="6300000"/>
              <a:ext cx="588600" cy="648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67" name="Oval 1091"/>
            <p:cNvSpPr/>
            <p:nvPr/>
          </p:nvSpPr>
          <p:spPr>
            <a:xfrm flipV="1">
              <a:off x="6916680" y="6208920"/>
              <a:ext cx="587160" cy="17748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68" name="Freeform 1092"/>
            <p:cNvSpPr/>
            <p:nvPr/>
          </p:nvSpPr>
          <p:spPr>
            <a:xfrm>
              <a:off x="7067520" y="6263640"/>
              <a:ext cx="285480" cy="885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88560"/>
                <a:gd name="textAreaBottom" fmla="*/ 88920 h 8856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3920" rIns="90000" bIns="439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69" name="Freeform 1093"/>
            <p:cNvSpPr/>
            <p:nvPr/>
          </p:nvSpPr>
          <p:spPr>
            <a:xfrm>
              <a:off x="7037280" y="6241320"/>
              <a:ext cx="345600" cy="6156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61560"/>
                <a:gd name="textAreaBottom" fmla="*/ 61920 h 61560"/>
                <a:gd name="GluePoint1X" fmla="*/ 0 w 3723451"/>
                <a:gd name="GluePoint1Y" fmla="*/ 27306 h 932950"/>
                <a:gd name="GluePoint2X" fmla="*/ 116665 w 3723451"/>
                <a:gd name="GluePoint2Y" fmla="*/ 322 h 932950"/>
                <a:gd name="GluePoint3X" fmla="*/ 330457 w 3723451"/>
                <a:gd name="GluePoint3Y" fmla="*/ 62276 h 932950"/>
                <a:gd name="GluePoint4X" fmla="*/ 534418 w 3723451"/>
                <a:gd name="GluePoint4Y" fmla="*/ 0 h 932950"/>
                <a:gd name="GluePoint5X" fmla="*/ 663033 w 3723451"/>
                <a:gd name="GluePoint5Y" fmla="*/ 24782 h 932950"/>
                <a:gd name="GluePoint6X" fmla="*/ 567343 w 3723451"/>
                <a:gd name="GluePoint6Y" fmla="*/ 55255 h 932950"/>
                <a:gd name="GluePoint7X" fmla="*/ 536535 w 3723451"/>
                <a:gd name="GluePoint7Y" fmla="*/ 47039 h 932950"/>
                <a:gd name="GluePoint8X" fmla="*/ 334214 w 3723451"/>
                <a:gd name="GluePoint8Y" fmla="*/ 111611 h 932950"/>
                <a:gd name="GluePoint9X" fmla="*/ 126717 w 3723451"/>
                <a:gd name="GluePoint9Y" fmla="*/ 49415 h 932950"/>
                <a:gd name="GluePoint10X" fmla="*/ 93168 w 3723451"/>
                <a:gd name="GluePoint10Y" fmla="*/ 56127 h 932950"/>
                <a:gd name="GluePoint11X" fmla="*/ 0 w 3723451"/>
                <a:gd name="GluePoint11Y" fmla="*/ 27306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Freeform 1094"/>
            <p:cNvSpPr/>
            <p:nvPr/>
          </p:nvSpPr>
          <p:spPr>
            <a:xfrm>
              <a:off x="7264080" y="6293880"/>
              <a:ext cx="126720" cy="5364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53640"/>
                <a:gd name="textAreaBottom" fmla="*/ 54000 h 53640"/>
                <a:gd name="GluePoint1X" fmla="*/ 0 w 1366596"/>
                <a:gd name="GluePoint1Y" fmla="*/ 0 h 809868"/>
                <a:gd name="GluePoint2X" fmla="*/ 243315 w 1366596"/>
                <a:gd name="GluePoint2Y" fmla="*/ 75189 h 809868"/>
                <a:gd name="GluePoint3X" fmla="*/ 154017 w 1366596"/>
                <a:gd name="GluePoint3Y" fmla="*/ 97303 h 809868"/>
                <a:gd name="GluePoint4X" fmla="*/ 819 w 1366596"/>
                <a:gd name="GluePoint4Y" fmla="*/ 5141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Freeform 1095"/>
            <p:cNvSpPr/>
            <p:nvPr/>
          </p:nvSpPr>
          <p:spPr>
            <a:xfrm>
              <a:off x="7030800" y="6295320"/>
              <a:ext cx="124920" cy="536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53640"/>
                <a:gd name="textAreaBottom" fmla="*/ 54000 h 53640"/>
                <a:gd name="GluePoint1X" fmla="*/ 236992 w 1348191"/>
                <a:gd name="GluePoint1Y" fmla="*/ 0 h 791462"/>
                <a:gd name="GluePoint2X" fmla="*/ 240272 w 1348191"/>
                <a:gd name="GluePoint2Y" fmla="*/ 46954 h 791462"/>
                <a:gd name="GluePoint3X" fmla="*/ 86924 w 1348191"/>
                <a:gd name="GluePoint3Y" fmla="*/ 97303 h 791462"/>
                <a:gd name="GluePoint4X" fmla="*/ 0 w 1348191"/>
                <a:gd name="GluePoint4Y" fmla="*/ 75240 h 791462"/>
                <a:gd name="GluePoint5X" fmla="*/ 236992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72" name="Straight Connector 1096"/>
            <p:cNvCxnSpPr>
              <a:endCxn id="567" idx="2"/>
            </p:cNvCxnSpPr>
            <p:nvPr/>
          </p:nvCxnSpPr>
          <p:spPr>
            <a:xfrm flipH="1" flipV="1">
              <a:off x="6917040" y="6298560"/>
              <a:ext cx="144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573" name="Straight Connector 1097"/>
            <p:cNvCxnSpPr/>
            <p:nvPr/>
          </p:nvCxnSpPr>
          <p:spPr>
            <a:xfrm flipH="1" flipV="1">
              <a:off x="7503840" y="6296760"/>
              <a:ext cx="1800" cy="6876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574" name="Group 347"/>
          <p:cNvGrpSpPr/>
          <p:nvPr/>
        </p:nvGrpSpPr>
        <p:grpSpPr>
          <a:xfrm>
            <a:off x="5452920" y="6301440"/>
            <a:ext cx="588960" cy="242640"/>
            <a:chOff x="5452920" y="6301440"/>
            <a:chExt cx="588960" cy="242640"/>
          </a:xfrm>
        </p:grpSpPr>
        <p:sp>
          <p:nvSpPr>
            <p:cNvPr id="575" name="Oval 1099"/>
            <p:cNvSpPr/>
            <p:nvPr/>
          </p:nvSpPr>
          <p:spPr>
            <a:xfrm flipV="1">
              <a:off x="5454360" y="6366240"/>
              <a:ext cx="587160" cy="17748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76" name="Rectangle 1100"/>
            <p:cNvSpPr/>
            <p:nvPr/>
          </p:nvSpPr>
          <p:spPr>
            <a:xfrm>
              <a:off x="5452920" y="6392160"/>
              <a:ext cx="588600" cy="648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77" name="Oval 1101"/>
            <p:cNvSpPr/>
            <p:nvPr/>
          </p:nvSpPr>
          <p:spPr>
            <a:xfrm flipV="1">
              <a:off x="5452920" y="6301080"/>
              <a:ext cx="587160" cy="17748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78" name="Freeform 1102"/>
            <p:cNvSpPr/>
            <p:nvPr/>
          </p:nvSpPr>
          <p:spPr>
            <a:xfrm>
              <a:off x="5603760" y="6355800"/>
              <a:ext cx="285480" cy="885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88560"/>
                <a:gd name="textAreaBottom" fmla="*/ 88920 h 8856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3920" rIns="90000" bIns="439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79" name="Freeform 1103"/>
            <p:cNvSpPr/>
            <p:nvPr/>
          </p:nvSpPr>
          <p:spPr>
            <a:xfrm>
              <a:off x="5573520" y="6333480"/>
              <a:ext cx="345600" cy="6156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61560"/>
                <a:gd name="textAreaBottom" fmla="*/ 61920 h 61560"/>
                <a:gd name="GluePoint1X" fmla="*/ 0 w 3723451"/>
                <a:gd name="GluePoint1Y" fmla="*/ 27306 h 932950"/>
                <a:gd name="GluePoint2X" fmla="*/ 116665 w 3723451"/>
                <a:gd name="GluePoint2Y" fmla="*/ 322 h 932950"/>
                <a:gd name="GluePoint3X" fmla="*/ 330457 w 3723451"/>
                <a:gd name="GluePoint3Y" fmla="*/ 62276 h 932950"/>
                <a:gd name="GluePoint4X" fmla="*/ 534418 w 3723451"/>
                <a:gd name="GluePoint4Y" fmla="*/ 0 h 932950"/>
                <a:gd name="GluePoint5X" fmla="*/ 663033 w 3723451"/>
                <a:gd name="GluePoint5Y" fmla="*/ 24782 h 932950"/>
                <a:gd name="GluePoint6X" fmla="*/ 567343 w 3723451"/>
                <a:gd name="GluePoint6Y" fmla="*/ 55255 h 932950"/>
                <a:gd name="GluePoint7X" fmla="*/ 536535 w 3723451"/>
                <a:gd name="GluePoint7Y" fmla="*/ 47039 h 932950"/>
                <a:gd name="GluePoint8X" fmla="*/ 334214 w 3723451"/>
                <a:gd name="GluePoint8Y" fmla="*/ 111611 h 932950"/>
                <a:gd name="GluePoint9X" fmla="*/ 126717 w 3723451"/>
                <a:gd name="GluePoint9Y" fmla="*/ 49415 h 932950"/>
                <a:gd name="GluePoint10X" fmla="*/ 93168 w 3723451"/>
                <a:gd name="GluePoint10Y" fmla="*/ 56127 h 932950"/>
                <a:gd name="GluePoint11X" fmla="*/ 0 w 3723451"/>
                <a:gd name="GluePoint11Y" fmla="*/ 27306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Freeform 1104"/>
            <p:cNvSpPr/>
            <p:nvPr/>
          </p:nvSpPr>
          <p:spPr>
            <a:xfrm>
              <a:off x="5800680" y="6386040"/>
              <a:ext cx="126720" cy="5364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53640"/>
                <a:gd name="textAreaBottom" fmla="*/ 54000 h 53640"/>
                <a:gd name="GluePoint1X" fmla="*/ 0 w 1366596"/>
                <a:gd name="GluePoint1Y" fmla="*/ 0 h 809868"/>
                <a:gd name="GluePoint2X" fmla="*/ 243315 w 1366596"/>
                <a:gd name="GluePoint2Y" fmla="*/ 75189 h 809868"/>
                <a:gd name="GluePoint3X" fmla="*/ 154017 w 1366596"/>
                <a:gd name="GluePoint3Y" fmla="*/ 97303 h 809868"/>
                <a:gd name="GluePoint4X" fmla="*/ 819 w 1366596"/>
                <a:gd name="GluePoint4Y" fmla="*/ 5141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Freeform 1105"/>
            <p:cNvSpPr/>
            <p:nvPr/>
          </p:nvSpPr>
          <p:spPr>
            <a:xfrm>
              <a:off x="5567040" y="6387480"/>
              <a:ext cx="124920" cy="536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53640"/>
                <a:gd name="textAreaBottom" fmla="*/ 54000 h 53640"/>
                <a:gd name="GluePoint1X" fmla="*/ 236992 w 1348191"/>
                <a:gd name="GluePoint1Y" fmla="*/ 0 h 791462"/>
                <a:gd name="GluePoint2X" fmla="*/ 240272 w 1348191"/>
                <a:gd name="GluePoint2Y" fmla="*/ 46954 h 791462"/>
                <a:gd name="GluePoint3X" fmla="*/ 86924 w 1348191"/>
                <a:gd name="GluePoint3Y" fmla="*/ 97303 h 791462"/>
                <a:gd name="GluePoint4X" fmla="*/ 0 w 1348191"/>
                <a:gd name="GluePoint4Y" fmla="*/ 75240 h 791462"/>
                <a:gd name="GluePoint5X" fmla="*/ 236992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82" name="Straight Connector 1106"/>
            <p:cNvCxnSpPr>
              <a:endCxn id="577" idx="2"/>
            </p:cNvCxnSpPr>
            <p:nvPr/>
          </p:nvCxnSpPr>
          <p:spPr>
            <a:xfrm flipH="1" flipV="1">
              <a:off x="5453280" y="6390720"/>
              <a:ext cx="144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583" name="Straight Connector 1107"/>
            <p:cNvCxnSpPr/>
            <p:nvPr/>
          </p:nvCxnSpPr>
          <p:spPr>
            <a:xfrm flipH="1" flipV="1">
              <a:off x="6040080" y="6388920"/>
              <a:ext cx="2160" cy="6876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584" name="Group 11"/>
          <p:cNvGrpSpPr/>
          <p:nvPr/>
        </p:nvGrpSpPr>
        <p:grpSpPr>
          <a:xfrm>
            <a:off x="4494240" y="2167920"/>
            <a:ext cx="3598200" cy="493200"/>
            <a:chOff x="4494240" y="2167920"/>
            <a:chExt cx="3598200" cy="493200"/>
          </a:xfrm>
        </p:grpSpPr>
        <p:sp>
          <p:nvSpPr>
            <p:cNvPr id="585" name="Oval 1134"/>
            <p:cNvSpPr/>
            <p:nvPr/>
          </p:nvSpPr>
          <p:spPr>
            <a:xfrm>
              <a:off x="4511520" y="2167920"/>
              <a:ext cx="3580920" cy="491760"/>
            </a:xfrm>
            <a:prstGeom prst="ellipse">
              <a:avLst/>
            </a:prstGeom>
            <a:solidFill>
              <a:srgbClr val="FFFFFF">
                <a:alpha val="42000"/>
              </a:srgbClr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86" name="Oval 1135"/>
            <p:cNvSpPr/>
            <p:nvPr/>
          </p:nvSpPr>
          <p:spPr>
            <a:xfrm>
              <a:off x="4494240" y="2169360"/>
              <a:ext cx="3580920" cy="491760"/>
            </a:xfrm>
            <a:prstGeom prst="ellipse">
              <a:avLst/>
            </a:prstGeom>
            <a:solidFill>
              <a:srgbClr val="CC0000">
                <a:alpha val="42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587" name="TextBox 389"/>
            <p:cNvSpPr/>
            <p:nvPr/>
          </p:nvSpPr>
          <p:spPr>
            <a:xfrm>
              <a:off x="5252760" y="2283480"/>
              <a:ext cx="2036160" cy="27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74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Remote Controller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8" name="Group 2"/>
          <p:cNvGrpSpPr/>
          <p:nvPr/>
        </p:nvGrpSpPr>
        <p:grpSpPr>
          <a:xfrm>
            <a:off x="3674880" y="4177800"/>
            <a:ext cx="5095800" cy="813960"/>
            <a:chOff x="3674880" y="4177800"/>
            <a:chExt cx="5095800" cy="813960"/>
          </a:xfrm>
        </p:grpSpPr>
        <p:grpSp>
          <p:nvGrpSpPr>
            <p:cNvPr id="589" name="Group 441"/>
            <p:cNvGrpSpPr/>
            <p:nvPr/>
          </p:nvGrpSpPr>
          <p:grpSpPr>
            <a:xfrm>
              <a:off x="3674880" y="4177800"/>
              <a:ext cx="923400" cy="405720"/>
              <a:chOff x="3674880" y="4177800"/>
              <a:chExt cx="923400" cy="405720"/>
            </a:xfrm>
          </p:grpSpPr>
          <p:sp>
            <p:nvSpPr>
              <p:cNvPr id="590" name="Oval 1131"/>
              <p:cNvSpPr/>
              <p:nvPr/>
            </p:nvSpPr>
            <p:spPr>
              <a:xfrm>
                <a:off x="3679560" y="4177800"/>
                <a:ext cx="918720" cy="404280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591" name="Oval 1132"/>
              <p:cNvSpPr/>
              <p:nvPr/>
            </p:nvSpPr>
            <p:spPr>
              <a:xfrm>
                <a:off x="3674880" y="4179240"/>
                <a:ext cx="918720" cy="404280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592" name="TextBox 389"/>
              <p:cNvSpPr/>
              <p:nvPr/>
            </p:nvSpPr>
            <p:spPr>
              <a:xfrm>
                <a:off x="3881520" y="4272840"/>
                <a:ext cx="498600" cy="27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93" name="Group 16"/>
            <p:cNvGrpSpPr/>
            <p:nvPr/>
          </p:nvGrpSpPr>
          <p:grpSpPr>
            <a:xfrm>
              <a:off x="5338440" y="4714200"/>
              <a:ext cx="463320" cy="277560"/>
              <a:chOff x="5338440" y="4714200"/>
              <a:chExt cx="463320" cy="277560"/>
            </a:xfrm>
          </p:grpSpPr>
          <p:grpSp>
            <p:nvGrpSpPr>
              <p:cNvPr id="594" name="Group 12"/>
              <p:cNvGrpSpPr/>
              <p:nvPr/>
            </p:nvGrpSpPr>
            <p:grpSpPr>
              <a:xfrm>
                <a:off x="5338440" y="4718880"/>
                <a:ext cx="463320" cy="261720"/>
                <a:chOff x="5338440" y="4718880"/>
                <a:chExt cx="463320" cy="261720"/>
              </a:xfrm>
            </p:grpSpPr>
            <p:sp>
              <p:nvSpPr>
                <p:cNvPr id="595" name="Oval 1129"/>
                <p:cNvSpPr/>
                <p:nvPr/>
              </p:nvSpPr>
              <p:spPr>
                <a:xfrm>
                  <a:off x="5352840" y="4718880"/>
                  <a:ext cx="439200" cy="25992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596" name="Oval 1130"/>
                <p:cNvSpPr/>
                <p:nvPr/>
              </p:nvSpPr>
              <p:spPr>
                <a:xfrm>
                  <a:off x="5338440" y="4728600"/>
                  <a:ext cx="463320" cy="25200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</p:grpSp>
          <p:sp>
            <p:nvSpPr>
              <p:cNvPr id="597" name="TextBox 389"/>
              <p:cNvSpPr/>
              <p:nvPr/>
            </p:nvSpPr>
            <p:spPr>
              <a:xfrm>
                <a:off x="5348160" y="4714200"/>
                <a:ext cx="428760" cy="27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98" name="Group 450"/>
            <p:cNvGrpSpPr/>
            <p:nvPr/>
          </p:nvGrpSpPr>
          <p:grpSpPr>
            <a:xfrm>
              <a:off x="6119640" y="4712040"/>
              <a:ext cx="463320" cy="277560"/>
              <a:chOff x="6119640" y="4712040"/>
              <a:chExt cx="463320" cy="277560"/>
            </a:xfrm>
          </p:grpSpPr>
          <p:grpSp>
            <p:nvGrpSpPr>
              <p:cNvPr id="599" name="Group 451"/>
              <p:cNvGrpSpPr/>
              <p:nvPr/>
            </p:nvGrpSpPr>
            <p:grpSpPr>
              <a:xfrm>
                <a:off x="6119640" y="4720680"/>
                <a:ext cx="463320" cy="258120"/>
                <a:chOff x="6119640" y="4720680"/>
                <a:chExt cx="463320" cy="258120"/>
              </a:xfrm>
            </p:grpSpPr>
            <p:sp>
              <p:nvSpPr>
                <p:cNvPr id="600" name="Oval 1125"/>
                <p:cNvSpPr/>
                <p:nvPr/>
              </p:nvSpPr>
              <p:spPr>
                <a:xfrm>
                  <a:off x="6134040" y="4720680"/>
                  <a:ext cx="439200" cy="25668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01" name="Oval 1126"/>
                <p:cNvSpPr/>
                <p:nvPr/>
              </p:nvSpPr>
              <p:spPr>
                <a:xfrm>
                  <a:off x="6119640" y="4730040"/>
                  <a:ext cx="463320" cy="24876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</p:grpSp>
          <p:sp>
            <p:nvSpPr>
              <p:cNvPr id="602" name="TextBox 389"/>
              <p:cNvSpPr/>
              <p:nvPr/>
            </p:nvSpPr>
            <p:spPr>
              <a:xfrm>
                <a:off x="6128640" y="4712040"/>
                <a:ext cx="428760" cy="27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03" name="Group 455"/>
            <p:cNvGrpSpPr/>
            <p:nvPr/>
          </p:nvGrpSpPr>
          <p:grpSpPr>
            <a:xfrm>
              <a:off x="7319880" y="4709880"/>
              <a:ext cx="463320" cy="277560"/>
              <a:chOff x="7319880" y="4709880"/>
              <a:chExt cx="463320" cy="277560"/>
            </a:xfrm>
          </p:grpSpPr>
          <p:grpSp>
            <p:nvGrpSpPr>
              <p:cNvPr id="604" name="Group 456"/>
              <p:cNvGrpSpPr/>
              <p:nvPr/>
            </p:nvGrpSpPr>
            <p:grpSpPr>
              <a:xfrm>
                <a:off x="7319880" y="4714200"/>
                <a:ext cx="463320" cy="261720"/>
                <a:chOff x="7319880" y="4714200"/>
                <a:chExt cx="463320" cy="261720"/>
              </a:xfrm>
            </p:grpSpPr>
            <p:sp>
              <p:nvSpPr>
                <p:cNvPr id="605" name="Oval 1121"/>
                <p:cNvSpPr/>
                <p:nvPr/>
              </p:nvSpPr>
              <p:spPr>
                <a:xfrm>
                  <a:off x="7334280" y="4714200"/>
                  <a:ext cx="439200" cy="25992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06" name="Oval 1122"/>
                <p:cNvSpPr/>
                <p:nvPr/>
              </p:nvSpPr>
              <p:spPr>
                <a:xfrm>
                  <a:off x="7319880" y="4723920"/>
                  <a:ext cx="463320" cy="25200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</p:grpSp>
          <p:sp>
            <p:nvSpPr>
              <p:cNvPr id="607" name="TextBox 389"/>
              <p:cNvSpPr/>
              <p:nvPr/>
            </p:nvSpPr>
            <p:spPr>
              <a:xfrm>
                <a:off x="7328880" y="4709880"/>
                <a:ext cx="428760" cy="27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08" name="Group 460"/>
            <p:cNvGrpSpPr/>
            <p:nvPr/>
          </p:nvGrpSpPr>
          <p:grpSpPr>
            <a:xfrm>
              <a:off x="8307360" y="4708080"/>
              <a:ext cx="463320" cy="277560"/>
              <a:chOff x="8307360" y="4708080"/>
              <a:chExt cx="463320" cy="277560"/>
            </a:xfrm>
          </p:grpSpPr>
          <p:grpSp>
            <p:nvGrpSpPr>
              <p:cNvPr id="609" name="Group 461"/>
              <p:cNvGrpSpPr/>
              <p:nvPr/>
            </p:nvGrpSpPr>
            <p:grpSpPr>
              <a:xfrm>
                <a:off x="8307360" y="4712760"/>
                <a:ext cx="463320" cy="261360"/>
                <a:chOff x="8307360" y="4712760"/>
                <a:chExt cx="463320" cy="261360"/>
              </a:xfrm>
            </p:grpSpPr>
            <p:sp>
              <p:nvSpPr>
                <p:cNvPr id="610" name="Oval 1117"/>
                <p:cNvSpPr/>
                <p:nvPr/>
              </p:nvSpPr>
              <p:spPr>
                <a:xfrm>
                  <a:off x="8321400" y="4712760"/>
                  <a:ext cx="439200" cy="25992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11" name="Oval 1118"/>
                <p:cNvSpPr/>
                <p:nvPr/>
              </p:nvSpPr>
              <p:spPr>
                <a:xfrm>
                  <a:off x="8307360" y="4722120"/>
                  <a:ext cx="463320" cy="25200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</p:grpSp>
          <p:sp>
            <p:nvSpPr>
              <p:cNvPr id="612" name="TextBox 389"/>
              <p:cNvSpPr/>
              <p:nvPr/>
            </p:nvSpPr>
            <p:spPr>
              <a:xfrm>
                <a:off x="8316720" y="4708080"/>
                <a:ext cx="428760" cy="27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13" name="Group 1"/>
          <p:cNvGrpSpPr/>
          <p:nvPr/>
        </p:nvGrpSpPr>
        <p:grpSpPr>
          <a:xfrm>
            <a:off x="2687400" y="5474520"/>
            <a:ext cx="2700000" cy="898920"/>
            <a:chOff x="2687400" y="5474520"/>
            <a:chExt cx="2700000" cy="898920"/>
          </a:xfrm>
        </p:grpSpPr>
        <p:cxnSp>
          <p:nvCxnSpPr>
            <p:cNvPr id="614" name="Straight Connector 1139"/>
            <p:cNvCxnSpPr/>
            <p:nvPr/>
          </p:nvCxnSpPr>
          <p:spPr>
            <a:xfrm flipH="1">
              <a:off x="3031920" y="6039720"/>
              <a:ext cx="1508400" cy="18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sp>
          <p:nvSpPr>
            <p:cNvPr id="615" name="TextBox 265"/>
            <p:cNvSpPr/>
            <p:nvPr/>
          </p:nvSpPr>
          <p:spPr>
            <a:xfrm>
              <a:off x="4948200" y="5711040"/>
              <a:ext cx="264600" cy="27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TextBox 281"/>
            <p:cNvSpPr/>
            <p:nvPr/>
          </p:nvSpPr>
          <p:spPr>
            <a:xfrm>
              <a:off x="5122800" y="5998680"/>
              <a:ext cx="264600" cy="27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7" name="Group 5"/>
            <p:cNvGrpSpPr/>
            <p:nvPr/>
          </p:nvGrpSpPr>
          <p:grpSpPr>
            <a:xfrm>
              <a:off x="2687400" y="5474520"/>
              <a:ext cx="1616040" cy="519840"/>
              <a:chOff x="2687400" y="5474520"/>
              <a:chExt cx="1616040" cy="519840"/>
            </a:xfrm>
          </p:grpSpPr>
          <p:sp>
            <p:nvSpPr>
              <p:cNvPr id="618" name="Rectangle 98"/>
              <p:cNvSpPr/>
              <p:nvPr/>
            </p:nvSpPr>
            <p:spPr>
              <a:xfrm>
                <a:off x="2687400" y="5742720"/>
                <a:ext cx="1280880" cy="20808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/>
              </a:ln>
              <a:effectLst>
                <a:outerShdw algn="bl" blurRad="50760" dir="18900000" dist="37674" rotWithShape="0">
                  <a:srgbClr val="00000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Line 99"/>
              <p:cNvSpPr/>
              <p:nvPr/>
            </p:nvSpPr>
            <p:spPr>
              <a:xfrm>
                <a:off x="3832200" y="5857560"/>
                <a:ext cx="471240" cy="360"/>
              </a:xfrm>
              <a:prstGeom prst="line">
                <a:avLst/>
              </a:prstGeom>
              <a:ln w="9525">
                <a:solidFill>
                  <a:srgbClr val="3333CC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Rectangle 104"/>
              <p:cNvSpPr/>
              <p:nvPr/>
            </p:nvSpPr>
            <p:spPr>
              <a:xfrm>
                <a:off x="3389040" y="5745600"/>
                <a:ext cx="476280" cy="209160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Text Box 105"/>
              <p:cNvSpPr/>
              <p:nvPr/>
            </p:nvSpPr>
            <p:spPr>
              <a:xfrm>
                <a:off x="3336120" y="5721840"/>
                <a:ext cx="497160" cy="272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0111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2" name="Line 119"/>
              <p:cNvSpPr/>
              <p:nvPr/>
            </p:nvSpPr>
            <p:spPr>
              <a:xfrm>
                <a:off x="3144600" y="5474520"/>
                <a:ext cx="405720" cy="29988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23" name="Group 357"/>
            <p:cNvGrpSpPr/>
            <p:nvPr/>
          </p:nvGrpSpPr>
          <p:grpSpPr>
            <a:xfrm>
              <a:off x="4463640" y="5896800"/>
              <a:ext cx="565200" cy="293400"/>
              <a:chOff x="4463640" y="5896800"/>
              <a:chExt cx="565200" cy="293400"/>
            </a:xfrm>
          </p:grpSpPr>
          <p:sp>
            <p:nvSpPr>
              <p:cNvPr id="624" name="Oval 1146"/>
              <p:cNvSpPr/>
              <p:nvPr/>
            </p:nvSpPr>
            <p:spPr>
              <a:xfrm flipV="1">
                <a:off x="4465440" y="5976360"/>
                <a:ext cx="563040" cy="21384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80808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25" name="Rectangle 1147"/>
              <p:cNvSpPr/>
              <p:nvPr/>
            </p:nvSpPr>
            <p:spPr>
              <a:xfrm>
                <a:off x="4464000" y="6006600"/>
                <a:ext cx="564840" cy="7740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2760" rIns="90000" bIns="327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26" name="Oval 1148"/>
              <p:cNvSpPr/>
              <p:nvPr/>
            </p:nvSpPr>
            <p:spPr>
              <a:xfrm flipV="1">
                <a:off x="4464000" y="5896800"/>
                <a:ext cx="563040" cy="21384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80808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27" name="Freeform 1149"/>
              <p:cNvSpPr/>
              <p:nvPr/>
            </p:nvSpPr>
            <p:spPr>
              <a:xfrm>
                <a:off x="4608360" y="5961960"/>
                <a:ext cx="274320" cy="107640"/>
              </a:xfrm>
              <a:custGeom>
                <a:avLst/>
                <a:gdLst>
                  <a:gd name="textAreaLeft" fmla="*/ 0 w 274320"/>
                  <a:gd name="textAreaRight" fmla="*/ 274680 w 274320"/>
                  <a:gd name="textAreaTop" fmla="*/ 0 h 107640"/>
                  <a:gd name="textAreaBottom" fmla="*/ 108000 h 10764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28" name="Freeform 1150"/>
              <p:cNvSpPr/>
              <p:nvPr/>
            </p:nvSpPr>
            <p:spPr>
              <a:xfrm>
                <a:off x="4579920" y="5934960"/>
                <a:ext cx="331560" cy="74160"/>
              </a:xfrm>
              <a:custGeom>
                <a:avLst/>
                <a:gdLst>
                  <a:gd name="textAreaLeft" fmla="*/ 0 w 331560"/>
                  <a:gd name="textAreaRight" fmla="*/ 331920 w 331560"/>
                  <a:gd name="textAreaTop" fmla="*/ 0 h 74160"/>
                  <a:gd name="textAreaBottom" fmla="*/ 74520 h 74160"/>
                  <a:gd name="GluePoint1X" fmla="*/ 0 w 3723451"/>
                  <a:gd name="GluePoint1Y" fmla="*/ 27215 h 932950"/>
                  <a:gd name="GluePoint2X" fmla="*/ 116561 w 3723451"/>
                  <a:gd name="GluePoint2Y" fmla="*/ 321 h 932950"/>
                  <a:gd name="GluePoint3X" fmla="*/ 330163 w 3723451"/>
                  <a:gd name="GluePoint3Y" fmla="*/ 62070 h 932950"/>
                  <a:gd name="GluePoint4X" fmla="*/ 533941 w 3723451"/>
                  <a:gd name="GluePoint4Y" fmla="*/ 0 h 932950"/>
                  <a:gd name="GluePoint5X" fmla="*/ 662442 w 3723451"/>
                  <a:gd name="GluePoint5Y" fmla="*/ 24700 h 932950"/>
                  <a:gd name="GluePoint6X" fmla="*/ 566838 w 3723451"/>
                  <a:gd name="GluePoint6Y" fmla="*/ 55072 h 932950"/>
                  <a:gd name="GluePoint7X" fmla="*/ 536057 w 3723451"/>
                  <a:gd name="GluePoint7Y" fmla="*/ 46883 h 932950"/>
                  <a:gd name="GluePoint8X" fmla="*/ 333916 w 3723451"/>
                  <a:gd name="GluePoint8Y" fmla="*/ 111241 h 932950"/>
                  <a:gd name="GluePoint9X" fmla="*/ 126604 w 3723451"/>
                  <a:gd name="GluePoint9Y" fmla="*/ 49251 h 932950"/>
                  <a:gd name="GluePoint10X" fmla="*/ 93085 w 3723451"/>
                  <a:gd name="GluePoint10Y" fmla="*/ 55941 h 932950"/>
                  <a:gd name="GluePoint11X" fmla="*/ 0 w 3723451"/>
                  <a:gd name="GluePoint11Y" fmla="*/ 27215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0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Freeform 1151"/>
              <p:cNvSpPr/>
              <p:nvPr/>
            </p:nvSpPr>
            <p:spPr>
              <a:xfrm>
                <a:off x="4797360" y="5998680"/>
                <a:ext cx="122040" cy="64800"/>
              </a:xfrm>
              <a:custGeom>
                <a:avLst/>
                <a:gdLst>
                  <a:gd name="textAreaLeft" fmla="*/ 0 w 122040"/>
                  <a:gd name="textAreaRight" fmla="*/ 122400 w 122040"/>
                  <a:gd name="textAreaTop" fmla="*/ 0 h 64800"/>
                  <a:gd name="textAreaBottom" fmla="*/ 65160 h 64800"/>
                  <a:gd name="GluePoint1X" fmla="*/ 0 w 1366596"/>
                  <a:gd name="GluePoint1Y" fmla="*/ 0 h 809868"/>
                  <a:gd name="GluePoint2X" fmla="*/ 244059 w 1366596"/>
                  <a:gd name="GluePoint2Y" fmla="*/ 74985 h 809868"/>
                  <a:gd name="GluePoint3X" fmla="*/ 154488 w 1366596"/>
                  <a:gd name="GluePoint3Y" fmla="*/ 97040 h 809868"/>
                  <a:gd name="GluePoint4X" fmla="*/ 822 w 1366596"/>
                  <a:gd name="GluePoint4Y" fmla="*/ 51277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0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160" rIns="90000" bIns="201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0" name="Freeform 1152"/>
              <p:cNvSpPr/>
              <p:nvPr/>
            </p:nvSpPr>
            <p:spPr>
              <a:xfrm>
                <a:off x="4573440" y="6000120"/>
                <a:ext cx="120240" cy="64800"/>
              </a:xfrm>
              <a:custGeom>
                <a:avLst/>
                <a:gdLst>
                  <a:gd name="textAreaLeft" fmla="*/ 0 w 120240"/>
                  <a:gd name="textAreaRight" fmla="*/ 120600 w 120240"/>
                  <a:gd name="textAreaTop" fmla="*/ 0 h 64800"/>
                  <a:gd name="textAreaBottom" fmla="*/ 65160 h 64800"/>
                  <a:gd name="GluePoint1X" fmla="*/ 237599 w 1348191"/>
                  <a:gd name="GluePoint1Y" fmla="*/ 0 h 791462"/>
                  <a:gd name="GluePoint2X" fmla="*/ 240888 w 1348191"/>
                  <a:gd name="GluePoint2Y" fmla="*/ 46827 h 791462"/>
                  <a:gd name="GluePoint3X" fmla="*/ 87147 w 1348191"/>
                  <a:gd name="GluePoint3Y" fmla="*/ 97039 h 791462"/>
                  <a:gd name="GluePoint4X" fmla="*/ 0 w 1348191"/>
                  <a:gd name="GluePoint4Y" fmla="*/ 75036 h 791462"/>
                  <a:gd name="GluePoint5X" fmla="*/ 237599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0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160" rIns="90000" bIns="201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631" name="Straight Connector 1153"/>
              <p:cNvCxnSpPr/>
              <p:nvPr/>
            </p:nvCxnSpPr>
            <p:spPr>
              <a:xfrm flipH="1" flipV="1">
                <a:off x="4463640" y="6004800"/>
                <a:ext cx="2160" cy="828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632" name="Straight Connector 1154"/>
              <p:cNvCxnSpPr/>
              <p:nvPr/>
            </p:nvCxnSpPr>
            <p:spPr>
              <a:xfrm flipH="1" flipV="1">
                <a:off x="5027400" y="6003000"/>
                <a:ext cx="1800" cy="831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633" name="TextBox 282"/>
            <p:cNvSpPr/>
            <p:nvPr/>
          </p:nvSpPr>
          <p:spPr>
            <a:xfrm>
              <a:off x="4817880" y="6100200"/>
              <a:ext cx="264600" cy="27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Freeform 120"/>
            <p:cNvSpPr/>
            <p:nvPr/>
          </p:nvSpPr>
          <p:spPr>
            <a:xfrm>
              <a:off x="4243320" y="5906520"/>
              <a:ext cx="982440" cy="232920"/>
            </a:xfrm>
            <a:custGeom>
              <a:avLst/>
              <a:gdLst>
                <a:gd name="textAreaLeft" fmla="*/ 0 w 982440"/>
                <a:gd name="textAreaRight" fmla="*/ 982800 w 982440"/>
                <a:gd name="textAreaTop" fmla="*/ 0 h 232920"/>
                <a:gd name="textAreaBottom" fmla="*/ 233280 h 232920"/>
                <a:gd name="GluePoint1X" fmla="*/ 0 w 554"/>
                <a:gd name="GluePoint1Y" fmla="*/ 2147483647 h 167"/>
                <a:gd name="GluePoint2X" fmla="*/ 2147483647 w 554"/>
                <a:gd name="GluePoint2Y" fmla="*/ 2147483647 h 167"/>
                <a:gd name="GluePoint3X" fmla="*/ 2147483647 w 554"/>
                <a:gd name="GluePoint3Y" fmla="*/ 2147483647 h 1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>
              <a:solidFill>
                <a:srgbClr val="FF33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5" name="TextBox 6"/>
          <p:cNvSpPr/>
          <p:nvPr/>
        </p:nvSpPr>
        <p:spPr>
          <a:xfrm>
            <a:off x="1946160" y="4850640"/>
            <a:ext cx="19918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values in arriving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packet header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6" name="Group 1162"/>
          <p:cNvGrpSpPr/>
          <p:nvPr/>
        </p:nvGrpSpPr>
        <p:grpSpPr>
          <a:xfrm>
            <a:off x="4390560" y="2898720"/>
            <a:ext cx="4051440" cy="2367000"/>
            <a:chOff x="4390560" y="2898720"/>
            <a:chExt cx="4051440" cy="2367000"/>
          </a:xfrm>
        </p:grpSpPr>
        <p:cxnSp>
          <p:nvCxnSpPr>
            <p:cNvPr id="637" name="Straight Arrow Connector 1163"/>
            <p:cNvCxnSpPr/>
            <p:nvPr/>
          </p:nvCxnSpPr>
          <p:spPr>
            <a:xfrm>
              <a:off x="4390560" y="2918880"/>
              <a:ext cx="360" cy="2094120"/>
            </a:xfrm>
            <a:prstGeom prst="straightConnector1">
              <a:avLst/>
            </a:prstGeom>
            <a:ln w="1270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638" name="Straight Arrow Connector 1164"/>
            <p:cNvCxnSpPr/>
            <p:nvPr/>
          </p:nvCxnSpPr>
          <p:spPr>
            <a:xfrm>
              <a:off x="5428080" y="2912040"/>
              <a:ext cx="360" cy="235404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639" name="Straight Arrow Connector 1165"/>
            <p:cNvCxnSpPr/>
            <p:nvPr/>
          </p:nvCxnSpPr>
          <p:spPr>
            <a:xfrm>
              <a:off x="6239520" y="2909160"/>
              <a:ext cx="31680" cy="233100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640" name="Straight Arrow Connector 1166"/>
            <p:cNvCxnSpPr/>
            <p:nvPr/>
          </p:nvCxnSpPr>
          <p:spPr>
            <a:xfrm>
              <a:off x="7428600" y="2898720"/>
              <a:ext cx="360" cy="236412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641" name="Straight Arrow Connector 1167"/>
            <p:cNvCxnSpPr/>
            <p:nvPr/>
          </p:nvCxnSpPr>
          <p:spPr>
            <a:xfrm>
              <a:off x="8442000" y="2944080"/>
              <a:ext cx="360" cy="231120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</p:grpSp>
      <p:sp>
        <p:nvSpPr>
          <p:cNvPr id="642" name="PlaceHolder 2"/>
          <p:cNvSpPr>
            <a:spLocks noGrp="1"/>
          </p:cNvSpPr>
          <p:nvPr>
            <p:ph type="sldNum" idx="1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6E35BA5F-8B2E-447C-AA3B-310A84578DB8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1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6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9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4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49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2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5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9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9" dur="2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4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Picture 3"/>
          <p:cNvPicPr/>
          <p:nvPr/>
        </p:nvPicPr>
        <p:blipFill>
          <a:blip r:embed="rId1"/>
          <a:stretch/>
        </p:blipFill>
        <p:spPr>
          <a:xfrm>
            <a:off x="886680" y="2398680"/>
            <a:ext cx="5397120" cy="356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4" name="Picture 4"/>
          <p:cNvPicPr/>
          <p:nvPr/>
        </p:nvPicPr>
        <p:blipFill>
          <a:blip r:embed="rId2"/>
          <a:stretch/>
        </p:blipFill>
        <p:spPr>
          <a:xfrm>
            <a:off x="6801840" y="2296440"/>
            <a:ext cx="4742280" cy="3514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45" name="Straight Connector 6"/>
          <p:cNvCxnSpPr/>
          <p:nvPr/>
        </p:nvCxnSpPr>
        <p:spPr>
          <a:xfrm flipH="1">
            <a:off x="5438160" y="2101320"/>
            <a:ext cx="1027440" cy="3770280"/>
          </a:xfrm>
          <a:prstGeom prst="straightConnector1">
            <a:avLst/>
          </a:prstGeom>
          <a:ln w="63500">
            <a:solidFill>
              <a:srgbClr val="C00000"/>
            </a:solidFill>
          </a:ln>
        </p:spPr>
      </p:cxnSp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1143000" y="1194120"/>
            <a:ext cx="43430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Per-router control plane</a:t>
            </a:r>
            <a:endParaRPr lang="en-US" sz="48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47" name="Title 1"/>
          <p:cNvSpPr/>
          <p:nvPr/>
        </p:nvSpPr>
        <p:spPr>
          <a:xfrm>
            <a:off x="7102800" y="1057680"/>
            <a:ext cx="4511520" cy="11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en-US" sz="48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SDN control plane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49" name="Rectangle 4"/>
          <p:cNvSpPr/>
          <p:nvPr/>
        </p:nvSpPr>
        <p:spPr>
          <a:xfrm>
            <a:off x="6761520" y="4144680"/>
            <a:ext cx="506628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link state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distance vector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 type="sldNum" idx="1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8CA5D175-4D36-4FD7-8C1B-61388C281E8A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2" name="Picture 2"/>
          <p:cNvPicPr/>
          <p:nvPr/>
        </p:nvPicPr>
        <p:blipFill>
          <a:blip r:embed="rId1"/>
          <a:stretch/>
        </p:blipFill>
        <p:spPr>
          <a:xfrm>
            <a:off x="6971040" y="167040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/>
          </p:nvPr>
        </p:nvSpPr>
        <p:spPr>
          <a:xfrm>
            <a:off x="749880" y="1443960"/>
            <a:ext cx="60343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13032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Routing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 protocol goal: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determine “good” paths (equivalently, routes), from sending hosts to receiving host, through network of routers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7880" indent="-2779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path: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sequence of routers packets traverse from given initial source host to final destination host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7880" indent="-2779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“good”: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least “cost”, “fastest”, “least congested”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7880" indent="-2779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routing: a “top-10” networking challenge!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4" name="PlaceHolder 2"/>
          <p:cNvSpPr>
            <a:spLocks noGrp="1"/>
          </p:cNvSpPr>
          <p:nvPr>
            <p:ph type="title"/>
          </p:nvPr>
        </p:nvSpPr>
        <p:spPr>
          <a:xfrm>
            <a:off x="838080" y="33372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Routing protocols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55" name="Freeform 7"/>
          <p:cNvSpPr/>
          <p:nvPr/>
        </p:nvSpPr>
        <p:spPr>
          <a:xfrm>
            <a:off x="9059040" y="2579040"/>
            <a:ext cx="1124280" cy="1337400"/>
          </a:xfrm>
          <a:custGeom>
            <a:avLst/>
            <a:gdLst>
              <a:gd name="textAreaLeft" fmla="*/ 0 w 1124280"/>
              <a:gd name="textAreaRight" fmla="*/ 1124640 w 1124280"/>
              <a:gd name="textAreaTop" fmla="*/ 0 h 1337400"/>
              <a:gd name="textAreaBottom" fmla="*/ 1337760 h 1337400"/>
              <a:gd name="GluePoint1X" fmla="*/ 343858 w 1549812"/>
              <a:gd name="GluePoint1Y" fmla="*/ 616342 h 1800235"/>
              <a:gd name="GluePoint2X" fmla="*/ 71474 w 1549812"/>
              <a:gd name="GluePoint2Y" fmla="*/ 993617 h 1800235"/>
              <a:gd name="GluePoint3X" fmla="*/ 115432 w 1549812"/>
              <a:gd name="GluePoint3Y" fmla="*/ 1704358 h 1800235"/>
              <a:gd name="GluePoint4X" fmla="*/ 1389496 w 1549812"/>
              <a:gd name="GluePoint4Y" fmla="*/ 1724347 h 1800235"/>
              <a:gd name="GluePoint5X" fmla="*/ 1514186 w 1549812"/>
              <a:gd name="GluePoint5Y" fmla="*/ 1190207 h 1800235"/>
              <a:gd name="GluePoint6X" fmla="*/ 1231629 w 1549812"/>
              <a:gd name="GluePoint6Y" fmla="*/ 930051 h 1800235"/>
              <a:gd name="GluePoint7X" fmla="*/ 1509771 w 1549812"/>
              <a:gd name="GluePoint7Y" fmla="*/ 523246 h 1800235"/>
              <a:gd name="GluePoint8X" fmla="*/ 1297997 w 1549812"/>
              <a:gd name="GluePoint8Y" fmla="*/ 131808 h 1800235"/>
              <a:gd name="GluePoint9X" fmla="*/ 820556 w 1549812"/>
              <a:gd name="GluePoint9Y" fmla="*/ 32194 h 1800235"/>
              <a:gd name="GluePoint10X" fmla="*/ 343858 w 1549812"/>
              <a:gd name="GluePoint10Y" fmla="*/ 616342 h 180023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56" name="Freeform 417"/>
          <p:cNvSpPr/>
          <p:nvPr/>
        </p:nvSpPr>
        <p:spPr>
          <a:xfrm>
            <a:off x="7347960" y="1339200"/>
            <a:ext cx="1736280" cy="1317240"/>
          </a:xfrm>
          <a:custGeom>
            <a:avLst/>
            <a:gdLst>
              <a:gd name="textAreaLeft" fmla="*/ 0 w 1736280"/>
              <a:gd name="textAreaRight" fmla="*/ 1736640 w 1736280"/>
              <a:gd name="textAreaTop" fmla="*/ 0 h 1317240"/>
              <a:gd name="textAreaBottom" fmla="*/ 1317600 h 1317240"/>
              <a:gd name="GluePoint1X" fmla="*/ 2147483646 w 1036"/>
              <a:gd name="GluePoint1Y" fmla="*/ 2147483646 h 675"/>
              <a:gd name="GluePoint2X" fmla="*/ 2147483646 w 1036"/>
              <a:gd name="GluePoint2Y" fmla="*/ 2147483646 h 675"/>
              <a:gd name="GluePoint3X" fmla="*/ 2147483646 w 1036"/>
              <a:gd name="GluePoint3Y" fmla="*/ 2147483646 h 675"/>
              <a:gd name="GluePoint4X" fmla="*/ 2147483646 w 1036"/>
              <a:gd name="GluePoint4Y" fmla="*/ 2147483646 h 675"/>
              <a:gd name="GluePoint5X" fmla="*/ 2147483646 w 1036"/>
              <a:gd name="GluePoint5Y" fmla="*/ 2147483646 h 675"/>
              <a:gd name="GluePoint6X" fmla="*/ 2147483646 w 1036"/>
              <a:gd name="GluePoint6Y" fmla="*/ 2147483646 h 675"/>
              <a:gd name="GluePoint7X" fmla="*/ 2147483646 w 1036"/>
              <a:gd name="GluePoint7Y" fmla="*/ 2147483646 h 675"/>
              <a:gd name="GluePoint8X" fmla="*/ 2147483646 w 1036"/>
              <a:gd name="GluePoint8Y" fmla="*/ 2147483646 h 675"/>
              <a:gd name="GluePoint9X" fmla="*/ 2147483646 w 1036"/>
              <a:gd name="GluePoint9Y" fmla="*/ 2147483646 h 675"/>
              <a:gd name="GluePoint10X" fmla="*/ 2147483646 w 1036"/>
              <a:gd name="GluePoint10Y" fmla="*/ 2147483646 h 675"/>
              <a:gd name="GluePoint11X" fmla="*/ 2147483646 w 1036"/>
              <a:gd name="GluePoint11Y" fmla="*/ 2147483646 h 675"/>
              <a:gd name="GluePoint12X" fmla="*/ 2147483646 w 1036"/>
              <a:gd name="GluePoint12Y" fmla="*/ 2147483646 h 675"/>
              <a:gd name="GluePoint13X" fmla="*/ 2147483646 w 1036"/>
              <a:gd name="GluePoint13Y" fmla="*/ 2147483646 h 675"/>
              <a:gd name="GluePoint14X" fmla="*/ 2147483646 w 1036"/>
              <a:gd name="GluePoint14Y" fmla="*/ 2147483646 h 675"/>
              <a:gd name="GluePoint15X" fmla="*/ 2147483646 w 1036"/>
              <a:gd name="GluePoint15Y" fmla="*/ 2147483646 h 675"/>
              <a:gd name="GluePoint16X" fmla="*/ 2147483646 w 1036"/>
              <a:gd name="GluePoint16Y" fmla="*/ 2147483646 h 675"/>
              <a:gd name="GluePoint17X" fmla="*/ 2147483646 w 1036"/>
              <a:gd name="GluePoint17Y" fmla="*/ 2147483646 h 675"/>
              <a:gd name="GluePoint18X" fmla="*/ 2147483646 w 1036"/>
              <a:gd name="GluePoint18Y" fmla="*/ 2147483646 h 67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657" name="Group 418"/>
          <p:cNvGrpSpPr/>
          <p:nvPr/>
        </p:nvGrpSpPr>
        <p:grpSpPr>
          <a:xfrm>
            <a:off x="7279200" y="2802600"/>
            <a:ext cx="1458720" cy="933120"/>
            <a:chOff x="7279200" y="2802600"/>
            <a:chExt cx="1458720" cy="933120"/>
          </a:xfrm>
        </p:grpSpPr>
        <p:sp>
          <p:nvSpPr>
            <p:cNvPr id="658" name="Rectangle 419"/>
            <p:cNvSpPr/>
            <p:nvPr/>
          </p:nvSpPr>
          <p:spPr>
            <a:xfrm>
              <a:off x="7512840" y="3066480"/>
              <a:ext cx="986760" cy="669240"/>
            </a:xfrm>
            <a:prstGeom prst="rect">
              <a:avLst/>
            </a:prstGeom>
            <a:solidFill>
              <a:srgbClr val="9CDF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AutoShape 420"/>
            <p:cNvSpPr/>
            <p:nvPr/>
          </p:nvSpPr>
          <p:spPr>
            <a:xfrm>
              <a:off x="7279200" y="2802600"/>
              <a:ext cx="1458720" cy="317520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00CC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0" name="Freeform 427"/>
          <p:cNvSpPr/>
          <p:nvPr/>
        </p:nvSpPr>
        <p:spPr>
          <a:xfrm>
            <a:off x="7786080" y="4196520"/>
            <a:ext cx="3079440" cy="1665000"/>
          </a:xfrm>
          <a:custGeom>
            <a:avLst/>
            <a:gdLst>
              <a:gd name="textAreaLeft" fmla="*/ 0 w 3079440"/>
              <a:gd name="textAreaRight" fmla="*/ 3079800 w 3079440"/>
              <a:gd name="textAreaTop" fmla="*/ 0 h 1665000"/>
              <a:gd name="textAreaBottom" fmla="*/ 1665360 h 1665000"/>
              <a:gd name="GluePoint1X" fmla="*/ 2147483646 w 1940"/>
              <a:gd name="GluePoint1Y" fmla="*/ 2147483646 h 1049"/>
              <a:gd name="GluePoint2X" fmla="*/ 2147483646 w 1940"/>
              <a:gd name="GluePoint2Y" fmla="*/ 2147483646 h 1049"/>
              <a:gd name="GluePoint3X" fmla="*/ 2147483646 w 1940"/>
              <a:gd name="GluePoint3Y" fmla="*/ 2147483646 h 1049"/>
              <a:gd name="GluePoint4X" fmla="*/ 2147483646 w 1940"/>
              <a:gd name="GluePoint4Y" fmla="*/ 2147483646 h 1049"/>
              <a:gd name="GluePoint5X" fmla="*/ 2147483646 w 1940"/>
              <a:gd name="GluePoint5Y" fmla="*/ 2147483646 h 1049"/>
              <a:gd name="GluePoint6X" fmla="*/ 2147483646 w 1940"/>
              <a:gd name="GluePoint6Y" fmla="*/ 2147483646 h 1049"/>
              <a:gd name="GluePoint7X" fmla="*/ 2147483646 w 1940"/>
              <a:gd name="GluePoint7Y" fmla="*/ 2147483646 h 1049"/>
              <a:gd name="GluePoint8X" fmla="*/ 2147483646 w 1940"/>
              <a:gd name="GluePoint8Y" fmla="*/ 2147483646 h 1049"/>
              <a:gd name="GluePoint9X" fmla="*/ 2147483646 w 1940"/>
              <a:gd name="GluePoint9Y" fmla="*/ 2147483646 h 1049"/>
              <a:gd name="GluePoint10X" fmla="*/ 2147483646 w 1940"/>
              <a:gd name="GluePoint10Y" fmla="*/ 2147483646 h 1049"/>
              <a:gd name="GluePoint11X" fmla="*/ 2147483646 w 1940"/>
              <a:gd name="GluePoint11Y" fmla="*/ 2147483646 h 1049"/>
              <a:gd name="GluePoint12X" fmla="*/ 2147483646 w 1940"/>
              <a:gd name="GluePoint12Y" fmla="*/ 2147483646 h 1049"/>
              <a:gd name="GluePoint13X" fmla="*/ 2147483646 w 1940"/>
              <a:gd name="GluePoint13Y" fmla="*/ 2147483646 h 1049"/>
              <a:gd name="GluePoint14X" fmla="*/ 2147483646 w 1940"/>
              <a:gd name="GluePoint14Y" fmla="*/ 2147483646 h 1049"/>
              <a:gd name="GluePoint15X" fmla="*/ 2147483646 w 1940"/>
              <a:gd name="GluePoint15Y" fmla="*/ 2147483646 h 1049"/>
              <a:gd name="GluePoint16X" fmla="*/ 2147483646 w 1940"/>
              <a:gd name="GluePoint16Y" fmla="*/ 2147483646 h 104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textAreaLeft" t="textAreaTop" r="textAreaRight" b="textAreaBottom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61" name="Text Box 580"/>
          <p:cNvSpPr/>
          <p:nvPr/>
        </p:nvSpPr>
        <p:spPr>
          <a:xfrm>
            <a:off x="7752960" y="1001880"/>
            <a:ext cx="1495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S PGothic"/>
              </a:rPr>
              <a:t>mobile network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Box 580"/>
          <p:cNvSpPr/>
          <p:nvPr/>
        </p:nvSpPr>
        <p:spPr>
          <a:xfrm>
            <a:off x="7380720" y="5293080"/>
            <a:ext cx="133560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S PGothic"/>
              </a:rPr>
              <a:t>enterprise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MS PGothic"/>
              </a:rPr>
              <a:t>          network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Freeform 15"/>
          <p:cNvSpPr/>
          <p:nvPr/>
        </p:nvSpPr>
        <p:spPr>
          <a:xfrm>
            <a:off x="10296000" y="2692800"/>
            <a:ext cx="1272960" cy="1935360"/>
          </a:xfrm>
          <a:custGeom>
            <a:avLst/>
            <a:gdLst>
              <a:gd name="textAreaLeft" fmla="*/ 0 w 1272960"/>
              <a:gd name="textAreaRight" fmla="*/ 1273320 w 1272960"/>
              <a:gd name="textAreaTop" fmla="*/ 0 h 1935360"/>
              <a:gd name="textAreaBottom" fmla="*/ 1935720 h 1935360"/>
              <a:gd name="GluePoint1X" fmla="*/ 35803 w 1447873"/>
              <a:gd name="GluePoint1Y" fmla="*/ 439993 h 1952840"/>
              <a:gd name="GluePoint2X" fmla="*/ 18740 w 1447873"/>
              <a:gd name="GluePoint2Y" fmla="*/ 1122579 h 1952840"/>
              <a:gd name="GluePoint3X" fmla="*/ 232695 w 1447873"/>
              <a:gd name="GluePoint3Y" fmla="*/ 1559284 h 1952840"/>
              <a:gd name="GluePoint4X" fmla="*/ 1130848 w 1447873"/>
              <a:gd name="GluePoint4Y" fmla="*/ 1925181 h 1952840"/>
              <a:gd name="GluePoint5X" fmla="*/ 1435226 w 1447873"/>
              <a:gd name="GluePoint5Y" fmla="*/ 1817827 h 1952840"/>
              <a:gd name="GluePoint6X" fmla="*/ 1393007 w 1447873"/>
              <a:gd name="GluePoint6Y" fmla="*/ 953785 h 1952840"/>
              <a:gd name="GluePoint7X" fmla="*/ 1419747 w 1447873"/>
              <a:gd name="GluePoint7Y" fmla="*/ 74455 h 1952840"/>
              <a:gd name="GluePoint8X" fmla="*/ 238903 w 1447873"/>
              <a:gd name="GluePoint8Y" fmla="*/ 52711 h 1952840"/>
              <a:gd name="GluePoint9X" fmla="*/ 35803 w 1447873"/>
              <a:gd name="GluePoint9Y" fmla="*/ 439993 h 19528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rotWithShape="0">
            <a:gsLst>
              <a:gs pos="0">
                <a:srgbClr val="9CDFF9"/>
              </a:gs>
              <a:gs pos="59000">
                <a:srgbClr val="DEEBF7"/>
              </a:gs>
              <a:gs pos="100000">
                <a:srgbClr val="FFFFFF"/>
              </a:gs>
            </a:gsLst>
            <a:lin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pSp>
        <p:nvGrpSpPr>
          <p:cNvPr id="664" name="Group 16"/>
          <p:cNvGrpSpPr/>
          <p:nvPr/>
        </p:nvGrpSpPr>
        <p:grpSpPr>
          <a:xfrm>
            <a:off x="10911600" y="3441240"/>
            <a:ext cx="686880" cy="721440"/>
            <a:chOff x="10911600" y="3441240"/>
            <a:chExt cx="686880" cy="721440"/>
          </a:xfrm>
        </p:grpSpPr>
        <p:sp>
          <p:nvSpPr>
            <p:cNvPr id="665" name="Freeform 17"/>
            <p:cNvSpPr/>
            <p:nvPr/>
          </p:nvSpPr>
          <p:spPr>
            <a:xfrm>
              <a:off x="11178720" y="3441240"/>
              <a:ext cx="419760" cy="720720"/>
            </a:xfrm>
            <a:custGeom>
              <a:avLst/>
              <a:gdLst>
                <a:gd name="textAreaLeft" fmla="*/ 0 w 419760"/>
                <a:gd name="textAreaRight" fmla="*/ 420120 w 419760"/>
                <a:gd name="textAreaTop" fmla="*/ 0 h 720720"/>
                <a:gd name="textAreaBottom" fmla="*/ 721080 h 720720"/>
                <a:gd name="GluePoint1X" fmla="*/ 10856 w 524651"/>
                <a:gd name="GluePoint1Y" fmla="*/ 658506 h 662124"/>
                <a:gd name="GluePoint2X" fmla="*/ 0 w 524651"/>
                <a:gd name="GluePoint2Y" fmla="*/ 83217 h 662124"/>
                <a:gd name="GluePoint3X" fmla="*/ 249661 w 524651"/>
                <a:gd name="GluePoint3Y" fmla="*/ 0 h 662124"/>
                <a:gd name="GluePoint4X" fmla="*/ 521033 w 524651"/>
                <a:gd name="GluePoint4Y" fmla="*/ 68746 h 662124"/>
                <a:gd name="GluePoint5X" fmla="*/ 524651 w 524651"/>
                <a:gd name="GluePoint5Y" fmla="*/ 662124 h 662124"/>
                <a:gd name="GluePoint6X" fmla="*/ 10856 w 524651"/>
                <a:gd name="GluePoint6Y" fmla="*/ 658506 h 662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66" name="Freeform 18"/>
            <p:cNvSpPr/>
            <p:nvPr/>
          </p:nvSpPr>
          <p:spPr>
            <a:xfrm>
              <a:off x="10911600" y="3626640"/>
              <a:ext cx="521280" cy="535680"/>
            </a:xfrm>
            <a:custGeom>
              <a:avLst/>
              <a:gdLst>
                <a:gd name="textAreaLeft" fmla="*/ 0 w 521280"/>
                <a:gd name="textAreaRight" fmla="*/ 521640 w 521280"/>
                <a:gd name="textAreaTop" fmla="*/ 0 h 535680"/>
                <a:gd name="textAreaBottom" fmla="*/ 536040 h 535680"/>
                <a:gd name="GluePoint1X" fmla="*/ 3618 w 651290"/>
                <a:gd name="GluePoint1Y" fmla="*/ 492070 h 492070"/>
                <a:gd name="GluePoint2X" fmla="*/ 0 w 651290"/>
                <a:gd name="GluePoint2Y" fmla="*/ 141108 h 492070"/>
                <a:gd name="GluePoint3X" fmla="*/ 423338 w 651290"/>
                <a:gd name="GluePoint3Y" fmla="*/ 0 h 492070"/>
                <a:gd name="GluePoint4X" fmla="*/ 647672 w 651290"/>
                <a:gd name="GluePoint4Y" fmla="*/ 57891 h 492070"/>
                <a:gd name="GluePoint5X" fmla="*/ 651290 w 651290"/>
                <a:gd name="GluePoint5Y" fmla="*/ 492070 h 492070"/>
                <a:gd name="GluePoint6X" fmla="*/ 3618 w 651290"/>
                <a:gd name="GluePoint6Y" fmla="*/ 492070 h 4920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667" name="Straight Connector 19"/>
            <p:cNvCxnSpPr/>
            <p:nvPr/>
          </p:nvCxnSpPr>
          <p:spPr>
            <a:xfrm flipV="1">
              <a:off x="10965240" y="3744360"/>
              <a:ext cx="236880" cy="80280"/>
            </a:xfrm>
            <a:prstGeom prst="straightConnector1">
              <a:avLst/>
            </a:prstGeom>
            <a:ln w="44450">
              <a:solidFill>
                <a:srgbClr val="FFFFFF"/>
              </a:solidFill>
            </a:ln>
          </p:spPr>
        </p:cxnSp>
        <p:cxnSp>
          <p:nvCxnSpPr>
            <p:cNvPr id="668" name="Straight Connector 20"/>
            <p:cNvCxnSpPr/>
            <p:nvPr/>
          </p:nvCxnSpPr>
          <p:spPr>
            <a:xfrm flipV="1">
              <a:off x="10969200" y="3997440"/>
              <a:ext cx="232920" cy="18360"/>
            </a:xfrm>
            <a:prstGeom prst="straightConnector1">
              <a:avLst/>
            </a:prstGeom>
            <a:ln w="44450">
              <a:solidFill>
                <a:srgbClr val="FFFFFF"/>
              </a:solidFill>
            </a:ln>
          </p:spPr>
        </p:cxnSp>
        <p:cxnSp>
          <p:nvCxnSpPr>
            <p:cNvPr id="669" name="Straight Connector 21"/>
            <p:cNvCxnSpPr/>
            <p:nvPr/>
          </p:nvCxnSpPr>
          <p:spPr>
            <a:xfrm flipV="1">
              <a:off x="10969200" y="3877560"/>
              <a:ext cx="232920" cy="52920"/>
            </a:xfrm>
            <a:prstGeom prst="straightConnector1">
              <a:avLst/>
            </a:prstGeom>
            <a:ln w="44450">
              <a:solidFill>
                <a:srgbClr val="FFFFFF"/>
              </a:solidFill>
            </a:ln>
          </p:spPr>
        </p:cxnSp>
        <p:cxnSp>
          <p:nvCxnSpPr>
            <p:cNvPr id="670" name="Straight Connector 22"/>
            <p:cNvCxnSpPr/>
            <p:nvPr/>
          </p:nvCxnSpPr>
          <p:spPr>
            <a:xfrm>
              <a:off x="10964880" y="4097880"/>
              <a:ext cx="237240" cy="360"/>
            </a:xfrm>
            <a:prstGeom prst="straightConnector1">
              <a:avLst/>
            </a:prstGeom>
            <a:ln w="44450">
              <a:solidFill>
                <a:srgbClr val="FFFFFF"/>
              </a:solidFill>
            </a:ln>
          </p:spPr>
        </p:cxnSp>
        <p:cxnSp>
          <p:nvCxnSpPr>
            <p:cNvPr id="671" name="Straight Connector 23"/>
            <p:cNvCxnSpPr/>
            <p:nvPr/>
          </p:nvCxnSpPr>
          <p:spPr>
            <a:xfrm flipV="1">
              <a:off x="11509560" y="3567240"/>
              <a:ext cx="360" cy="507240"/>
            </a:xfrm>
            <a:prstGeom prst="straightConnector1">
              <a:avLst/>
            </a:prstGeom>
            <a:ln w="44450">
              <a:solidFill>
                <a:srgbClr val="FFFFFF"/>
              </a:solidFill>
              <a:prstDash val="sysDash"/>
            </a:ln>
          </p:spPr>
        </p:cxnSp>
        <p:cxnSp>
          <p:nvCxnSpPr>
            <p:cNvPr id="672" name="Straight Connector 24"/>
            <p:cNvCxnSpPr/>
            <p:nvPr/>
          </p:nvCxnSpPr>
          <p:spPr>
            <a:xfrm>
              <a:off x="11252160" y="3643200"/>
              <a:ext cx="360" cy="519840"/>
            </a:xfrm>
            <a:prstGeom prst="straightConnector1">
              <a:avLst/>
            </a:prstGeom>
            <a:ln w="15875">
              <a:solidFill>
                <a:srgbClr val="0000A8"/>
              </a:solidFill>
            </a:ln>
          </p:spPr>
        </p:cxnSp>
      </p:grpSp>
      <p:grpSp>
        <p:nvGrpSpPr>
          <p:cNvPr id="673" name="Group 25"/>
          <p:cNvGrpSpPr/>
          <p:nvPr/>
        </p:nvGrpSpPr>
        <p:grpSpPr>
          <a:xfrm>
            <a:off x="10845000" y="2707560"/>
            <a:ext cx="594360" cy="648000"/>
            <a:chOff x="10845000" y="2707560"/>
            <a:chExt cx="594360" cy="648000"/>
          </a:xfrm>
        </p:grpSpPr>
        <p:sp>
          <p:nvSpPr>
            <p:cNvPr id="674" name="Freeform 26"/>
            <p:cNvSpPr/>
            <p:nvPr/>
          </p:nvSpPr>
          <p:spPr>
            <a:xfrm>
              <a:off x="11076120" y="2707560"/>
              <a:ext cx="363240" cy="647640"/>
            </a:xfrm>
            <a:custGeom>
              <a:avLst/>
              <a:gdLst>
                <a:gd name="textAreaLeft" fmla="*/ 0 w 363240"/>
                <a:gd name="textAreaRight" fmla="*/ 363600 w 363240"/>
                <a:gd name="textAreaTop" fmla="*/ 0 h 647640"/>
                <a:gd name="textAreaBottom" fmla="*/ 648000 h 647640"/>
                <a:gd name="GluePoint1X" fmla="*/ 10856 w 524651"/>
                <a:gd name="GluePoint1Y" fmla="*/ 658506 h 662124"/>
                <a:gd name="GluePoint2X" fmla="*/ 0 w 524651"/>
                <a:gd name="GluePoint2Y" fmla="*/ 83217 h 662124"/>
                <a:gd name="GluePoint3X" fmla="*/ 249661 w 524651"/>
                <a:gd name="GluePoint3Y" fmla="*/ 0 h 662124"/>
                <a:gd name="GluePoint4X" fmla="*/ 521033 w 524651"/>
                <a:gd name="GluePoint4Y" fmla="*/ 68746 h 662124"/>
                <a:gd name="GluePoint5X" fmla="*/ 524651 w 524651"/>
                <a:gd name="GluePoint5Y" fmla="*/ 662124 h 662124"/>
                <a:gd name="GluePoint6X" fmla="*/ 10856 w 524651"/>
                <a:gd name="GluePoint6Y" fmla="*/ 658506 h 662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75" name="Freeform 27"/>
            <p:cNvSpPr/>
            <p:nvPr/>
          </p:nvSpPr>
          <p:spPr>
            <a:xfrm>
              <a:off x="10845000" y="2873880"/>
              <a:ext cx="450720" cy="481320"/>
            </a:xfrm>
            <a:custGeom>
              <a:avLst/>
              <a:gdLst>
                <a:gd name="textAreaLeft" fmla="*/ 0 w 450720"/>
                <a:gd name="textAreaRight" fmla="*/ 451080 w 450720"/>
                <a:gd name="textAreaTop" fmla="*/ 0 h 481320"/>
                <a:gd name="textAreaBottom" fmla="*/ 481680 h 481320"/>
                <a:gd name="GluePoint1X" fmla="*/ 3618 w 651290"/>
                <a:gd name="GluePoint1Y" fmla="*/ 492070 h 492070"/>
                <a:gd name="GluePoint2X" fmla="*/ 0 w 651290"/>
                <a:gd name="GluePoint2Y" fmla="*/ 141108 h 492070"/>
                <a:gd name="GluePoint3X" fmla="*/ 423338 w 651290"/>
                <a:gd name="GluePoint3Y" fmla="*/ 0 h 492070"/>
                <a:gd name="GluePoint4X" fmla="*/ 647672 w 651290"/>
                <a:gd name="GluePoint4Y" fmla="*/ 57891 h 492070"/>
                <a:gd name="GluePoint5X" fmla="*/ 651290 w 651290"/>
                <a:gd name="GluePoint5Y" fmla="*/ 492070 h 492070"/>
                <a:gd name="GluePoint6X" fmla="*/ 3618 w 651290"/>
                <a:gd name="GluePoint6Y" fmla="*/ 492070 h 4920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676" name="Straight Connector 28"/>
            <p:cNvCxnSpPr/>
            <p:nvPr/>
          </p:nvCxnSpPr>
          <p:spPr>
            <a:xfrm flipV="1">
              <a:off x="10891440" y="2979720"/>
              <a:ext cx="204840" cy="72360"/>
            </a:xfrm>
            <a:prstGeom prst="straightConnector1">
              <a:avLst/>
            </a:prstGeom>
            <a:ln w="44450">
              <a:solidFill>
                <a:srgbClr val="FFFFFF"/>
              </a:solidFill>
            </a:ln>
          </p:spPr>
        </p:cxnSp>
        <p:cxnSp>
          <p:nvCxnSpPr>
            <p:cNvPr id="677" name="Straight Connector 29"/>
            <p:cNvCxnSpPr/>
            <p:nvPr/>
          </p:nvCxnSpPr>
          <p:spPr>
            <a:xfrm flipV="1">
              <a:off x="10894680" y="3206880"/>
              <a:ext cx="201600" cy="16920"/>
            </a:xfrm>
            <a:prstGeom prst="straightConnector1">
              <a:avLst/>
            </a:prstGeom>
            <a:ln w="44450">
              <a:solidFill>
                <a:srgbClr val="FFFFFF"/>
              </a:solidFill>
            </a:ln>
          </p:spPr>
        </p:cxnSp>
        <p:cxnSp>
          <p:nvCxnSpPr>
            <p:cNvPr id="678" name="Straight Connector 30"/>
            <p:cNvCxnSpPr/>
            <p:nvPr/>
          </p:nvCxnSpPr>
          <p:spPr>
            <a:xfrm flipV="1">
              <a:off x="10894680" y="3099240"/>
              <a:ext cx="201600" cy="47880"/>
            </a:xfrm>
            <a:prstGeom prst="straightConnector1">
              <a:avLst/>
            </a:prstGeom>
            <a:ln w="44450">
              <a:solidFill>
                <a:srgbClr val="FFFFFF"/>
              </a:solidFill>
            </a:ln>
          </p:spPr>
        </p:cxnSp>
        <p:cxnSp>
          <p:nvCxnSpPr>
            <p:cNvPr id="679" name="Straight Connector 31"/>
            <p:cNvCxnSpPr/>
            <p:nvPr/>
          </p:nvCxnSpPr>
          <p:spPr>
            <a:xfrm>
              <a:off x="10891080" y="3297240"/>
              <a:ext cx="205200" cy="360"/>
            </a:xfrm>
            <a:prstGeom prst="straightConnector1">
              <a:avLst/>
            </a:prstGeom>
            <a:ln w="44450">
              <a:solidFill>
                <a:srgbClr val="FFFFFF"/>
              </a:solidFill>
            </a:ln>
          </p:spPr>
        </p:cxnSp>
        <p:cxnSp>
          <p:nvCxnSpPr>
            <p:cNvPr id="680" name="Straight Connector 32"/>
            <p:cNvCxnSpPr/>
            <p:nvPr/>
          </p:nvCxnSpPr>
          <p:spPr>
            <a:xfrm flipV="1">
              <a:off x="11362320" y="2820600"/>
              <a:ext cx="360" cy="455760"/>
            </a:xfrm>
            <a:prstGeom prst="straightConnector1">
              <a:avLst/>
            </a:prstGeom>
            <a:ln w="44450">
              <a:solidFill>
                <a:srgbClr val="FFFFFF"/>
              </a:solidFill>
              <a:prstDash val="sysDash"/>
            </a:ln>
          </p:spPr>
        </p:cxnSp>
        <p:cxnSp>
          <p:nvCxnSpPr>
            <p:cNvPr id="681" name="Straight Connector 33"/>
            <p:cNvCxnSpPr/>
            <p:nvPr/>
          </p:nvCxnSpPr>
          <p:spPr>
            <a:xfrm>
              <a:off x="11139480" y="2889000"/>
              <a:ext cx="360" cy="466920"/>
            </a:xfrm>
            <a:prstGeom prst="straightConnector1">
              <a:avLst/>
            </a:prstGeom>
            <a:ln w="15875">
              <a:solidFill>
                <a:srgbClr val="0000A8"/>
              </a:solidFill>
            </a:ln>
          </p:spPr>
        </p:cxnSp>
      </p:grpSp>
      <p:sp>
        <p:nvSpPr>
          <p:cNvPr id="682" name="Freeform 34"/>
          <p:cNvSpPr/>
          <p:nvPr/>
        </p:nvSpPr>
        <p:spPr>
          <a:xfrm>
            <a:off x="9614520" y="1295280"/>
            <a:ext cx="1497600" cy="1386000"/>
          </a:xfrm>
          <a:custGeom>
            <a:avLst/>
            <a:gdLst>
              <a:gd name="textAreaLeft" fmla="*/ 0 w 1497600"/>
              <a:gd name="textAreaRight" fmla="*/ 1497960 w 1497600"/>
              <a:gd name="textAreaTop" fmla="*/ 0 h 1386000"/>
              <a:gd name="textAreaBottom" fmla="*/ 1386360 h 1386000"/>
              <a:gd name="GluePoint1X" fmla="*/ 147252 w 1634267"/>
              <a:gd name="GluePoint1Y" fmla="*/ 113266 h 1796376"/>
              <a:gd name="GluePoint2X" fmla="*/ 131452 w 1634267"/>
              <a:gd name="GluePoint2Y" fmla="*/ 927943 h 1796376"/>
              <a:gd name="GluePoint3X" fmla="*/ 516868 w 1634267"/>
              <a:gd name="GluePoint3Y" fmla="*/ 1749191 h 1796376"/>
              <a:gd name="GluePoint4X" fmla="*/ 1158108 w 1634267"/>
              <a:gd name="GluePoint4Y" fmla="*/ 1552442 h 1796376"/>
              <a:gd name="GluePoint5X" fmla="*/ 1598914 w 1634267"/>
              <a:gd name="GluePoint5Y" fmla="*/ 1498556 h 1796376"/>
              <a:gd name="GluePoint6X" fmla="*/ 1599962 w 1634267"/>
              <a:gd name="GluePoint6Y" fmla="*/ 660599 h 1796376"/>
              <a:gd name="GluePoint7X" fmla="*/ 1539426 w 1634267"/>
              <a:gd name="GluePoint7Y" fmla="*/ 79335 h 1796376"/>
              <a:gd name="GluePoint8X" fmla="*/ 970536 w 1634267"/>
              <a:gd name="GluePoint8Y" fmla="*/ 8948 h 1796376"/>
              <a:gd name="GluePoint9X" fmla="*/ 147252 w 1634267"/>
              <a:gd name="GluePoint9Y" fmla="*/ 113266 h 1796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rotWithShape="0">
            <a:gsLst>
              <a:gs pos="0">
                <a:srgbClr val="9CDFF9"/>
              </a:gs>
              <a:gs pos="57000">
                <a:srgbClr val="DEEBF7"/>
              </a:gs>
              <a:gs pos="100000">
                <a:srgbClr val="FFFFFF"/>
              </a:gs>
            </a:gsLst>
            <a:lin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83" name="TextBox 35"/>
          <p:cNvSpPr/>
          <p:nvPr/>
        </p:nvSpPr>
        <p:spPr>
          <a:xfrm>
            <a:off x="9501120" y="1364400"/>
            <a:ext cx="1970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national or global ISP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Rectangle 36"/>
          <p:cNvSpPr/>
          <p:nvPr/>
        </p:nvSpPr>
        <p:spPr>
          <a:xfrm>
            <a:off x="9352800" y="3191040"/>
            <a:ext cx="305280" cy="197640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85" name="TextBox 37"/>
          <p:cNvSpPr/>
          <p:nvPr/>
        </p:nvSpPr>
        <p:spPr>
          <a:xfrm>
            <a:off x="10991520" y="4191120"/>
            <a:ext cx="89028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datacenter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network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6" name="Straight Connector 38"/>
          <p:cNvCxnSpPr/>
          <p:nvPr/>
        </p:nvCxnSpPr>
        <p:spPr>
          <a:xfrm flipH="1" flipV="1">
            <a:off x="10633320" y="3093120"/>
            <a:ext cx="413640" cy="64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87" name="Straight Connector 39"/>
          <p:cNvCxnSpPr/>
          <p:nvPr/>
        </p:nvCxnSpPr>
        <p:spPr>
          <a:xfrm flipH="1" flipV="1">
            <a:off x="10734480" y="3153960"/>
            <a:ext cx="346320" cy="7390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88" name="Straight Connector 40"/>
          <p:cNvCxnSpPr/>
          <p:nvPr/>
        </p:nvCxnSpPr>
        <p:spPr>
          <a:xfrm flipV="1">
            <a:off x="10710360" y="3146400"/>
            <a:ext cx="336600" cy="3960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89" name="Straight Connector 41"/>
          <p:cNvCxnSpPr/>
          <p:nvPr/>
        </p:nvCxnSpPr>
        <p:spPr>
          <a:xfrm flipV="1">
            <a:off x="10644480" y="3107880"/>
            <a:ext cx="360" cy="486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90" name="Straight Connector 42"/>
          <p:cNvCxnSpPr/>
          <p:nvPr/>
        </p:nvCxnSpPr>
        <p:spPr>
          <a:xfrm flipH="1" flipV="1">
            <a:off x="10624320" y="3584880"/>
            <a:ext cx="508680" cy="3488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91" name="Straight Connector 43"/>
          <p:cNvCxnSpPr/>
          <p:nvPr/>
        </p:nvCxnSpPr>
        <p:spPr>
          <a:xfrm flipH="1">
            <a:off x="9968760" y="3600720"/>
            <a:ext cx="6559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92" name="Straight Connector 44"/>
          <p:cNvCxnSpPr/>
          <p:nvPr/>
        </p:nvCxnSpPr>
        <p:spPr>
          <a:xfrm flipH="1">
            <a:off x="9293040" y="3600720"/>
            <a:ext cx="6559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93" name="Straight Connector 45"/>
          <p:cNvCxnSpPr/>
          <p:nvPr/>
        </p:nvCxnSpPr>
        <p:spPr>
          <a:xfrm flipH="1">
            <a:off x="9350280" y="3020760"/>
            <a:ext cx="383040" cy="5173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94" name="Straight Connector 46"/>
          <p:cNvCxnSpPr/>
          <p:nvPr/>
        </p:nvCxnSpPr>
        <p:spPr>
          <a:xfrm>
            <a:off x="9806760" y="3020760"/>
            <a:ext cx="360" cy="540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95" name="Straight Connector 47"/>
          <p:cNvCxnSpPr/>
          <p:nvPr/>
        </p:nvCxnSpPr>
        <p:spPr>
          <a:xfrm>
            <a:off x="10211400" y="2267640"/>
            <a:ext cx="488520" cy="8398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696" name="Straight Connector 48"/>
          <p:cNvCxnSpPr/>
          <p:nvPr/>
        </p:nvCxnSpPr>
        <p:spPr>
          <a:xfrm flipH="1">
            <a:off x="9872280" y="2208240"/>
            <a:ext cx="380880" cy="695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grpSp>
        <p:nvGrpSpPr>
          <p:cNvPr id="697" name="Group 49"/>
          <p:cNvGrpSpPr/>
          <p:nvPr/>
        </p:nvGrpSpPr>
        <p:grpSpPr>
          <a:xfrm>
            <a:off x="7635960" y="1640520"/>
            <a:ext cx="3578760" cy="3640320"/>
            <a:chOff x="7635960" y="1640520"/>
            <a:chExt cx="3578760" cy="3640320"/>
          </a:xfrm>
        </p:grpSpPr>
        <p:grpSp>
          <p:nvGrpSpPr>
            <p:cNvPr id="698" name="Group 50"/>
            <p:cNvGrpSpPr/>
            <p:nvPr/>
          </p:nvGrpSpPr>
          <p:grpSpPr>
            <a:xfrm>
              <a:off x="7930800" y="1640520"/>
              <a:ext cx="3283920" cy="3640320"/>
              <a:chOff x="7930800" y="1640520"/>
              <a:chExt cx="3283920" cy="3640320"/>
            </a:xfrm>
          </p:grpSpPr>
          <p:sp>
            <p:nvSpPr>
              <p:cNvPr id="699" name="Line 428"/>
              <p:cNvSpPr/>
              <p:nvPr/>
            </p:nvSpPr>
            <p:spPr>
              <a:xfrm flipH="1" flipV="1">
                <a:off x="10053360" y="4574520"/>
                <a:ext cx="7560" cy="3880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0" name="Line 430"/>
              <p:cNvSpPr/>
              <p:nvPr/>
            </p:nvSpPr>
            <p:spPr>
              <a:xfrm>
                <a:off x="10226160" y="4975560"/>
                <a:ext cx="114480" cy="3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1" name="Line 431"/>
              <p:cNvSpPr/>
              <p:nvPr/>
            </p:nvSpPr>
            <p:spPr>
              <a:xfrm>
                <a:off x="9506520" y="4351680"/>
                <a:ext cx="524520" cy="26136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2" name="Line 432"/>
              <p:cNvSpPr/>
              <p:nvPr/>
            </p:nvSpPr>
            <p:spPr>
              <a:xfrm flipV="1">
                <a:off x="8923680" y="4351680"/>
                <a:ext cx="569160" cy="24624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3" name="Line 433"/>
              <p:cNvSpPr/>
              <p:nvPr/>
            </p:nvSpPr>
            <p:spPr>
              <a:xfrm>
                <a:off x="8895240" y="4622040"/>
                <a:ext cx="1030680" cy="36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4" name="Line 435"/>
              <p:cNvSpPr/>
              <p:nvPr/>
            </p:nvSpPr>
            <p:spPr>
              <a:xfrm>
                <a:off x="8283600" y="4630320"/>
                <a:ext cx="226800" cy="12708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5" name="Line 436"/>
              <p:cNvSpPr/>
              <p:nvPr/>
            </p:nvSpPr>
            <p:spPr>
              <a:xfrm flipV="1">
                <a:off x="8021880" y="4803480"/>
                <a:ext cx="412920" cy="12708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6" name="Line 439"/>
              <p:cNvSpPr/>
              <p:nvPr/>
            </p:nvSpPr>
            <p:spPr>
              <a:xfrm flipH="1">
                <a:off x="8447400" y="4795200"/>
                <a:ext cx="68040" cy="29412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7" name="Line 440"/>
              <p:cNvSpPr/>
              <p:nvPr/>
            </p:nvSpPr>
            <p:spPr>
              <a:xfrm flipH="1" flipV="1">
                <a:off x="8562240" y="4821120"/>
                <a:ext cx="280440" cy="26964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8" name="Line 441"/>
              <p:cNvSpPr/>
              <p:nvPr/>
            </p:nvSpPr>
            <p:spPr>
              <a:xfrm>
                <a:off x="8562240" y="4771080"/>
                <a:ext cx="914400" cy="46872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9" name="Line 443"/>
              <p:cNvSpPr/>
              <p:nvPr/>
            </p:nvSpPr>
            <p:spPr>
              <a:xfrm>
                <a:off x="8321400" y="3342960"/>
                <a:ext cx="360" cy="13176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10" name="Line 449"/>
              <p:cNvSpPr/>
              <p:nvPr/>
            </p:nvSpPr>
            <p:spPr>
              <a:xfrm flipV="1">
                <a:off x="7930800" y="3554280"/>
                <a:ext cx="168120" cy="324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1760" rIns="90000" bIns="-417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11" name="Line 428"/>
              <p:cNvSpPr/>
              <p:nvPr/>
            </p:nvSpPr>
            <p:spPr>
              <a:xfrm flipH="1" flipV="1">
                <a:off x="10141920" y="4914000"/>
                <a:ext cx="1440" cy="3668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12" name="Line 440"/>
              <p:cNvSpPr/>
              <p:nvPr/>
            </p:nvSpPr>
            <p:spPr>
              <a:xfrm flipV="1">
                <a:off x="8533080" y="4549680"/>
                <a:ext cx="404280" cy="20772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713" name="Straight Connector 69"/>
              <p:cNvCxnSpPr/>
              <p:nvPr/>
            </p:nvCxnSpPr>
            <p:spPr>
              <a:xfrm flipH="1">
                <a:off x="10174320" y="1682640"/>
                <a:ext cx="761760" cy="57780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cxnSp>
            <p:nvCxnSpPr>
              <p:cNvPr id="714" name="Straight Connector 70"/>
              <p:cNvCxnSpPr/>
              <p:nvPr/>
            </p:nvCxnSpPr>
            <p:spPr>
              <a:xfrm flipH="1">
                <a:off x="10174320" y="1781280"/>
                <a:ext cx="4320" cy="51912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cxnSp>
            <p:nvCxnSpPr>
              <p:cNvPr id="715" name="Straight Connector 71"/>
              <p:cNvCxnSpPr/>
              <p:nvPr/>
            </p:nvCxnSpPr>
            <p:spPr>
              <a:xfrm flipH="1">
                <a:off x="10745640" y="1713600"/>
                <a:ext cx="149760" cy="51876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cxnSp>
            <p:nvCxnSpPr>
              <p:cNvPr id="716" name="Straight Connector 72"/>
              <p:cNvCxnSpPr/>
              <p:nvPr/>
            </p:nvCxnSpPr>
            <p:spPr>
              <a:xfrm flipH="1">
                <a:off x="10215720" y="2232000"/>
                <a:ext cx="574560" cy="2844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cxnSp>
            <p:nvCxnSpPr>
              <p:cNvPr id="717" name="Straight Connector 73"/>
              <p:cNvCxnSpPr/>
              <p:nvPr/>
            </p:nvCxnSpPr>
            <p:spPr>
              <a:xfrm flipH="1">
                <a:off x="10143000" y="1682640"/>
                <a:ext cx="789120" cy="9900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cxnSp>
            <p:nvCxnSpPr>
              <p:cNvPr id="718" name="Straight Connector 74"/>
              <p:cNvCxnSpPr/>
              <p:nvPr/>
            </p:nvCxnSpPr>
            <p:spPr>
              <a:xfrm flipH="1">
                <a:off x="10935720" y="1640520"/>
                <a:ext cx="279360" cy="4248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cxnSp>
            <p:nvCxnSpPr>
              <p:cNvPr id="719" name="Straight Connector 75"/>
              <p:cNvCxnSpPr/>
              <p:nvPr/>
            </p:nvCxnSpPr>
            <p:spPr>
              <a:xfrm flipH="1" flipV="1">
                <a:off x="10755720" y="2232000"/>
                <a:ext cx="353880" cy="6840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cxnSp>
            <p:nvCxnSpPr>
              <p:cNvPr id="720" name="Straight Connector 76"/>
              <p:cNvCxnSpPr/>
              <p:nvPr/>
            </p:nvCxnSpPr>
            <p:spPr>
              <a:xfrm flipH="1">
                <a:off x="8842680" y="1781280"/>
                <a:ext cx="1300680" cy="60732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sp>
            <p:nvSpPr>
              <p:cNvPr id="721" name="Line 541"/>
              <p:cNvSpPr/>
              <p:nvPr/>
            </p:nvSpPr>
            <p:spPr>
              <a:xfrm flipV="1">
                <a:off x="9452160" y="3626640"/>
                <a:ext cx="429480" cy="70560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2" name="Line 424"/>
              <p:cNvSpPr/>
              <p:nvPr/>
            </p:nvSpPr>
            <p:spPr>
              <a:xfrm flipV="1">
                <a:off x="8318160" y="3560760"/>
                <a:ext cx="969120" cy="288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2120" rIns="90000" bIns="-42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723" name="Picture 778" descr="antenna_radiation_stylized"/>
            <p:cNvPicPr/>
            <p:nvPr/>
          </p:nvPicPr>
          <p:blipFill>
            <a:blip r:embed="rId1"/>
            <a:stretch/>
          </p:blipFill>
          <p:spPr>
            <a:xfrm>
              <a:off x="7635960" y="3327120"/>
              <a:ext cx="506160" cy="105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4" name="Picture 781" descr="antenna_radiation_stylized"/>
            <p:cNvPicPr/>
            <p:nvPr/>
          </p:nvPicPr>
          <p:blipFill>
            <a:blip r:embed="rId2"/>
            <a:stretch/>
          </p:blipFill>
          <p:spPr>
            <a:xfrm>
              <a:off x="9315720" y="4994280"/>
              <a:ext cx="451800" cy="9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5" name="Picture 799" descr="cell_tower_radiation copy"/>
            <p:cNvPicPr/>
            <p:nvPr/>
          </p:nvPicPr>
          <p:blipFill>
            <a:blip r:embed="rId3"/>
            <a:stretch/>
          </p:blipFill>
          <p:spPr>
            <a:xfrm>
              <a:off x="8054640" y="1671480"/>
              <a:ext cx="456840" cy="332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26" name="Oval 800"/>
            <p:cNvSpPr/>
            <p:nvPr/>
          </p:nvSpPr>
          <p:spPr>
            <a:xfrm>
              <a:off x="8248320" y="1806480"/>
              <a:ext cx="52200" cy="489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10440" rIns="90000" bIns="-104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7" name="Line 426"/>
          <p:cNvSpPr/>
          <p:nvPr/>
        </p:nvSpPr>
        <p:spPr>
          <a:xfrm>
            <a:off x="8281440" y="2213640"/>
            <a:ext cx="227880" cy="1742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728" name="Group 783"/>
          <p:cNvGrpSpPr/>
          <p:nvPr/>
        </p:nvGrpSpPr>
        <p:grpSpPr>
          <a:xfrm>
            <a:off x="8124120" y="1822680"/>
            <a:ext cx="298440" cy="463680"/>
            <a:chOff x="8124120" y="1822680"/>
            <a:chExt cx="298440" cy="463680"/>
          </a:xfrm>
        </p:grpSpPr>
        <p:sp>
          <p:nvSpPr>
            <p:cNvPr id="729" name="Line 270"/>
            <p:cNvSpPr/>
            <p:nvPr/>
          </p:nvSpPr>
          <p:spPr>
            <a:xfrm flipH="1">
              <a:off x="8124120" y="1822680"/>
              <a:ext cx="149400" cy="42012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0" name="Line 271"/>
            <p:cNvSpPr/>
            <p:nvPr/>
          </p:nvSpPr>
          <p:spPr>
            <a:xfrm>
              <a:off x="8273520" y="1822680"/>
              <a:ext cx="149040" cy="41832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1" name="Line 272"/>
            <p:cNvSpPr/>
            <p:nvPr/>
          </p:nvSpPr>
          <p:spPr>
            <a:xfrm>
              <a:off x="8124120" y="2241000"/>
              <a:ext cx="149400" cy="45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60" rIns="90000" bIns="3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2" name="Line 273"/>
            <p:cNvSpPr/>
            <p:nvPr/>
          </p:nvSpPr>
          <p:spPr>
            <a:xfrm flipH="1">
              <a:off x="8273520" y="2241000"/>
              <a:ext cx="149040" cy="45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60" rIns="90000" bIns="3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3" name="Line 274"/>
            <p:cNvSpPr/>
            <p:nvPr/>
          </p:nvSpPr>
          <p:spPr>
            <a:xfrm>
              <a:off x="8273520" y="1832040"/>
              <a:ext cx="360" cy="45432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4" name="Line 275"/>
            <p:cNvSpPr/>
            <p:nvPr/>
          </p:nvSpPr>
          <p:spPr>
            <a:xfrm flipV="1">
              <a:off x="8124120" y="2197800"/>
              <a:ext cx="149400" cy="4500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0" rIns="9000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5" name="Line 276"/>
            <p:cNvSpPr/>
            <p:nvPr/>
          </p:nvSpPr>
          <p:spPr>
            <a:xfrm flipH="1" flipV="1">
              <a:off x="8273520" y="2197800"/>
              <a:ext cx="149040" cy="4320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800" rIns="90000" bIns="-1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6" name="Line 277"/>
            <p:cNvSpPr/>
            <p:nvPr/>
          </p:nvSpPr>
          <p:spPr>
            <a:xfrm>
              <a:off x="8187480" y="2060280"/>
              <a:ext cx="86040" cy="3420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0800" rIns="90000" bIns="-10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7" name="Line 278"/>
            <p:cNvSpPr/>
            <p:nvPr/>
          </p:nvSpPr>
          <p:spPr>
            <a:xfrm flipV="1">
              <a:off x="8273520" y="2060280"/>
              <a:ext cx="90360" cy="3420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0800" rIns="90000" bIns="-10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8" name="Line 279"/>
            <p:cNvSpPr/>
            <p:nvPr/>
          </p:nvSpPr>
          <p:spPr>
            <a:xfrm>
              <a:off x="8159040" y="2121480"/>
              <a:ext cx="110880" cy="4680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800" rIns="90000" bIns="1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9" name="Line 280"/>
            <p:cNvSpPr/>
            <p:nvPr/>
          </p:nvSpPr>
          <p:spPr>
            <a:xfrm flipV="1">
              <a:off x="8273520" y="2130840"/>
              <a:ext cx="111240" cy="4140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600" rIns="90000" bIns="-3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0" name="Line 281"/>
            <p:cNvSpPr/>
            <p:nvPr/>
          </p:nvSpPr>
          <p:spPr>
            <a:xfrm flipV="1">
              <a:off x="8273520" y="1996920"/>
              <a:ext cx="56880" cy="1692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8080" rIns="90000" bIns="-28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1" name="Line 282"/>
            <p:cNvSpPr/>
            <p:nvPr/>
          </p:nvSpPr>
          <p:spPr>
            <a:xfrm flipV="1">
              <a:off x="8273520" y="1910160"/>
              <a:ext cx="35640" cy="129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2040" rIns="90000" bIns="-320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2" name="Line 283"/>
            <p:cNvSpPr/>
            <p:nvPr/>
          </p:nvSpPr>
          <p:spPr>
            <a:xfrm>
              <a:off x="8209440" y="1991520"/>
              <a:ext cx="69120" cy="2232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2680" rIns="90000" bIns="-22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3" name="Line 284"/>
            <p:cNvSpPr/>
            <p:nvPr/>
          </p:nvSpPr>
          <p:spPr>
            <a:xfrm>
              <a:off x="8240040" y="1906200"/>
              <a:ext cx="39960" cy="2268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2320" rIns="90000" bIns="-223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744" name="Picture 777" descr="access_point_stylized_small"/>
          <p:cNvPicPr/>
          <p:nvPr/>
        </p:nvPicPr>
        <p:blipFill>
          <a:blip r:embed="rId4"/>
          <a:stretch/>
        </p:blipFill>
        <p:spPr>
          <a:xfrm>
            <a:off x="7687800" y="3375360"/>
            <a:ext cx="369720" cy="3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5" name="Picture 780" descr="access_point_stylized_small"/>
          <p:cNvPicPr/>
          <p:nvPr/>
        </p:nvPicPr>
        <p:blipFill>
          <a:blip r:embed="rId5"/>
          <a:stretch/>
        </p:blipFill>
        <p:spPr>
          <a:xfrm>
            <a:off x="9364320" y="5037480"/>
            <a:ext cx="380520" cy="317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46" name="Group 98"/>
          <p:cNvGrpSpPr/>
          <p:nvPr/>
        </p:nvGrpSpPr>
        <p:grpSpPr>
          <a:xfrm>
            <a:off x="9923040" y="4852440"/>
            <a:ext cx="309600" cy="190440"/>
            <a:chOff x="9923040" y="4852440"/>
            <a:chExt cx="309600" cy="190440"/>
          </a:xfrm>
        </p:grpSpPr>
        <p:sp>
          <p:nvSpPr>
            <p:cNvPr id="747" name="Rectangle 99"/>
            <p:cNvSpPr/>
            <p:nvPr/>
          </p:nvSpPr>
          <p:spPr>
            <a:xfrm>
              <a:off x="9923040" y="4966200"/>
              <a:ext cx="308160" cy="76680"/>
            </a:xfrm>
            <a:prstGeom prst="rect">
              <a:avLst/>
            </a:pr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2040" rIns="90000" bIns="320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8" name="Freeform 100"/>
            <p:cNvSpPr/>
            <p:nvPr/>
          </p:nvSpPr>
          <p:spPr>
            <a:xfrm>
              <a:off x="9924120" y="4852440"/>
              <a:ext cx="308520" cy="116280"/>
            </a:xfrm>
            <a:custGeom>
              <a:avLst/>
              <a:gdLst>
                <a:gd name="textAreaLeft" fmla="*/ 0 w 308520"/>
                <a:gd name="textAreaRight" fmla="*/ 308880 w 308520"/>
                <a:gd name="textAreaTop" fmla="*/ 0 h 116280"/>
                <a:gd name="textAreaBottom" fmla="*/ 116640 h 116280"/>
                <a:gd name="GluePoint1X" fmla="*/ 0 w 3783724"/>
                <a:gd name="GluePoint1Y" fmla="*/ 1313793 h 1324303"/>
                <a:gd name="GluePoint2X" fmla="*/ 0 w 3783724"/>
                <a:gd name="GluePoint2Y" fmla="*/ 1313793 h 1324303"/>
                <a:gd name="GluePoint3X" fmla="*/ 252248 w 3783724"/>
                <a:gd name="GluePoint3Y" fmla="*/ 0 h 1324303"/>
                <a:gd name="GluePoint4X" fmla="*/ 3415862 w 3783724"/>
                <a:gd name="GluePoint4Y" fmla="*/ 21020 h 1324303"/>
                <a:gd name="GluePoint5X" fmla="*/ 3783724 w 3783724"/>
                <a:gd name="GluePoint5Y" fmla="*/ 1324303 h 1324303"/>
                <a:gd name="GluePoint6X" fmla="*/ 0 w 3783724"/>
                <a:gd name="GluePoint6Y" fmla="*/ 1313793 h 13243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749" name="Group 101"/>
            <p:cNvGrpSpPr/>
            <p:nvPr/>
          </p:nvGrpSpPr>
          <p:grpSpPr>
            <a:xfrm>
              <a:off x="9945360" y="4866120"/>
              <a:ext cx="261000" cy="93240"/>
              <a:chOff x="9945360" y="4866120"/>
              <a:chExt cx="261000" cy="93240"/>
            </a:xfrm>
          </p:grpSpPr>
          <p:sp>
            <p:nvSpPr>
              <p:cNvPr id="750" name="Freeform 102"/>
              <p:cNvSpPr/>
              <p:nvPr/>
            </p:nvSpPr>
            <p:spPr>
              <a:xfrm>
                <a:off x="9952560" y="4866120"/>
                <a:ext cx="246960" cy="52200"/>
              </a:xfrm>
              <a:custGeom>
                <a:avLst/>
                <a:gdLst>
                  <a:gd name="textAreaLeft" fmla="*/ 0 w 246960"/>
                  <a:gd name="textAreaRight" fmla="*/ 247320 w 246960"/>
                  <a:gd name="textAreaTop" fmla="*/ 0 h 52200"/>
                  <a:gd name="textAreaBottom" fmla="*/ 52560 h 5220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7560" rIns="90000" bIns="75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51" name="Freeform 103"/>
              <p:cNvSpPr/>
              <p:nvPr/>
            </p:nvSpPr>
            <p:spPr>
              <a:xfrm>
                <a:off x="10114560" y="4911120"/>
                <a:ext cx="91800" cy="45000"/>
              </a:xfrm>
              <a:custGeom>
                <a:avLst/>
                <a:gdLst>
                  <a:gd name="textAreaLeft" fmla="*/ 0 w 91800"/>
                  <a:gd name="textAreaRight" fmla="*/ 92160 w 91800"/>
                  <a:gd name="textAreaTop" fmla="*/ 0 h 45000"/>
                  <a:gd name="textAreaBottom" fmla="*/ 45360 h 450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60" rIns="90000" bIns="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52" name="Freeform 104"/>
              <p:cNvSpPr/>
              <p:nvPr/>
            </p:nvSpPr>
            <p:spPr>
              <a:xfrm>
                <a:off x="9945360" y="4911120"/>
                <a:ext cx="90360" cy="44280"/>
              </a:xfrm>
              <a:custGeom>
                <a:avLst/>
                <a:gdLst>
                  <a:gd name="textAreaLeft" fmla="*/ 0 w 90360"/>
                  <a:gd name="textAreaRight" fmla="*/ 90720 w 90360"/>
                  <a:gd name="textAreaTop" fmla="*/ 0 h 44280"/>
                  <a:gd name="textAreaBottom" fmla="*/ 44640 h 442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360" rIns="90000" bIns="-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53" name="Freeform 105"/>
              <p:cNvSpPr/>
              <p:nvPr/>
            </p:nvSpPr>
            <p:spPr>
              <a:xfrm>
                <a:off x="9977040" y="4888800"/>
                <a:ext cx="196920" cy="70560"/>
              </a:xfrm>
              <a:custGeom>
                <a:avLst/>
                <a:gdLst>
                  <a:gd name="textAreaLeft" fmla="*/ 0 w 196920"/>
                  <a:gd name="textAreaRight" fmla="*/ 197280 w 196920"/>
                  <a:gd name="textAreaTop" fmla="*/ 0 h 70560"/>
                  <a:gd name="textAreaBottom" fmla="*/ 70920 h 7056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5920" rIns="90000" bIns="25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54" name="Group 106"/>
          <p:cNvGrpSpPr/>
          <p:nvPr/>
        </p:nvGrpSpPr>
        <p:grpSpPr>
          <a:xfrm>
            <a:off x="8750520" y="4480560"/>
            <a:ext cx="393480" cy="218520"/>
            <a:chOff x="8750520" y="4480560"/>
            <a:chExt cx="393480" cy="218520"/>
          </a:xfrm>
        </p:grpSpPr>
        <p:sp>
          <p:nvSpPr>
            <p:cNvPr id="755" name="Freeform 107"/>
            <p:cNvSpPr/>
            <p:nvPr/>
          </p:nvSpPr>
          <p:spPr>
            <a:xfrm>
              <a:off x="8750520" y="4556520"/>
              <a:ext cx="393480" cy="142560"/>
            </a:xfrm>
            <a:custGeom>
              <a:avLst/>
              <a:gdLst>
                <a:gd name="textAreaLeft" fmla="*/ 0 w 393480"/>
                <a:gd name="textAreaRight" fmla="*/ 393840 w 393480"/>
                <a:gd name="textAreaTop" fmla="*/ 0 h 142560"/>
                <a:gd name="textAreaBottom" fmla="*/ 142920 h 1425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6" name="Oval 108"/>
            <p:cNvSpPr/>
            <p:nvPr/>
          </p:nvSpPr>
          <p:spPr>
            <a:xfrm>
              <a:off x="8750520" y="4480560"/>
              <a:ext cx="392760" cy="14112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7" name="Group 109"/>
            <p:cNvGrpSpPr/>
            <p:nvPr/>
          </p:nvGrpSpPr>
          <p:grpSpPr>
            <a:xfrm>
              <a:off x="8808840" y="4498560"/>
              <a:ext cx="276480" cy="103680"/>
              <a:chOff x="8808840" y="4498560"/>
              <a:chExt cx="276480" cy="103680"/>
            </a:xfrm>
          </p:grpSpPr>
          <p:sp>
            <p:nvSpPr>
              <p:cNvPr id="758" name="Freeform 110"/>
              <p:cNvSpPr/>
              <p:nvPr/>
            </p:nvSpPr>
            <p:spPr>
              <a:xfrm>
                <a:off x="8816400" y="4498560"/>
                <a:ext cx="261720" cy="57960"/>
              </a:xfrm>
              <a:custGeom>
                <a:avLst/>
                <a:gdLst>
                  <a:gd name="textAreaLeft" fmla="*/ 0 w 261720"/>
                  <a:gd name="textAreaRight" fmla="*/ 262080 w 261720"/>
                  <a:gd name="textAreaTop" fmla="*/ 0 h 57960"/>
                  <a:gd name="textAreaBottom" fmla="*/ 58320 h 579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3320" rIns="90000" bIns="133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59" name="Freeform 111"/>
              <p:cNvSpPr/>
              <p:nvPr/>
            </p:nvSpPr>
            <p:spPr>
              <a:xfrm>
                <a:off x="8987760" y="4548600"/>
                <a:ext cx="97560" cy="49680"/>
              </a:xfrm>
              <a:custGeom>
                <a:avLst/>
                <a:gdLst>
                  <a:gd name="textAreaLeft" fmla="*/ 0 w 97560"/>
                  <a:gd name="textAreaRight" fmla="*/ 97920 w 97560"/>
                  <a:gd name="textAreaTop" fmla="*/ 0 h 49680"/>
                  <a:gd name="textAreaBottom" fmla="*/ 50040 h 4968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5040" rIns="90000" bIns="5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60" name="Freeform 112"/>
              <p:cNvSpPr/>
              <p:nvPr/>
            </p:nvSpPr>
            <p:spPr>
              <a:xfrm>
                <a:off x="8808840" y="4548600"/>
                <a:ext cx="95760" cy="49320"/>
              </a:xfrm>
              <a:custGeom>
                <a:avLst/>
                <a:gdLst>
                  <a:gd name="textAreaLeft" fmla="*/ 0 w 95760"/>
                  <a:gd name="textAreaRight" fmla="*/ 96120 w 95760"/>
                  <a:gd name="textAreaTop" fmla="*/ 0 h 49320"/>
                  <a:gd name="textAreaBottom" fmla="*/ 49680 h 493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680" rIns="90000" bIns="4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61" name="Freeform 113"/>
              <p:cNvSpPr/>
              <p:nvPr/>
            </p:nvSpPr>
            <p:spPr>
              <a:xfrm>
                <a:off x="8841960" y="4524120"/>
                <a:ext cx="208440" cy="78120"/>
              </a:xfrm>
              <a:custGeom>
                <a:avLst/>
                <a:gdLst>
                  <a:gd name="textAreaLeft" fmla="*/ 0 w 208440"/>
                  <a:gd name="textAreaRight" fmla="*/ 208800 w 208440"/>
                  <a:gd name="textAreaTop" fmla="*/ 0 h 78120"/>
                  <a:gd name="textAreaBottom" fmla="*/ 78480 h 781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3480" rIns="90000" bIns="334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62" name="Group 114"/>
          <p:cNvGrpSpPr/>
          <p:nvPr/>
        </p:nvGrpSpPr>
        <p:grpSpPr>
          <a:xfrm>
            <a:off x="8385120" y="4707720"/>
            <a:ext cx="309600" cy="190800"/>
            <a:chOff x="8385120" y="4707720"/>
            <a:chExt cx="309600" cy="190800"/>
          </a:xfrm>
        </p:grpSpPr>
        <p:sp>
          <p:nvSpPr>
            <p:cNvPr id="763" name="Rectangle 115"/>
            <p:cNvSpPr/>
            <p:nvPr/>
          </p:nvSpPr>
          <p:spPr>
            <a:xfrm>
              <a:off x="8385120" y="4821840"/>
              <a:ext cx="308160" cy="76680"/>
            </a:xfrm>
            <a:prstGeom prst="rect">
              <a:avLst/>
            </a:pr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2040" rIns="90000" bIns="320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4" name="Freeform 116"/>
            <p:cNvSpPr/>
            <p:nvPr/>
          </p:nvSpPr>
          <p:spPr>
            <a:xfrm>
              <a:off x="8386200" y="4707720"/>
              <a:ext cx="308520" cy="116280"/>
            </a:xfrm>
            <a:custGeom>
              <a:avLst/>
              <a:gdLst>
                <a:gd name="textAreaLeft" fmla="*/ 0 w 308520"/>
                <a:gd name="textAreaRight" fmla="*/ 308880 w 308520"/>
                <a:gd name="textAreaTop" fmla="*/ 0 h 116280"/>
                <a:gd name="textAreaBottom" fmla="*/ 116640 h 116280"/>
                <a:gd name="GluePoint1X" fmla="*/ 0 w 3783724"/>
                <a:gd name="GluePoint1Y" fmla="*/ 1313793 h 1324303"/>
                <a:gd name="GluePoint2X" fmla="*/ 0 w 3783724"/>
                <a:gd name="GluePoint2Y" fmla="*/ 1313793 h 1324303"/>
                <a:gd name="GluePoint3X" fmla="*/ 252248 w 3783724"/>
                <a:gd name="GluePoint3Y" fmla="*/ 0 h 1324303"/>
                <a:gd name="GluePoint4X" fmla="*/ 3415862 w 3783724"/>
                <a:gd name="GluePoint4Y" fmla="*/ 21020 h 1324303"/>
                <a:gd name="GluePoint5X" fmla="*/ 3783724 w 3783724"/>
                <a:gd name="GluePoint5Y" fmla="*/ 1324303 h 1324303"/>
                <a:gd name="GluePoint6X" fmla="*/ 0 w 3783724"/>
                <a:gd name="GluePoint6Y" fmla="*/ 1313793 h 13243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765" name="Group 117"/>
            <p:cNvGrpSpPr/>
            <p:nvPr/>
          </p:nvGrpSpPr>
          <p:grpSpPr>
            <a:xfrm>
              <a:off x="8407440" y="4721400"/>
              <a:ext cx="261000" cy="93240"/>
              <a:chOff x="8407440" y="4721400"/>
              <a:chExt cx="261000" cy="93240"/>
            </a:xfrm>
          </p:grpSpPr>
          <p:sp>
            <p:nvSpPr>
              <p:cNvPr id="766" name="Freeform 118"/>
              <p:cNvSpPr/>
              <p:nvPr/>
            </p:nvSpPr>
            <p:spPr>
              <a:xfrm>
                <a:off x="8414640" y="4721400"/>
                <a:ext cx="246960" cy="52200"/>
              </a:xfrm>
              <a:custGeom>
                <a:avLst/>
                <a:gdLst>
                  <a:gd name="textAreaLeft" fmla="*/ 0 w 246960"/>
                  <a:gd name="textAreaRight" fmla="*/ 247320 w 246960"/>
                  <a:gd name="textAreaTop" fmla="*/ 0 h 52200"/>
                  <a:gd name="textAreaBottom" fmla="*/ 52560 h 5220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7560" rIns="90000" bIns="75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67" name="Freeform 119"/>
              <p:cNvSpPr/>
              <p:nvPr/>
            </p:nvSpPr>
            <p:spPr>
              <a:xfrm>
                <a:off x="8576640" y="4766400"/>
                <a:ext cx="91800" cy="45000"/>
              </a:xfrm>
              <a:custGeom>
                <a:avLst/>
                <a:gdLst>
                  <a:gd name="textAreaLeft" fmla="*/ 0 w 91800"/>
                  <a:gd name="textAreaRight" fmla="*/ 92160 w 91800"/>
                  <a:gd name="textAreaTop" fmla="*/ 0 h 45000"/>
                  <a:gd name="textAreaBottom" fmla="*/ 45360 h 450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60" rIns="90000" bIns="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68" name="Freeform 120"/>
              <p:cNvSpPr/>
              <p:nvPr/>
            </p:nvSpPr>
            <p:spPr>
              <a:xfrm>
                <a:off x="8407440" y="4766400"/>
                <a:ext cx="90360" cy="44280"/>
              </a:xfrm>
              <a:custGeom>
                <a:avLst/>
                <a:gdLst>
                  <a:gd name="textAreaLeft" fmla="*/ 0 w 90360"/>
                  <a:gd name="textAreaRight" fmla="*/ 90720 w 90360"/>
                  <a:gd name="textAreaTop" fmla="*/ 0 h 44280"/>
                  <a:gd name="textAreaBottom" fmla="*/ 44640 h 442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360" rIns="90000" bIns="-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69" name="Freeform 121"/>
              <p:cNvSpPr/>
              <p:nvPr/>
            </p:nvSpPr>
            <p:spPr>
              <a:xfrm>
                <a:off x="8439120" y="4744080"/>
                <a:ext cx="196920" cy="70560"/>
              </a:xfrm>
              <a:custGeom>
                <a:avLst/>
                <a:gdLst>
                  <a:gd name="textAreaLeft" fmla="*/ 0 w 196920"/>
                  <a:gd name="textAreaRight" fmla="*/ 197280 w 196920"/>
                  <a:gd name="textAreaTop" fmla="*/ 0 h 70560"/>
                  <a:gd name="textAreaBottom" fmla="*/ 70920 h 7056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5920" rIns="90000" bIns="25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70" name="Group 122"/>
          <p:cNvGrpSpPr/>
          <p:nvPr/>
        </p:nvGrpSpPr>
        <p:grpSpPr>
          <a:xfrm>
            <a:off x="8513640" y="2325600"/>
            <a:ext cx="353160" cy="168120"/>
            <a:chOff x="8513640" y="2325600"/>
            <a:chExt cx="353160" cy="168120"/>
          </a:xfrm>
        </p:grpSpPr>
        <p:sp>
          <p:nvSpPr>
            <p:cNvPr id="771" name="Freeform 123"/>
            <p:cNvSpPr/>
            <p:nvPr/>
          </p:nvSpPr>
          <p:spPr>
            <a:xfrm>
              <a:off x="8513640" y="2383920"/>
              <a:ext cx="353160" cy="10980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109800"/>
                <a:gd name="textAreaBottom" fmla="*/ 110160 h 1098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Oval 124"/>
            <p:cNvSpPr/>
            <p:nvPr/>
          </p:nvSpPr>
          <p:spPr>
            <a:xfrm>
              <a:off x="8513640" y="2325600"/>
              <a:ext cx="352800" cy="10872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2040" rIns="90000" bIns="320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3" name="Group 125"/>
            <p:cNvGrpSpPr/>
            <p:nvPr/>
          </p:nvGrpSpPr>
          <p:grpSpPr>
            <a:xfrm>
              <a:off x="8566200" y="2339640"/>
              <a:ext cx="248040" cy="79560"/>
              <a:chOff x="8566200" y="2339640"/>
              <a:chExt cx="248040" cy="79560"/>
            </a:xfrm>
          </p:grpSpPr>
          <p:sp>
            <p:nvSpPr>
              <p:cNvPr id="774" name="Freeform 126"/>
              <p:cNvSpPr/>
              <p:nvPr/>
            </p:nvSpPr>
            <p:spPr>
              <a:xfrm>
                <a:off x="8573040" y="2339640"/>
                <a:ext cx="235080" cy="44280"/>
              </a:xfrm>
              <a:custGeom>
                <a:avLst/>
                <a:gdLst>
                  <a:gd name="textAreaLeft" fmla="*/ 0 w 235080"/>
                  <a:gd name="textAreaRight" fmla="*/ 235440 w 235080"/>
                  <a:gd name="textAreaTop" fmla="*/ 0 h 44280"/>
                  <a:gd name="textAreaBottom" fmla="*/ 44640 h 4428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360" rIns="90000" bIns="-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75" name="Freeform 127"/>
              <p:cNvSpPr/>
              <p:nvPr/>
            </p:nvSpPr>
            <p:spPr>
              <a:xfrm>
                <a:off x="8726760" y="2377800"/>
                <a:ext cx="87480" cy="38160"/>
              </a:xfrm>
              <a:custGeom>
                <a:avLst/>
                <a:gdLst>
                  <a:gd name="textAreaLeft" fmla="*/ 0 w 87480"/>
                  <a:gd name="textAreaRight" fmla="*/ 87840 w 87480"/>
                  <a:gd name="textAreaTop" fmla="*/ 0 h 38160"/>
                  <a:gd name="textAreaBottom" fmla="*/ 38520 h 381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6480" rIns="90000" bIns="-64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76" name="Freeform 128"/>
              <p:cNvSpPr/>
              <p:nvPr/>
            </p:nvSpPr>
            <p:spPr>
              <a:xfrm>
                <a:off x="8566200" y="2377800"/>
                <a:ext cx="86040" cy="3780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37800"/>
                  <a:gd name="textAreaBottom" fmla="*/ 38160 h 3780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6840" rIns="90000" bIns="-6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77" name="Freeform 129"/>
              <p:cNvSpPr/>
              <p:nvPr/>
            </p:nvSpPr>
            <p:spPr>
              <a:xfrm>
                <a:off x="8596080" y="2359080"/>
                <a:ext cx="187200" cy="60120"/>
              </a:xfrm>
              <a:custGeom>
                <a:avLst/>
                <a:gdLst>
                  <a:gd name="textAreaLeft" fmla="*/ 0 w 187200"/>
                  <a:gd name="textAreaRight" fmla="*/ 187560 w 187200"/>
                  <a:gd name="textAreaTop" fmla="*/ 0 h 60120"/>
                  <a:gd name="textAreaBottom" fmla="*/ 60480 h 601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5480" rIns="90000" bIns="154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78" name="Group 130"/>
          <p:cNvGrpSpPr/>
          <p:nvPr/>
        </p:nvGrpSpPr>
        <p:grpSpPr>
          <a:xfrm>
            <a:off x="10957680" y="3114720"/>
            <a:ext cx="170640" cy="96480"/>
            <a:chOff x="10957680" y="3114720"/>
            <a:chExt cx="170640" cy="96480"/>
          </a:xfrm>
        </p:grpSpPr>
        <p:sp>
          <p:nvSpPr>
            <p:cNvPr id="779" name="Freeform 131"/>
            <p:cNvSpPr/>
            <p:nvPr/>
          </p:nvSpPr>
          <p:spPr>
            <a:xfrm>
              <a:off x="10957680" y="3148200"/>
              <a:ext cx="170640" cy="6300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63000"/>
                <a:gd name="textAreaBottom" fmla="*/ 63360 h 630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18360" rIns="90000" bIns="18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Oval 132"/>
            <p:cNvSpPr/>
            <p:nvPr/>
          </p:nvSpPr>
          <p:spPr>
            <a:xfrm>
              <a:off x="10958040" y="3114720"/>
              <a:ext cx="170280" cy="626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360" rIns="90000" bIns="-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1" name="Group 133"/>
            <p:cNvGrpSpPr/>
            <p:nvPr/>
          </p:nvGrpSpPr>
          <p:grpSpPr>
            <a:xfrm>
              <a:off x="10983240" y="3122640"/>
              <a:ext cx="119880" cy="45720"/>
              <a:chOff x="10983240" y="3122640"/>
              <a:chExt cx="119880" cy="45720"/>
            </a:xfrm>
          </p:grpSpPr>
          <p:sp>
            <p:nvSpPr>
              <p:cNvPr id="782" name="Freeform 134"/>
              <p:cNvSpPr/>
              <p:nvPr/>
            </p:nvSpPr>
            <p:spPr>
              <a:xfrm>
                <a:off x="10986480" y="3122640"/>
                <a:ext cx="113400" cy="25560"/>
              </a:xfrm>
              <a:custGeom>
                <a:avLst/>
                <a:gdLst>
                  <a:gd name="textAreaLeft" fmla="*/ 0 w 113400"/>
                  <a:gd name="textAreaRight" fmla="*/ 113760 w 113400"/>
                  <a:gd name="textAreaTop" fmla="*/ 0 h 25560"/>
                  <a:gd name="textAreaBottom" fmla="*/ 25920 h 25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19080" rIns="90000" bIns="-19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83" name="Freeform 135"/>
              <p:cNvSpPr/>
              <p:nvPr/>
            </p:nvSpPr>
            <p:spPr>
              <a:xfrm>
                <a:off x="11061000" y="3144600"/>
                <a:ext cx="42120" cy="21960"/>
              </a:xfrm>
              <a:custGeom>
                <a:avLst/>
                <a:gdLst>
                  <a:gd name="textAreaLeft" fmla="*/ 0 w 42120"/>
                  <a:gd name="textAreaRight" fmla="*/ 42480 w 42120"/>
                  <a:gd name="textAreaTop" fmla="*/ 0 h 21960"/>
                  <a:gd name="textAreaBottom" fmla="*/ 22320 h 219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22680" rIns="90000" bIns="-22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84" name="Freeform 136"/>
              <p:cNvSpPr/>
              <p:nvPr/>
            </p:nvSpPr>
            <p:spPr>
              <a:xfrm>
                <a:off x="10983240" y="3144600"/>
                <a:ext cx="41400" cy="21600"/>
              </a:xfrm>
              <a:custGeom>
                <a:avLst/>
                <a:gdLst>
                  <a:gd name="textAreaLeft" fmla="*/ 0 w 41400"/>
                  <a:gd name="textAreaRight" fmla="*/ 41760 w 41400"/>
                  <a:gd name="textAreaTop" fmla="*/ 0 h 21600"/>
                  <a:gd name="textAreaBottom" fmla="*/ 21960 h 2160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23040" rIns="90000" bIns="-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85" name="Freeform 137"/>
              <p:cNvSpPr/>
              <p:nvPr/>
            </p:nvSpPr>
            <p:spPr>
              <a:xfrm>
                <a:off x="10997640" y="3133800"/>
                <a:ext cx="90360" cy="34560"/>
              </a:xfrm>
              <a:custGeom>
                <a:avLst/>
                <a:gdLst>
                  <a:gd name="textAreaLeft" fmla="*/ 0 w 90360"/>
                  <a:gd name="textAreaRight" fmla="*/ 90720 w 90360"/>
                  <a:gd name="textAreaTop" fmla="*/ 0 h 34560"/>
                  <a:gd name="textAreaBottom" fmla="*/ 34920 h 3456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10080" rIns="90000" bIns="-10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86" name="Group 138"/>
          <p:cNvGrpSpPr/>
          <p:nvPr/>
        </p:nvGrpSpPr>
        <p:grpSpPr>
          <a:xfrm>
            <a:off x="10484280" y="3009600"/>
            <a:ext cx="353160" cy="197640"/>
            <a:chOff x="10484280" y="3009600"/>
            <a:chExt cx="353160" cy="197640"/>
          </a:xfrm>
        </p:grpSpPr>
        <p:sp>
          <p:nvSpPr>
            <p:cNvPr id="787" name="Freeform 139"/>
            <p:cNvSpPr/>
            <p:nvPr/>
          </p:nvSpPr>
          <p:spPr>
            <a:xfrm>
              <a:off x="10484280" y="3078000"/>
              <a:ext cx="353160" cy="12924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129240"/>
                <a:gd name="textAreaBottom" fmla="*/ 129600 h 1292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Oval 140"/>
            <p:cNvSpPr/>
            <p:nvPr/>
          </p:nvSpPr>
          <p:spPr>
            <a:xfrm>
              <a:off x="10484640" y="3009600"/>
              <a:ext cx="352800" cy="1281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9" name="Group 141"/>
            <p:cNvGrpSpPr/>
            <p:nvPr/>
          </p:nvGrpSpPr>
          <p:grpSpPr>
            <a:xfrm>
              <a:off x="10536840" y="3025800"/>
              <a:ext cx="248400" cy="93960"/>
              <a:chOff x="10536840" y="3025800"/>
              <a:chExt cx="248400" cy="93960"/>
            </a:xfrm>
          </p:grpSpPr>
          <p:sp>
            <p:nvSpPr>
              <p:cNvPr id="790" name="Freeform 142"/>
              <p:cNvSpPr/>
              <p:nvPr/>
            </p:nvSpPr>
            <p:spPr>
              <a:xfrm>
                <a:off x="10543680" y="3025800"/>
                <a:ext cx="235080" cy="52560"/>
              </a:xfrm>
              <a:custGeom>
                <a:avLst/>
                <a:gdLst>
                  <a:gd name="textAreaLeft" fmla="*/ 0 w 235080"/>
                  <a:gd name="textAreaRight" fmla="*/ 235440 w 235080"/>
                  <a:gd name="textAreaTop" fmla="*/ 0 h 52560"/>
                  <a:gd name="textAreaBottom" fmla="*/ 52920 h 52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7920" rIns="90000" bIns="7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91" name="Freeform 143"/>
              <p:cNvSpPr/>
              <p:nvPr/>
            </p:nvSpPr>
            <p:spPr>
              <a:xfrm>
                <a:off x="10697760" y="3070800"/>
                <a:ext cx="87480" cy="45000"/>
              </a:xfrm>
              <a:custGeom>
                <a:avLst/>
                <a:gdLst>
                  <a:gd name="textAreaLeft" fmla="*/ 0 w 87480"/>
                  <a:gd name="textAreaRight" fmla="*/ 87840 w 87480"/>
                  <a:gd name="textAreaTop" fmla="*/ 0 h 45000"/>
                  <a:gd name="textAreaBottom" fmla="*/ 45360 h 450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60" rIns="90000" bIns="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92" name="Freeform 144"/>
              <p:cNvSpPr/>
              <p:nvPr/>
            </p:nvSpPr>
            <p:spPr>
              <a:xfrm>
                <a:off x="10536840" y="3070800"/>
                <a:ext cx="86040" cy="446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44640"/>
                  <a:gd name="textAreaBottom" fmla="*/ 45000 h 4464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0" rIns="90000" bIns="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93" name="Freeform 145"/>
              <p:cNvSpPr/>
              <p:nvPr/>
            </p:nvSpPr>
            <p:spPr>
              <a:xfrm>
                <a:off x="10566720" y="3048840"/>
                <a:ext cx="187200" cy="70920"/>
              </a:xfrm>
              <a:custGeom>
                <a:avLst/>
                <a:gdLst>
                  <a:gd name="textAreaLeft" fmla="*/ 0 w 187200"/>
                  <a:gd name="textAreaRight" fmla="*/ 187560 w 187200"/>
                  <a:gd name="textAreaTop" fmla="*/ 0 h 70920"/>
                  <a:gd name="textAreaBottom" fmla="*/ 71280 h 709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6280" rIns="90000" bIns="26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94" name="Group 146"/>
          <p:cNvGrpSpPr/>
          <p:nvPr/>
        </p:nvGrpSpPr>
        <p:grpSpPr>
          <a:xfrm>
            <a:off x="10022400" y="1715760"/>
            <a:ext cx="353160" cy="197640"/>
            <a:chOff x="10022400" y="1715760"/>
            <a:chExt cx="353160" cy="197640"/>
          </a:xfrm>
        </p:grpSpPr>
        <p:sp>
          <p:nvSpPr>
            <p:cNvPr id="795" name="Freeform 147"/>
            <p:cNvSpPr/>
            <p:nvPr/>
          </p:nvSpPr>
          <p:spPr>
            <a:xfrm>
              <a:off x="10022400" y="1784160"/>
              <a:ext cx="353160" cy="12924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129240"/>
                <a:gd name="textAreaBottom" fmla="*/ 129600 h 1292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Oval 148"/>
            <p:cNvSpPr/>
            <p:nvPr/>
          </p:nvSpPr>
          <p:spPr>
            <a:xfrm>
              <a:off x="10022760" y="1715760"/>
              <a:ext cx="352800" cy="1281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7" name="Group 149"/>
            <p:cNvGrpSpPr/>
            <p:nvPr/>
          </p:nvGrpSpPr>
          <p:grpSpPr>
            <a:xfrm>
              <a:off x="10074960" y="1731960"/>
              <a:ext cx="248400" cy="93960"/>
              <a:chOff x="10074960" y="1731960"/>
              <a:chExt cx="248400" cy="93960"/>
            </a:xfrm>
          </p:grpSpPr>
          <p:sp>
            <p:nvSpPr>
              <p:cNvPr id="798" name="Freeform 150"/>
              <p:cNvSpPr/>
              <p:nvPr/>
            </p:nvSpPr>
            <p:spPr>
              <a:xfrm>
                <a:off x="10081800" y="1731960"/>
                <a:ext cx="235080" cy="52560"/>
              </a:xfrm>
              <a:custGeom>
                <a:avLst/>
                <a:gdLst>
                  <a:gd name="textAreaLeft" fmla="*/ 0 w 235080"/>
                  <a:gd name="textAreaRight" fmla="*/ 235440 w 235080"/>
                  <a:gd name="textAreaTop" fmla="*/ 0 h 52560"/>
                  <a:gd name="textAreaBottom" fmla="*/ 52920 h 52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7920" rIns="90000" bIns="7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99" name="Freeform 151"/>
              <p:cNvSpPr/>
              <p:nvPr/>
            </p:nvSpPr>
            <p:spPr>
              <a:xfrm>
                <a:off x="10235880" y="1776960"/>
                <a:ext cx="87480" cy="45000"/>
              </a:xfrm>
              <a:custGeom>
                <a:avLst/>
                <a:gdLst>
                  <a:gd name="textAreaLeft" fmla="*/ 0 w 87480"/>
                  <a:gd name="textAreaRight" fmla="*/ 87840 w 87480"/>
                  <a:gd name="textAreaTop" fmla="*/ 0 h 45000"/>
                  <a:gd name="textAreaBottom" fmla="*/ 45360 h 450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60" rIns="90000" bIns="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00" name="Freeform 152"/>
              <p:cNvSpPr/>
              <p:nvPr/>
            </p:nvSpPr>
            <p:spPr>
              <a:xfrm>
                <a:off x="10074960" y="1776960"/>
                <a:ext cx="86040" cy="446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44640"/>
                  <a:gd name="textAreaBottom" fmla="*/ 45000 h 4464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0" rIns="90000" bIns="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01" name="Freeform 153"/>
              <p:cNvSpPr/>
              <p:nvPr/>
            </p:nvSpPr>
            <p:spPr>
              <a:xfrm>
                <a:off x="10104840" y="1755000"/>
                <a:ext cx="187200" cy="70920"/>
              </a:xfrm>
              <a:custGeom>
                <a:avLst/>
                <a:gdLst>
                  <a:gd name="textAreaLeft" fmla="*/ 0 w 187200"/>
                  <a:gd name="textAreaRight" fmla="*/ 187560 w 187200"/>
                  <a:gd name="textAreaTop" fmla="*/ 0 h 70920"/>
                  <a:gd name="textAreaBottom" fmla="*/ 71280 h 709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6280" rIns="90000" bIns="26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802" name="Group 154"/>
          <p:cNvGrpSpPr/>
          <p:nvPr/>
        </p:nvGrpSpPr>
        <p:grpSpPr>
          <a:xfrm>
            <a:off x="10600920" y="2126520"/>
            <a:ext cx="353160" cy="198000"/>
            <a:chOff x="10600920" y="2126520"/>
            <a:chExt cx="353160" cy="198000"/>
          </a:xfrm>
        </p:grpSpPr>
        <p:sp>
          <p:nvSpPr>
            <p:cNvPr id="803" name="Freeform 155"/>
            <p:cNvSpPr/>
            <p:nvPr/>
          </p:nvSpPr>
          <p:spPr>
            <a:xfrm>
              <a:off x="10600920" y="2195280"/>
              <a:ext cx="353160" cy="12924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129240"/>
                <a:gd name="textAreaBottom" fmla="*/ 129600 h 1292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Oval 156"/>
            <p:cNvSpPr/>
            <p:nvPr/>
          </p:nvSpPr>
          <p:spPr>
            <a:xfrm>
              <a:off x="10601280" y="2126520"/>
              <a:ext cx="352800" cy="1281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5" name="Group 157"/>
            <p:cNvGrpSpPr/>
            <p:nvPr/>
          </p:nvGrpSpPr>
          <p:grpSpPr>
            <a:xfrm>
              <a:off x="10653480" y="2143080"/>
              <a:ext cx="248400" cy="93960"/>
              <a:chOff x="10653480" y="2143080"/>
              <a:chExt cx="248400" cy="93960"/>
            </a:xfrm>
          </p:grpSpPr>
          <p:sp>
            <p:nvSpPr>
              <p:cNvPr id="806" name="Freeform 158"/>
              <p:cNvSpPr/>
              <p:nvPr/>
            </p:nvSpPr>
            <p:spPr>
              <a:xfrm>
                <a:off x="10660320" y="2143080"/>
                <a:ext cx="235080" cy="52560"/>
              </a:xfrm>
              <a:custGeom>
                <a:avLst/>
                <a:gdLst>
                  <a:gd name="textAreaLeft" fmla="*/ 0 w 235080"/>
                  <a:gd name="textAreaRight" fmla="*/ 235440 w 235080"/>
                  <a:gd name="textAreaTop" fmla="*/ 0 h 52560"/>
                  <a:gd name="textAreaBottom" fmla="*/ 52920 h 52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7920" rIns="90000" bIns="7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07" name="Freeform 159"/>
              <p:cNvSpPr/>
              <p:nvPr/>
            </p:nvSpPr>
            <p:spPr>
              <a:xfrm>
                <a:off x="10814400" y="2188080"/>
                <a:ext cx="87480" cy="45000"/>
              </a:xfrm>
              <a:custGeom>
                <a:avLst/>
                <a:gdLst>
                  <a:gd name="textAreaLeft" fmla="*/ 0 w 87480"/>
                  <a:gd name="textAreaRight" fmla="*/ 87840 w 87480"/>
                  <a:gd name="textAreaTop" fmla="*/ 0 h 45000"/>
                  <a:gd name="textAreaBottom" fmla="*/ 45360 h 450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60" rIns="90000" bIns="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08" name="Freeform 160"/>
              <p:cNvSpPr/>
              <p:nvPr/>
            </p:nvSpPr>
            <p:spPr>
              <a:xfrm>
                <a:off x="10653480" y="2188080"/>
                <a:ext cx="86040" cy="446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44640"/>
                  <a:gd name="textAreaBottom" fmla="*/ 45000 h 4464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0" rIns="90000" bIns="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09" name="Freeform 161"/>
              <p:cNvSpPr/>
              <p:nvPr/>
            </p:nvSpPr>
            <p:spPr>
              <a:xfrm>
                <a:off x="10683360" y="2166120"/>
                <a:ext cx="187200" cy="70920"/>
              </a:xfrm>
              <a:custGeom>
                <a:avLst/>
                <a:gdLst>
                  <a:gd name="textAreaLeft" fmla="*/ 0 w 187200"/>
                  <a:gd name="textAreaRight" fmla="*/ 187560 w 187200"/>
                  <a:gd name="textAreaTop" fmla="*/ 0 h 70920"/>
                  <a:gd name="textAreaBottom" fmla="*/ 71280 h 709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6280" rIns="90000" bIns="26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810" name="Group 162"/>
          <p:cNvGrpSpPr/>
          <p:nvPr/>
        </p:nvGrpSpPr>
        <p:grpSpPr>
          <a:xfrm>
            <a:off x="10717560" y="1621440"/>
            <a:ext cx="353160" cy="197640"/>
            <a:chOff x="10717560" y="1621440"/>
            <a:chExt cx="353160" cy="197640"/>
          </a:xfrm>
        </p:grpSpPr>
        <p:sp>
          <p:nvSpPr>
            <p:cNvPr id="811" name="Freeform 163"/>
            <p:cNvSpPr/>
            <p:nvPr/>
          </p:nvSpPr>
          <p:spPr>
            <a:xfrm>
              <a:off x="10717560" y="1689840"/>
              <a:ext cx="353160" cy="12924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129240"/>
                <a:gd name="textAreaBottom" fmla="*/ 129600 h 1292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Oval 164"/>
            <p:cNvSpPr/>
            <p:nvPr/>
          </p:nvSpPr>
          <p:spPr>
            <a:xfrm>
              <a:off x="10717920" y="1621440"/>
              <a:ext cx="352800" cy="1281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3" name="Group 165"/>
            <p:cNvGrpSpPr/>
            <p:nvPr/>
          </p:nvGrpSpPr>
          <p:grpSpPr>
            <a:xfrm>
              <a:off x="10770120" y="1637640"/>
              <a:ext cx="248400" cy="93960"/>
              <a:chOff x="10770120" y="1637640"/>
              <a:chExt cx="248400" cy="93960"/>
            </a:xfrm>
          </p:grpSpPr>
          <p:sp>
            <p:nvSpPr>
              <p:cNvPr id="814" name="Freeform 166"/>
              <p:cNvSpPr/>
              <p:nvPr/>
            </p:nvSpPr>
            <p:spPr>
              <a:xfrm>
                <a:off x="10776960" y="1637640"/>
                <a:ext cx="235080" cy="52560"/>
              </a:xfrm>
              <a:custGeom>
                <a:avLst/>
                <a:gdLst>
                  <a:gd name="textAreaLeft" fmla="*/ 0 w 235080"/>
                  <a:gd name="textAreaRight" fmla="*/ 235440 w 235080"/>
                  <a:gd name="textAreaTop" fmla="*/ 0 h 52560"/>
                  <a:gd name="textAreaBottom" fmla="*/ 52920 h 52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7920" rIns="90000" bIns="7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15" name="Freeform 167"/>
              <p:cNvSpPr/>
              <p:nvPr/>
            </p:nvSpPr>
            <p:spPr>
              <a:xfrm>
                <a:off x="10931040" y="1682640"/>
                <a:ext cx="87480" cy="45000"/>
              </a:xfrm>
              <a:custGeom>
                <a:avLst/>
                <a:gdLst>
                  <a:gd name="textAreaLeft" fmla="*/ 0 w 87480"/>
                  <a:gd name="textAreaRight" fmla="*/ 87840 w 87480"/>
                  <a:gd name="textAreaTop" fmla="*/ 0 h 45000"/>
                  <a:gd name="textAreaBottom" fmla="*/ 45360 h 450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60" rIns="90000" bIns="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16" name="Freeform 168"/>
              <p:cNvSpPr/>
              <p:nvPr/>
            </p:nvSpPr>
            <p:spPr>
              <a:xfrm>
                <a:off x="10770120" y="1682640"/>
                <a:ext cx="86040" cy="446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44640"/>
                  <a:gd name="textAreaBottom" fmla="*/ 45000 h 4464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0" rIns="90000" bIns="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17" name="Freeform 169"/>
              <p:cNvSpPr/>
              <p:nvPr/>
            </p:nvSpPr>
            <p:spPr>
              <a:xfrm>
                <a:off x="10800000" y="1660680"/>
                <a:ext cx="187200" cy="70920"/>
              </a:xfrm>
              <a:custGeom>
                <a:avLst/>
                <a:gdLst>
                  <a:gd name="textAreaLeft" fmla="*/ 0 w 187200"/>
                  <a:gd name="textAreaRight" fmla="*/ 187560 w 187200"/>
                  <a:gd name="textAreaTop" fmla="*/ 0 h 70920"/>
                  <a:gd name="textAreaBottom" fmla="*/ 71280 h 709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6280" rIns="90000" bIns="26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818" name="Group 170"/>
          <p:cNvGrpSpPr/>
          <p:nvPr/>
        </p:nvGrpSpPr>
        <p:grpSpPr>
          <a:xfrm>
            <a:off x="10053720" y="2174760"/>
            <a:ext cx="353160" cy="198000"/>
            <a:chOff x="10053720" y="2174760"/>
            <a:chExt cx="353160" cy="198000"/>
          </a:xfrm>
        </p:grpSpPr>
        <p:sp>
          <p:nvSpPr>
            <p:cNvPr id="819" name="Freeform 171"/>
            <p:cNvSpPr/>
            <p:nvPr/>
          </p:nvSpPr>
          <p:spPr>
            <a:xfrm>
              <a:off x="10053720" y="2243520"/>
              <a:ext cx="353160" cy="12924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129240"/>
                <a:gd name="textAreaBottom" fmla="*/ 129600 h 1292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" name="Oval 172"/>
            <p:cNvSpPr/>
            <p:nvPr/>
          </p:nvSpPr>
          <p:spPr>
            <a:xfrm>
              <a:off x="10054080" y="2174760"/>
              <a:ext cx="352800" cy="1281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1" name="Group 173"/>
            <p:cNvGrpSpPr/>
            <p:nvPr/>
          </p:nvGrpSpPr>
          <p:grpSpPr>
            <a:xfrm>
              <a:off x="10106280" y="2191320"/>
              <a:ext cx="248400" cy="93600"/>
              <a:chOff x="10106280" y="2191320"/>
              <a:chExt cx="248400" cy="93600"/>
            </a:xfrm>
          </p:grpSpPr>
          <p:sp>
            <p:nvSpPr>
              <p:cNvPr id="822" name="Freeform 174"/>
              <p:cNvSpPr/>
              <p:nvPr/>
            </p:nvSpPr>
            <p:spPr>
              <a:xfrm>
                <a:off x="10113120" y="2191320"/>
                <a:ext cx="235080" cy="52560"/>
              </a:xfrm>
              <a:custGeom>
                <a:avLst/>
                <a:gdLst>
                  <a:gd name="textAreaLeft" fmla="*/ 0 w 235080"/>
                  <a:gd name="textAreaRight" fmla="*/ 235440 w 235080"/>
                  <a:gd name="textAreaTop" fmla="*/ 0 h 52560"/>
                  <a:gd name="textAreaBottom" fmla="*/ 52920 h 52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7920" rIns="90000" bIns="7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23" name="Freeform 175"/>
              <p:cNvSpPr/>
              <p:nvPr/>
            </p:nvSpPr>
            <p:spPr>
              <a:xfrm>
                <a:off x="10267200" y="2236320"/>
                <a:ext cx="87480" cy="45000"/>
              </a:xfrm>
              <a:custGeom>
                <a:avLst/>
                <a:gdLst>
                  <a:gd name="textAreaLeft" fmla="*/ 0 w 87480"/>
                  <a:gd name="textAreaRight" fmla="*/ 87840 w 87480"/>
                  <a:gd name="textAreaTop" fmla="*/ 0 h 45000"/>
                  <a:gd name="textAreaBottom" fmla="*/ 45360 h 450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60" rIns="90000" bIns="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24" name="Freeform 176"/>
              <p:cNvSpPr/>
              <p:nvPr/>
            </p:nvSpPr>
            <p:spPr>
              <a:xfrm>
                <a:off x="10106280" y="2236320"/>
                <a:ext cx="86040" cy="446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44640"/>
                  <a:gd name="textAreaBottom" fmla="*/ 45000 h 4464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0" rIns="90000" bIns="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25" name="Freeform 177"/>
              <p:cNvSpPr/>
              <p:nvPr/>
            </p:nvSpPr>
            <p:spPr>
              <a:xfrm>
                <a:off x="10136160" y="2214000"/>
                <a:ext cx="187200" cy="70920"/>
              </a:xfrm>
              <a:custGeom>
                <a:avLst/>
                <a:gdLst>
                  <a:gd name="textAreaLeft" fmla="*/ 0 w 187200"/>
                  <a:gd name="textAreaRight" fmla="*/ 187560 w 187200"/>
                  <a:gd name="textAreaTop" fmla="*/ 0 h 70920"/>
                  <a:gd name="textAreaBottom" fmla="*/ 71280 h 709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6280" rIns="90000" bIns="26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826" name="Group 178"/>
          <p:cNvGrpSpPr/>
          <p:nvPr/>
        </p:nvGrpSpPr>
        <p:grpSpPr>
          <a:xfrm>
            <a:off x="9570960" y="2907360"/>
            <a:ext cx="366840" cy="239760"/>
            <a:chOff x="9570960" y="2907360"/>
            <a:chExt cx="366840" cy="239760"/>
          </a:xfrm>
        </p:grpSpPr>
        <p:sp>
          <p:nvSpPr>
            <p:cNvPr id="827" name="Freeform 179"/>
            <p:cNvSpPr/>
            <p:nvPr/>
          </p:nvSpPr>
          <p:spPr>
            <a:xfrm>
              <a:off x="9570960" y="2990520"/>
              <a:ext cx="366840" cy="156600"/>
            </a:xfrm>
            <a:custGeom>
              <a:avLst/>
              <a:gdLst>
                <a:gd name="textAreaLeft" fmla="*/ 0 w 366840"/>
                <a:gd name="textAreaRight" fmla="*/ 367200 w 366840"/>
                <a:gd name="textAreaTop" fmla="*/ 0 h 156600"/>
                <a:gd name="textAreaBottom" fmla="*/ 156960 h 1566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8" name="Oval 180"/>
            <p:cNvSpPr/>
            <p:nvPr/>
          </p:nvSpPr>
          <p:spPr>
            <a:xfrm>
              <a:off x="9570960" y="2907360"/>
              <a:ext cx="366480" cy="1551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9" name="Group 181"/>
            <p:cNvGrpSpPr/>
            <p:nvPr/>
          </p:nvGrpSpPr>
          <p:grpSpPr>
            <a:xfrm>
              <a:off x="9625320" y="2927160"/>
              <a:ext cx="257760" cy="113760"/>
              <a:chOff x="9625320" y="2927160"/>
              <a:chExt cx="257760" cy="113760"/>
            </a:xfrm>
          </p:grpSpPr>
          <p:sp>
            <p:nvSpPr>
              <p:cNvPr id="830" name="Freeform 182"/>
              <p:cNvSpPr/>
              <p:nvPr/>
            </p:nvSpPr>
            <p:spPr>
              <a:xfrm>
                <a:off x="9632520" y="2927160"/>
                <a:ext cx="244080" cy="63720"/>
              </a:xfrm>
              <a:custGeom>
                <a:avLst/>
                <a:gdLst>
                  <a:gd name="textAreaLeft" fmla="*/ 0 w 244080"/>
                  <a:gd name="textAreaRight" fmla="*/ 244440 w 244080"/>
                  <a:gd name="textAreaTop" fmla="*/ 0 h 63720"/>
                  <a:gd name="textAreaBottom" fmla="*/ 64080 h 6372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9080" rIns="90000" bIns="19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31" name="Freeform 183"/>
              <p:cNvSpPr/>
              <p:nvPr/>
            </p:nvSpPr>
            <p:spPr>
              <a:xfrm>
                <a:off x="9792360" y="2981880"/>
                <a:ext cx="90720" cy="54720"/>
              </a:xfrm>
              <a:custGeom>
                <a:avLst/>
                <a:gdLst>
                  <a:gd name="textAreaLeft" fmla="*/ 0 w 90720"/>
                  <a:gd name="textAreaRight" fmla="*/ 91080 w 90720"/>
                  <a:gd name="textAreaTop" fmla="*/ 0 h 54720"/>
                  <a:gd name="textAreaBottom" fmla="*/ 55080 h 5472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0080" rIns="90000" bIns="10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32" name="Freeform 184"/>
              <p:cNvSpPr/>
              <p:nvPr/>
            </p:nvSpPr>
            <p:spPr>
              <a:xfrm>
                <a:off x="9625320" y="2981880"/>
                <a:ext cx="89280" cy="54000"/>
              </a:xfrm>
              <a:custGeom>
                <a:avLst/>
                <a:gdLst>
                  <a:gd name="textAreaLeft" fmla="*/ 0 w 89280"/>
                  <a:gd name="textAreaRight" fmla="*/ 89640 w 89280"/>
                  <a:gd name="textAreaTop" fmla="*/ 0 h 54000"/>
                  <a:gd name="textAreaBottom" fmla="*/ 54360 h 5400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360" rIns="90000" bIns="9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33" name="Freeform 185"/>
              <p:cNvSpPr/>
              <p:nvPr/>
            </p:nvSpPr>
            <p:spPr>
              <a:xfrm>
                <a:off x="9656280" y="2954880"/>
                <a:ext cx="194400" cy="86040"/>
              </a:xfrm>
              <a:custGeom>
                <a:avLst/>
                <a:gdLst>
                  <a:gd name="textAreaLeft" fmla="*/ 0 w 194400"/>
                  <a:gd name="textAreaRight" fmla="*/ 194760 w 194400"/>
                  <a:gd name="textAreaTop" fmla="*/ 0 h 86040"/>
                  <a:gd name="textAreaBottom" fmla="*/ 86400 h 8604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1400" rIns="90000" bIns="414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834" name="Group 186"/>
          <p:cNvGrpSpPr/>
          <p:nvPr/>
        </p:nvGrpSpPr>
        <p:grpSpPr>
          <a:xfrm>
            <a:off x="10449000" y="3505680"/>
            <a:ext cx="353160" cy="198000"/>
            <a:chOff x="10449000" y="3505680"/>
            <a:chExt cx="353160" cy="198000"/>
          </a:xfrm>
        </p:grpSpPr>
        <p:sp>
          <p:nvSpPr>
            <p:cNvPr id="835" name="Freeform 187"/>
            <p:cNvSpPr/>
            <p:nvPr/>
          </p:nvSpPr>
          <p:spPr>
            <a:xfrm>
              <a:off x="10449000" y="3574440"/>
              <a:ext cx="353160" cy="12924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129240"/>
                <a:gd name="textAreaBottom" fmla="*/ 129600 h 1292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Oval 188"/>
            <p:cNvSpPr/>
            <p:nvPr/>
          </p:nvSpPr>
          <p:spPr>
            <a:xfrm>
              <a:off x="10449360" y="3505680"/>
              <a:ext cx="352800" cy="1281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7" name="Group 189"/>
            <p:cNvGrpSpPr/>
            <p:nvPr/>
          </p:nvGrpSpPr>
          <p:grpSpPr>
            <a:xfrm>
              <a:off x="10501560" y="3521880"/>
              <a:ext cx="248400" cy="93960"/>
              <a:chOff x="10501560" y="3521880"/>
              <a:chExt cx="248400" cy="93960"/>
            </a:xfrm>
          </p:grpSpPr>
          <p:sp>
            <p:nvSpPr>
              <p:cNvPr id="838" name="Freeform 190"/>
              <p:cNvSpPr/>
              <p:nvPr/>
            </p:nvSpPr>
            <p:spPr>
              <a:xfrm>
                <a:off x="10508400" y="3521880"/>
                <a:ext cx="235080" cy="52560"/>
              </a:xfrm>
              <a:custGeom>
                <a:avLst/>
                <a:gdLst>
                  <a:gd name="textAreaLeft" fmla="*/ 0 w 235080"/>
                  <a:gd name="textAreaRight" fmla="*/ 235440 w 235080"/>
                  <a:gd name="textAreaTop" fmla="*/ 0 h 52560"/>
                  <a:gd name="textAreaBottom" fmla="*/ 52920 h 52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7920" rIns="90000" bIns="7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39" name="Freeform 191"/>
              <p:cNvSpPr/>
              <p:nvPr/>
            </p:nvSpPr>
            <p:spPr>
              <a:xfrm>
                <a:off x="10662480" y="3567240"/>
                <a:ext cx="87480" cy="45000"/>
              </a:xfrm>
              <a:custGeom>
                <a:avLst/>
                <a:gdLst>
                  <a:gd name="textAreaLeft" fmla="*/ 0 w 87480"/>
                  <a:gd name="textAreaRight" fmla="*/ 87840 w 87480"/>
                  <a:gd name="textAreaTop" fmla="*/ 0 h 45000"/>
                  <a:gd name="textAreaBottom" fmla="*/ 45360 h 450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60" rIns="90000" bIns="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40" name="Freeform 192"/>
              <p:cNvSpPr/>
              <p:nvPr/>
            </p:nvSpPr>
            <p:spPr>
              <a:xfrm>
                <a:off x="10501560" y="3567240"/>
                <a:ext cx="86040" cy="446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44640"/>
                  <a:gd name="textAreaBottom" fmla="*/ 45000 h 4464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0" rIns="90000" bIns="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41" name="Freeform 193"/>
              <p:cNvSpPr/>
              <p:nvPr/>
            </p:nvSpPr>
            <p:spPr>
              <a:xfrm>
                <a:off x="10531440" y="3544920"/>
                <a:ext cx="187200" cy="70920"/>
              </a:xfrm>
              <a:custGeom>
                <a:avLst/>
                <a:gdLst>
                  <a:gd name="textAreaLeft" fmla="*/ 0 w 187200"/>
                  <a:gd name="textAreaRight" fmla="*/ 187560 w 187200"/>
                  <a:gd name="textAreaTop" fmla="*/ 0 h 70920"/>
                  <a:gd name="textAreaBottom" fmla="*/ 71280 h 709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6280" rIns="90000" bIns="26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842" name="Group 194"/>
          <p:cNvGrpSpPr/>
          <p:nvPr/>
        </p:nvGrpSpPr>
        <p:grpSpPr>
          <a:xfrm>
            <a:off x="10999800" y="3882600"/>
            <a:ext cx="227880" cy="119880"/>
            <a:chOff x="10999800" y="3882600"/>
            <a:chExt cx="227880" cy="119880"/>
          </a:xfrm>
        </p:grpSpPr>
        <p:sp>
          <p:nvSpPr>
            <p:cNvPr id="843" name="Freeform 195"/>
            <p:cNvSpPr/>
            <p:nvPr/>
          </p:nvSpPr>
          <p:spPr>
            <a:xfrm>
              <a:off x="10999800" y="3924000"/>
              <a:ext cx="227880" cy="78480"/>
            </a:xfrm>
            <a:custGeom>
              <a:avLst/>
              <a:gdLst>
                <a:gd name="textAreaLeft" fmla="*/ 0 w 227880"/>
                <a:gd name="textAreaRight" fmla="*/ 228240 w 227880"/>
                <a:gd name="textAreaTop" fmla="*/ 0 h 78480"/>
                <a:gd name="textAreaBottom" fmla="*/ 78840 h 7848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840" rIns="90000" bIns="338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Oval 196"/>
            <p:cNvSpPr/>
            <p:nvPr/>
          </p:nvSpPr>
          <p:spPr>
            <a:xfrm>
              <a:off x="10999800" y="3882600"/>
              <a:ext cx="227520" cy="7776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10440" rIns="90000" bIns="10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5" name="Group 197"/>
            <p:cNvGrpSpPr/>
            <p:nvPr/>
          </p:nvGrpSpPr>
          <p:grpSpPr>
            <a:xfrm>
              <a:off x="11033640" y="3892320"/>
              <a:ext cx="160200" cy="56880"/>
              <a:chOff x="11033640" y="3892320"/>
              <a:chExt cx="160200" cy="56880"/>
            </a:xfrm>
          </p:grpSpPr>
          <p:sp>
            <p:nvSpPr>
              <p:cNvPr id="846" name="Freeform 198"/>
              <p:cNvSpPr/>
              <p:nvPr/>
            </p:nvSpPr>
            <p:spPr>
              <a:xfrm>
                <a:off x="11037960" y="3892320"/>
                <a:ext cx="151560" cy="31680"/>
              </a:xfrm>
              <a:custGeom>
                <a:avLst/>
                <a:gdLst>
                  <a:gd name="textAreaLeft" fmla="*/ 0 w 151560"/>
                  <a:gd name="textAreaRight" fmla="*/ 151920 w 151560"/>
                  <a:gd name="textAreaTop" fmla="*/ 0 h 31680"/>
                  <a:gd name="textAreaBottom" fmla="*/ 32040 h 3168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12960" rIns="90000" bIns="-129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47" name="Freeform 199"/>
              <p:cNvSpPr/>
              <p:nvPr/>
            </p:nvSpPr>
            <p:spPr>
              <a:xfrm>
                <a:off x="11137320" y="3919680"/>
                <a:ext cx="56520" cy="27360"/>
              </a:xfrm>
              <a:custGeom>
                <a:avLst/>
                <a:gdLst>
                  <a:gd name="textAreaLeft" fmla="*/ 0 w 56520"/>
                  <a:gd name="textAreaRight" fmla="*/ 56880 w 56520"/>
                  <a:gd name="textAreaTop" fmla="*/ 0 h 27360"/>
                  <a:gd name="textAreaBottom" fmla="*/ 27720 h 273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48" name="Freeform 200"/>
              <p:cNvSpPr/>
              <p:nvPr/>
            </p:nvSpPr>
            <p:spPr>
              <a:xfrm>
                <a:off x="11033640" y="3919680"/>
                <a:ext cx="55440" cy="27000"/>
              </a:xfrm>
              <a:custGeom>
                <a:avLst/>
                <a:gdLst>
                  <a:gd name="textAreaLeft" fmla="*/ 0 w 55440"/>
                  <a:gd name="textAreaRight" fmla="*/ 55800 w 55440"/>
                  <a:gd name="textAreaTop" fmla="*/ 0 h 27000"/>
                  <a:gd name="textAreaBottom" fmla="*/ 27360 h 2700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17640" rIns="90000" bIns="-17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49" name="Freeform 201"/>
              <p:cNvSpPr/>
              <p:nvPr/>
            </p:nvSpPr>
            <p:spPr>
              <a:xfrm>
                <a:off x="11053080" y="3906360"/>
                <a:ext cx="120600" cy="42840"/>
              </a:xfrm>
              <a:custGeom>
                <a:avLst/>
                <a:gdLst>
                  <a:gd name="textAreaLeft" fmla="*/ 0 w 120600"/>
                  <a:gd name="textAreaRight" fmla="*/ 120960 w 120600"/>
                  <a:gd name="textAreaTop" fmla="*/ 0 h 42840"/>
                  <a:gd name="textAreaBottom" fmla="*/ 43200 h 4284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1800" rIns="90000" bIns="-1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850" name="Group 202"/>
          <p:cNvGrpSpPr/>
          <p:nvPr/>
        </p:nvGrpSpPr>
        <p:grpSpPr>
          <a:xfrm>
            <a:off x="7512840" y="1869840"/>
            <a:ext cx="534600" cy="414360"/>
            <a:chOff x="7512840" y="1869840"/>
            <a:chExt cx="534600" cy="414360"/>
          </a:xfrm>
        </p:grpSpPr>
        <p:pic>
          <p:nvPicPr>
            <p:cNvPr id="851" name="Picture 1017" descr="antenna_stylized"/>
            <p:cNvPicPr/>
            <p:nvPr/>
          </p:nvPicPr>
          <p:blipFill>
            <a:blip r:embed="rId6"/>
            <a:stretch/>
          </p:blipFill>
          <p:spPr>
            <a:xfrm>
              <a:off x="7512840" y="1869840"/>
              <a:ext cx="530280" cy="223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52" name="Picture 1018" descr="laptop_keyboard"/>
            <p:cNvPicPr/>
            <p:nvPr/>
          </p:nvPicPr>
          <p:blipFill>
            <a:blip r:embed="rId7"/>
            <a:stretch/>
          </p:blipFill>
          <p:spPr>
            <a:xfrm flipH="1" rot="109200">
              <a:off x="7538760" y="2118240"/>
              <a:ext cx="437040" cy="159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53" name="Freeform 1019"/>
            <p:cNvSpPr/>
            <p:nvPr/>
          </p:nvSpPr>
          <p:spPr>
            <a:xfrm>
              <a:off x="7683480" y="1963440"/>
              <a:ext cx="351720" cy="20772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07720"/>
                <a:gd name="textAreaBottom" fmla="*/ 208080 h 207720"/>
                <a:gd name="GluePoint1X" fmla="*/ 775798119 w 2982"/>
                <a:gd name="GluePoint1Y" fmla="*/ 0 h 2442"/>
                <a:gd name="GluePoint2X" fmla="*/ 0 w 2982"/>
                <a:gd name="GluePoint2Y" fmla="*/ 211226083 h 2442"/>
                <a:gd name="GluePoint3X" fmla="*/ 2147483646 w 2982"/>
                <a:gd name="GluePoint3Y" fmla="*/ 263880059 h 2442"/>
                <a:gd name="GluePoint4X" fmla="*/ 2147483646 w 2982"/>
                <a:gd name="GluePoint4Y" fmla="*/ 52653891 h 2442"/>
                <a:gd name="GluePoint5X" fmla="*/ 775798119 w 2982"/>
                <a:gd name="GluePoint5Y" fmla="*/ 0 h 24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854" name="Picture 1020" descr="screen"/>
            <p:cNvPicPr/>
            <p:nvPr/>
          </p:nvPicPr>
          <p:blipFill>
            <a:blip r:embed="rId8"/>
            <a:stretch/>
          </p:blipFill>
          <p:spPr>
            <a:xfrm>
              <a:off x="7700760" y="1968840"/>
              <a:ext cx="319320" cy="189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55" name="Freeform 1021"/>
            <p:cNvSpPr/>
            <p:nvPr/>
          </p:nvSpPr>
          <p:spPr>
            <a:xfrm>
              <a:off x="7747560" y="1957320"/>
              <a:ext cx="297720" cy="38520"/>
            </a:xfrm>
            <a:custGeom>
              <a:avLst/>
              <a:gdLst>
                <a:gd name="textAreaLeft" fmla="*/ 0 w 297720"/>
                <a:gd name="textAreaRight" fmla="*/ 298080 w 297720"/>
                <a:gd name="textAreaTop" fmla="*/ 0 h 38520"/>
                <a:gd name="textAreaBottom" fmla="*/ 38880 h 38520"/>
                <a:gd name="GluePoint1X" fmla="*/ 193616298 w 2528"/>
                <a:gd name="GluePoint1Y" fmla="*/ 0 h 455"/>
                <a:gd name="GluePoint2X" fmla="*/ 2147483646 w 2528"/>
                <a:gd name="GluePoint2Y" fmla="*/ 52445139 h 455"/>
                <a:gd name="GluePoint3X" fmla="*/ 2147483646 w 2528"/>
                <a:gd name="GluePoint3Y" fmla="*/ 52445139 h 455"/>
                <a:gd name="GluePoint4X" fmla="*/ 0 w 2528"/>
                <a:gd name="GluePoint4Y" fmla="*/ 52445139 h 455"/>
                <a:gd name="GluePoint5X" fmla="*/ 193616298 w 2528"/>
                <a:gd name="GluePoint5Y" fmla="*/ 0 h 4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6120" rIns="90000" bIns="-6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56" name="Freeform 1022"/>
            <p:cNvSpPr/>
            <p:nvPr/>
          </p:nvSpPr>
          <p:spPr>
            <a:xfrm>
              <a:off x="7680240" y="1957320"/>
              <a:ext cx="82440" cy="160920"/>
            </a:xfrm>
            <a:custGeom>
              <a:avLst/>
              <a:gdLst>
                <a:gd name="textAreaLeft" fmla="*/ 0 w 82440"/>
                <a:gd name="textAreaRight" fmla="*/ 82800 w 82440"/>
                <a:gd name="textAreaTop" fmla="*/ 0 h 160920"/>
                <a:gd name="textAreaBottom" fmla="*/ 161280 h 160920"/>
                <a:gd name="GluePoint1X" fmla="*/ 773664160 w 702"/>
                <a:gd name="GluePoint1Y" fmla="*/ 0 h 1893"/>
                <a:gd name="GluePoint2X" fmla="*/ 0 w 702"/>
                <a:gd name="GluePoint2Y" fmla="*/ 210739916 h 1893"/>
                <a:gd name="GluePoint3X" fmla="*/ 193416040 w 702"/>
                <a:gd name="GluePoint3Y" fmla="*/ 210739916 h 1893"/>
                <a:gd name="GluePoint4X" fmla="*/ 967080200 w 702"/>
                <a:gd name="GluePoint4Y" fmla="*/ 52529017 h 1893"/>
                <a:gd name="GluePoint5X" fmla="*/ 773664160 w 702"/>
                <a:gd name="GluePoint5Y" fmla="*/ 0 h 189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57" name="Freeform 1023"/>
            <p:cNvSpPr/>
            <p:nvPr/>
          </p:nvSpPr>
          <p:spPr>
            <a:xfrm>
              <a:off x="7954200" y="1986120"/>
              <a:ext cx="88920" cy="18576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185760"/>
                <a:gd name="textAreaBottom" fmla="*/ 186120 h 185760"/>
                <a:gd name="GluePoint1X" fmla="*/ 969024527 w 756"/>
                <a:gd name="GluePoint1Y" fmla="*/ 0 h 2184"/>
                <a:gd name="GluePoint2X" fmla="*/ 193802074 w 756"/>
                <a:gd name="GluePoint2Y" fmla="*/ 263660221 h 2184"/>
                <a:gd name="GluePoint3X" fmla="*/ 0 w 756"/>
                <a:gd name="GluePoint3Y" fmla="*/ 263660221 h 2184"/>
                <a:gd name="GluePoint4X" fmla="*/ 775222454 w 756"/>
                <a:gd name="GluePoint4Y" fmla="*/ 52610059 h 2184"/>
                <a:gd name="GluePoint5X" fmla="*/ 969024527 w 756"/>
                <a:gd name="GluePoint5Y" fmla="*/ 0 h 21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58" name="Freeform 1024"/>
            <p:cNvSpPr/>
            <p:nvPr/>
          </p:nvSpPr>
          <p:spPr>
            <a:xfrm>
              <a:off x="7679160" y="2110320"/>
              <a:ext cx="326880" cy="62640"/>
            </a:xfrm>
            <a:custGeom>
              <a:avLst/>
              <a:gdLst>
                <a:gd name="textAreaLeft" fmla="*/ 0 w 326880"/>
                <a:gd name="textAreaRight" fmla="*/ 327240 w 326880"/>
                <a:gd name="textAreaTop" fmla="*/ 0 h 62640"/>
                <a:gd name="textAreaBottom" fmla="*/ 63000 h 62640"/>
                <a:gd name="GluePoint1X" fmla="*/ 193829444 w 2773"/>
                <a:gd name="GluePoint1Y" fmla="*/ 0 h 738"/>
                <a:gd name="GluePoint2X" fmla="*/ 0 w 2773"/>
                <a:gd name="GluePoint2Y" fmla="*/ 52443587 h 738"/>
                <a:gd name="GluePoint3X" fmla="*/ 2147483646 w 2773"/>
                <a:gd name="GluePoint3Y" fmla="*/ 104894411 h 738"/>
                <a:gd name="GluePoint4X" fmla="*/ 2147483646 w 2773"/>
                <a:gd name="GluePoint4Y" fmla="*/ 52443587 h 738"/>
                <a:gd name="GluePoint5X" fmla="*/ 193829444 w 2773"/>
                <a:gd name="GluePoint5Y" fmla="*/ 0 h 7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8000" rIns="90000" bIns="18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59" name="Freeform 1025"/>
            <p:cNvSpPr/>
            <p:nvPr/>
          </p:nvSpPr>
          <p:spPr>
            <a:xfrm>
              <a:off x="7964280" y="1987560"/>
              <a:ext cx="83160" cy="1864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186480"/>
                <a:gd name="textAreaBottom" fmla="*/ 186840 h 186480"/>
                <a:gd name="GluePoint1X" fmla="*/ 2147483646 w 637"/>
                <a:gd name="GluePoint1Y" fmla="*/ 0 h 1659"/>
                <a:gd name="GluePoint2X" fmla="*/ 2147483646 w 637"/>
                <a:gd name="GluePoint2Y" fmla="*/ 0 h 1659"/>
                <a:gd name="GluePoint3X" fmla="*/ 295581541 w 637"/>
                <a:gd name="GluePoint3Y" fmla="*/ 2147483646 h 1659"/>
                <a:gd name="GluePoint4X" fmla="*/ 0 w 637"/>
                <a:gd name="GluePoint4Y" fmla="*/ 2147483646 h 1659"/>
                <a:gd name="GluePoint5X" fmla="*/ 2147483646 w 637"/>
                <a:gd name="GluePoint5Y" fmla="*/ 0 h 16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60" name="Freeform 1026"/>
            <p:cNvSpPr/>
            <p:nvPr/>
          </p:nvSpPr>
          <p:spPr>
            <a:xfrm>
              <a:off x="7679880" y="2118600"/>
              <a:ext cx="290520" cy="6156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61560"/>
                <a:gd name="textAreaBottom" fmla="*/ 61920 h 61560"/>
                <a:gd name="GluePoint1X" fmla="*/ 0 w 2216"/>
                <a:gd name="GluePoint1Y" fmla="*/ 0 h 550"/>
                <a:gd name="GluePoint2X" fmla="*/ 296523134 w 2216"/>
                <a:gd name="GluePoint2Y" fmla="*/ 324379338 h 550"/>
                <a:gd name="GluePoint3X" fmla="*/ 2147483646 w 2216"/>
                <a:gd name="GluePoint3Y" fmla="*/ 2147483646 h 550"/>
                <a:gd name="GluePoint4X" fmla="*/ 2147483646 w 2216"/>
                <a:gd name="GluePoint4Y" fmla="*/ 2147483646 h 550"/>
                <a:gd name="GluePoint5X" fmla="*/ 0 w 2216"/>
                <a:gd name="GluePoint5Y" fmla="*/ 0 h 5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861" name="Group 1027"/>
            <p:cNvGrpSpPr/>
            <p:nvPr/>
          </p:nvGrpSpPr>
          <p:grpSpPr>
            <a:xfrm>
              <a:off x="7674840" y="2184840"/>
              <a:ext cx="98280" cy="36360"/>
              <a:chOff x="7674840" y="2184840"/>
              <a:chExt cx="98280" cy="36360"/>
            </a:xfrm>
          </p:grpSpPr>
          <p:sp>
            <p:nvSpPr>
              <p:cNvPr id="862" name="Freeform 1028"/>
              <p:cNvSpPr/>
              <p:nvPr/>
            </p:nvSpPr>
            <p:spPr>
              <a:xfrm>
                <a:off x="7674840" y="2184840"/>
                <a:ext cx="98280" cy="36360"/>
              </a:xfrm>
              <a:custGeom>
                <a:avLst/>
                <a:gdLst>
                  <a:gd name="textAreaLeft" fmla="*/ 0 w 98280"/>
                  <a:gd name="textAreaRight" fmla="*/ 98640 w 98280"/>
                  <a:gd name="textAreaTop" fmla="*/ 0 h 36360"/>
                  <a:gd name="textAreaBottom" fmla="*/ 36720 h 36360"/>
                  <a:gd name="GluePoint1X" fmla="*/ 293 w 752"/>
                  <a:gd name="GluePoint1Y" fmla="*/ 0 h 327"/>
                  <a:gd name="GluePoint2X" fmla="*/ 752 w 752"/>
                  <a:gd name="GluePoint2Y" fmla="*/ 124 h 327"/>
                  <a:gd name="GluePoint3X" fmla="*/ 470 w 752"/>
                  <a:gd name="GluePoint3Y" fmla="*/ 327 h 327"/>
                  <a:gd name="GluePoint4X" fmla="*/ 0 w 752"/>
                  <a:gd name="GluePoint4Y" fmla="*/ 183 h 327"/>
                  <a:gd name="GluePoint5X" fmla="*/ 293 w 752"/>
                  <a:gd name="GluePoint5Y" fmla="*/ 0 h 3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8280" rIns="90000" bIns="-82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63" name="Freeform 1029"/>
              <p:cNvSpPr/>
              <p:nvPr/>
            </p:nvSpPr>
            <p:spPr>
              <a:xfrm>
                <a:off x="7676640" y="2185560"/>
                <a:ext cx="95040" cy="34560"/>
              </a:xfrm>
              <a:custGeom>
                <a:avLst/>
                <a:gdLst>
                  <a:gd name="textAreaLeft" fmla="*/ 0 w 95040"/>
                  <a:gd name="textAreaRight" fmla="*/ 95400 w 95040"/>
                  <a:gd name="textAreaTop" fmla="*/ 0 h 34560"/>
                  <a:gd name="textAreaBottom" fmla="*/ 34920 h 34560"/>
                  <a:gd name="GluePoint1X" fmla="*/ 282 w 726"/>
                  <a:gd name="GluePoint1Y" fmla="*/ 0 h 311"/>
                  <a:gd name="GluePoint2X" fmla="*/ 726 w 726"/>
                  <a:gd name="GluePoint2Y" fmla="*/ 119 h 311"/>
                  <a:gd name="GluePoint3X" fmla="*/ 457 w 726"/>
                  <a:gd name="GluePoint3Y" fmla="*/ 311 h 311"/>
                  <a:gd name="GluePoint4X" fmla="*/ 0 w 726"/>
                  <a:gd name="GluePoint4Y" fmla="*/ 173 h 311"/>
                  <a:gd name="GluePoint5X" fmla="*/ 282 w 726"/>
                  <a:gd name="GluePoint5Y" fmla="*/ 0 h 3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0080" rIns="90000" bIns="-100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64" name="Freeform 1030"/>
              <p:cNvSpPr/>
              <p:nvPr/>
            </p:nvSpPr>
            <p:spPr>
              <a:xfrm>
                <a:off x="7683840" y="2199240"/>
                <a:ext cx="33480" cy="10800"/>
              </a:xfrm>
              <a:custGeom>
                <a:avLst/>
                <a:gdLst>
                  <a:gd name="textAreaLeft" fmla="*/ 0 w 33480"/>
                  <a:gd name="textAreaRight" fmla="*/ 33840 w 33480"/>
                  <a:gd name="textAreaTop" fmla="*/ 0 h 10800"/>
                  <a:gd name="textAreaBottom" fmla="*/ 11160 h 10800"/>
                  <a:gd name="GluePoint1X" fmla="*/ 0 w 258"/>
                  <a:gd name="GluePoint1Y" fmla="*/ 44 h 100"/>
                  <a:gd name="GluePoint2X" fmla="*/ 75 w 258"/>
                  <a:gd name="GluePoint2Y" fmla="*/ 0 h 100"/>
                  <a:gd name="GluePoint3X" fmla="*/ 258 w 258"/>
                  <a:gd name="GluePoint3Y" fmla="*/ 50 h 100"/>
                  <a:gd name="GluePoint4X" fmla="*/ 183 w 258"/>
                  <a:gd name="GluePoint4Y" fmla="*/ 100 h 100"/>
                  <a:gd name="GluePoint5X" fmla="*/ 0 w 258"/>
                  <a:gd name="GluePoint5Y" fmla="*/ 44 h 1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3840" rIns="90000" bIns="-338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65" name="Freeform 1031"/>
              <p:cNvSpPr/>
              <p:nvPr/>
            </p:nvSpPr>
            <p:spPr>
              <a:xfrm>
                <a:off x="7682760" y="2204280"/>
                <a:ext cx="25200" cy="6840"/>
              </a:xfrm>
              <a:custGeom>
                <a:avLst/>
                <a:gdLst>
                  <a:gd name="textAreaLeft" fmla="*/ 0 w 25200"/>
                  <a:gd name="textAreaRight" fmla="*/ 25560 w 25200"/>
                  <a:gd name="textAreaTop" fmla="*/ 0 h 6840"/>
                  <a:gd name="textAreaBottom" fmla="*/ 7200 h 6840"/>
                  <a:gd name="GluePoint1X" fmla="*/ 12 w 194"/>
                  <a:gd name="GluePoint1Y" fmla="*/ 0 h 63"/>
                  <a:gd name="GluePoint2X" fmla="*/ 194 w 194"/>
                  <a:gd name="GluePoint2Y" fmla="*/ 53 h 63"/>
                  <a:gd name="GluePoint3X" fmla="*/ 180 w 194"/>
                  <a:gd name="GluePoint3Y" fmla="*/ 63 h 63"/>
                  <a:gd name="GluePoint4X" fmla="*/ 0 w 194"/>
                  <a:gd name="GluePoint4Y" fmla="*/ 9 h 63"/>
                  <a:gd name="GluePoint5X" fmla="*/ 12 w 194"/>
                  <a:gd name="GluePoint5Y" fmla="*/ 0 h 6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7800" rIns="90000" bIns="-37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66" name="Freeform 1032"/>
              <p:cNvSpPr/>
              <p:nvPr/>
            </p:nvSpPr>
            <p:spPr>
              <a:xfrm>
                <a:off x="7711560" y="2206440"/>
                <a:ext cx="33480" cy="11160"/>
              </a:xfrm>
              <a:custGeom>
                <a:avLst/>
                <a:gdLst>
                  <a:gd name="textAreaLeft" fmla="*/ 0 w 33480"/>
                  <a:gd name="textAreaRight" fmla="*/ 33840 w 33480"/>
                  <a:gd name="textAreaTop" fmla="*/ 0 h 11160"/>
                  <a:gd name="textAreaBottom" fmla="*/ 11520 h 11160"/>
                  <a:gd name="GluePoint1X" fmla="*/ 0 w 258"/>
                  <a:gd name="GluePoint1Y" fmla="*/ 46 h 102"/>
                  <a:gd name="GluePoint2X" fmla="*/ 71 w 258"/>
                  <a:gd name="GluePoint2Y" fmla="*/ 0 h 102"/>
                  <a:gd name="GluePoint3X" fmla="*/ 258 w 258"/>
                  <a:gd name="GluePoint3Y" fmla="*/ 52 h 102"/>
                  <a:gd name="GluePoint4X" fmla="*/ 183 w 258"/>
                  <a:gd name="GluePoint4Y" fmla="*/ 102 h 102"/>
                  <a:gd name="GluePoint5X" fmla="*/ 0 w 258"/>
                  <a:gd name="GluePoint5Y" fmla="*/ 46 h 1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3480" rIns="90000" bIns="-334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67" name="Freeform 1033"/>
              <p:cNvSpPr/>
              <p:nvPr/>
            </p:nvSpPr>
            <p:spPr>
              <a:xfrm>
                <a:off x="7710480" y="2211840"/>
                <a:ext cx="25200" cy="6840"/>
              </a:xfrm>
              <a:custGeom>
                <a:avLst/>
                <a:gdLst>
                  <a:gd name="textAreaLeft" fmla="*/ 0 w 25200"/>
                  <a:gd name="textAreaRight" fmla="*/ 25560 w 25200"/>
                  <a:gd name="textAreaTop" fmla="*/ 0 h 6840"/>
                  <a:gd name="textAreaBottom" fmla="*/ 7200 h 6840"/>
                  <a:gd name="GluePoint1X" fmla="*/ 12 w 194"/>
                  <a:gd name="GluePoint1Y" fmla="*/ 0 h 63"/>
                  <a:gd name="GluePoint2X" fmla="*/ 194 w 194"/>
                  <a:gd name="GluePoint2Y" fmla="*/ 53 h 63"/>
                  <a:gd name="GluePoint3X" fmla="*/ 180 w 194"/>
                  <a:gd name="GluePoint3Y" fmla="*/ 63 h 63"/>
                  <a:gd name="GluePoint4X" fmla="*/ 0 w 194"/>
                  <a:gd name="GluePoint4Y" fmla="*/ 9 h 63"/>
                  <a:gd name="GluePoint5X" fmla="*/ 12 w 194"/>
                  <a:gd name="GluePoint5Y" fmla="*/ 0 h 6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7800" rIns="90000" bIns="-37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868" name="Freeform 1034"/>
            <p:cNvSpPr/>
            <p:nvPr/>
          </p:nvSpPr>
          <p:spPr>
            <a:xfrm>
              <a:off x="7844040" y="2190240"/>
              <a:ext cx="119160" cy="806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80640"/>
                <a:gd name="textAreaBottom" fmla="*/ 81000 h 80640"/>
                <a:gd name="GluePoint1X" fmla="*/ 213221464 w 990"/>
                <a:gd name="GluePoint1Y" fmla="*/ 1090686587 h 792"/>
                <a:gd name="GluePoint2X" fmla="*/ 1915477586 w 990"/>
                <a:gd name="GluePoint2Y" fmla="*/ 0 h 792"/>
                <a:gd name="GluePoint3X" fmla="*/ 1915477586 w 990"/>
                <a:gd name="GluePoint3Y" fmla="*/ 108859840 h 792"/>
                <a:gd name="GluePoint4X" fmla="*/ 0 w 990"/>
                <a:gd name="GluePoint4Y" fmla="*/ 1090686587 h 792"/>
                <a:gd name="GluePoint5X" fmla="*/ 213221464 w 990"/>
                <a:gd name="GluePoint5Y" fmla="*/ 1090686587 h 7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6000" rIns="90000" bIns="36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69" name="Freeform 1035"/>
            <p:cNvSpPr/>
            <p:nvPr/>
          </p:nvSpPr>
          <p:spPr>
            <a:xfrm>
              <a:off x="7538760" y="2196720"/>
              <a:ext cx="305640" cy="73440"/>
            </a:xfrm>
            <a:custGeom>
              <a:avLst/>
              <a:gdLst>
                <a:gd name="textAreaLeft" fmla="*/ 0 w 305640"/>
                <a:gd name="textAreaRight" fmla="*/ 306000 w 305640"/>
                <a:gd name="textAreaTop" fmla="*/ 0 h 73440"/>
                <a:gd name="textAreaBottom" fmla="*/ 73800 h 73440"/>
                <a:gd name="GluePoint1X" fmla="*/ 213486572 w 2532"/>
                <a:gd name="GluePoint1Y" fmla="*/ 0 h 723"/>
                <a:gd name="GluePoint2X" fmla="*/ 213486572 w 2532"/>
                <a:gd name="GluePoint2Y" fmla="*/ 0 h 723"/>
                <a:gd name="GluePoint3X" fmla="*/ 2147483646 w 2532"/>
                <a:gd name="GluePoint3Y" fmla="*/ 979380008 h 723"/>
                <a:gd name="GluePoint4X" fmla="*/ 2147483646 w 2532"/>
                <a:gd name="GluePoint4Y" fmla="*/ 1088085165 h 723"/>
                <a:gd name="GluePoint5X" fmla="*/ 0 w 2532"/>
                <a:gd name="GluePoint5Y" fmla="*/ 108705259 h 723"/>
                <a:gd name="GluePoint6X" fmla="*/ 213486572 w 2532"/>
                <a:gd name="GluePoint6Y" fmla="*/ 0 h 7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70" name="Freeform 1036"/>
            <p:cNvSpPr/>
            <p:nvPr/>
          </p:nvSpPr>
          <p:spPr>
            <a:xfrm>
              <a:off x="7538760" y="2183400"/>
              <a:ext cx="2880" cy="1476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14760"/>
                <a:gd name="textAreaBottom" fmla="*/ 15120 h 14760"/>
                <a:gd name="GluePoint1X" fmla="*/ 262278191 w 26"/>
                <a:gd name="GluePoint1Y" fmla="*/ 107489981 h 147"/>
                <a:gd name="GluePoint2X" fmla="*/ 262278191 w 26"/>
                <a:gd name="GluePoint2Y" fmla="*/ 214969480 h 147"/>
                <a:gd name="GluePoint3X" fmla="*/ 0 w 26"/>
                <a:gd name="GluePoint3Y" fmla="*/ 214969480 h 147"/>
                <a:gd name="GluePoint4X" fmla="*/ 262278191 w 26"/>
                <a:gd name="GluePoint4Y" fmla="*/ 0 h 147"/>
                <a:gd name="GluePoint5X" fmla="*/ 262278191 w 26"/>
                <a:gd name="GluePoint5Y" fmla="*/ 107489981 h 1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9880" rIns="90000" bIns="-298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71" name="Freeform 1037"/>
            <p:cNvSpPr/>
            <p:nvPr/>
          </p:nvSpPr>
          <p:spPr>
            <a:xfrm>
              <a:off x="7539120" y="2122200"/>
              <a:ext cx="141840" cy="6156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61560"/>
                <a:gd name="textAreaBottom" fmla="*/ 61920 h 61560"/>
                <a:gd name="GluePoint1X" fmla="*/ 2136125890 w 1176"/>
                <a:gd name="GluePoint1Y" fmla="*/ 0 h 606"/>
                <a:gd name="GluePoint2X" fmla="*/ 0 w 1176"/>
                <a:gd name="GluePoint2Y" fmla="*/ 870000945 h 606"/>
                <a:gd name="GluePoint3X" fmla="*/ 213789467 w 1176"/>
                <a:gd name="GluePoint3Y" fmla="*/ 870000945 h 606"/>
                <a:gd name="GluePoint4X" fmla="*/ 2136125890 w 1176"/>
                <a:gd name="GluePoint4Y" fmla="*/ 108617123 h 606"/>
                <a:gd name="GluePoint5X" fmla="*/ 2136125890 w 1176"/>
                <a:gd name="GluePoint5Y" fmla="*/ 0 h 60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72" name="Freeform 1038"/>
            <p:cNvSpPr/>
            <p:nvPr/>
          </p:nvSpPr>
          <p:spPr>
            <a:xfrm>
              <a:off x="7548480" y="2186280"/>
              <a:ext cx="289800" cy="70560"/>
            </a:xfrm>
            <a:custGeom>
              <a:avLst/>
              <a:gdLst>
                <a:gd name="textAreaLeft" fmla="*/ 0 w 289800"/>
                <a:gd name="textAreaRight" fmla="*/ 290160 w 289800"/>
                <a:gd name="textAreaTop" fmla="*/ 0 h 70560"/>
                <a:gd name="textAreaBottom" fmla="*/ 70920 h 70560"/>
                <a:gd name="GluePoint1X" fmla="*/ 173112702 w 2532"/>
                <a:gd name="GluePoint1Y" fmla="*/ 0 h 723"/>
                <a:gd name="GluePoint2X" fmla="*/ 173112702 w 2532"/>
                <a:gd name="GluePoint2Y" fmla="*/ 0 h 723"/>
                <a:gd name="GluePoint3X" fmla="*/ 2069773885 w 2532"/>
                <a:gd name="GluePoint3Y" fmla="*/ 558173482 h 723"/>
                <a:gd name="GluePoint4X" fmla="*/ 2069773885 w 2532"/>
                <a:gd name="GluePoint4Y" fmla="*/ 558173482 h 723"/>
                <a:gd name="GluePoint5X" fmla="*/ 0 w 2532"/>
                <a:gd name="GluePoint5Y" fmla="*/ 92871346 h 723"/>
                <a:gd name="GluePoint6X" fmla="*/ 173112702 w 2532"/>
                <a:gd name="GluePoint6Y" fmla="*/ 0 h 7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5920" rIns="90000" bIns="259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73" name="Freeform 1039"/>
            <p:cNvSpPr/>
            <p:nvPr/>
          </p:nvSpPr>
          <p:spPr>
            <a:xfrm flipV="1">
              <a:off x="7838280" y="2180520"/>
              <a:ext cx="118080" cy="730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-360 h 73080"/>
                <a:gd name="textAreaBottom" fmla="*/ 73080 h 73080"/>
                <a:gd name="GluePoint1X" fmla="*/ 0 w 2532"/>
                <a:gd name="GluePoint1Y" fmla="*/ 0 h 723"/>
                <a:gd name="GluePoint2X" fmla="*/ 0 w 2532"/>
                <a:gd name="GluePoint2Y" fmla="*/ 0 h 723"/>
                <a:gd name="GluePoint3X" fmla="*/ 0 w 2532"/>
                <a:gd name="GluePoint3Y" fmla="*/ 962694895 h 723"/>
                <a:gd name="GluePoint4X" fmla="*/ 0 w 2532"/>
                <a:gd name="GluePoint4Y" fmla="*/ 962694895 h 723"/>
                <a:gd name="GluePoint5X" fmla="*/ 0 w 2532"/>
                <a:gd name="GluePoint5Y" fmla="*/ 107314314 h 723"/>
                <a:gd name="GluePoint6X" fmla="*/ 0 w 2532"/>
                <a:gd name="GluePoint6Y" fmla="*/ 0 h 7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440" rIns="90000" bIns="284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874" name="Group 226"/>
          <p:cNvGrpSpPr/>
          <p:nvPr/>
        </p:nvGrpSpPr>
        <p:grpSpPr>
          <a:xfrm>
            <a:off x="8711640" y="1833120"/>
            <a:ext cx="530280" cy="477360"/>
            <a:chOff x="8711640" y="1833120"/>
            <a:chExt cx="530280" cy="477360"/>
          </a:xfrm>
        </p:grpSpPr>
        <p:pic>
          <p:nvPicPr>
            <p:cNvPr id="875" name="Picture 568" descr="light2.png"/>
            <p:cNvPicPr/>
            <p:nvPr/>
          </p:nvPicPr>
          <p:blipFill>
            <a:blip r:embed="rId9"/>
            <a:stretch/>
          </p:blipFill>
          <p:spPr>
            <a:xfrm flipH="1">
              <a:off x="8905680" y="1905480"/>
              <a:ext cx="92520" cy="405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76" name="Picture 1017" descr="antenna_stylized"/>
            <p:cNvPicPr/>
            <p:nvPr/>
          </p:nvPicPr>
          <p:blipFill>
            <a:blip r:embed="rId10"/>
            <a:stretch/>
          </p:blipFill>
          <p:spPr>
            <a:xfrm>
              <a:off x="8711640" y="1833120"/>
              <a:ext cx="530280" cy="223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77" name="Group 229"/>
          <p:cNvGrpSpPr/>
          <p:nvPr/>
        </p:nvGrpSpPr>
        <p:grpSpPr>
          <a:xfrm>
            <a:off x="8573400" y="1572480"/>
            <a:ext cx="848880" cy="225720"/>
            <a:chOff x="8573400" y="1572480"/>
            <a:chExt cx="848880" cy="225720"/>
          </a:xfrm>
        </p:grpSpPr>
        <p:pic>
          <p:nvPicPr>
            <p:cNvPr id="878" name="Picture 603" descr="car_icon_small"/>
            <p:cNvPicPr/>
            <p:nvPr/>
          </p:nvPicPr>
          <p:blipFill>
            <a:blip r:embed="rId11"/>
            <a:stretch/>
          </p:blipFill>
          <p:spPr>
            <a:xfrm>
              <a:off x="8573400" y="1630440"/>
              <a:ext cx="848880" cy="16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79" name="Picture 1017" descr="antenna_stylized"/>
            <p:cNvPicPr/>
            <p:nvPr/>
          </p:nvPicPr>
          <p:blipFill>
            <a:blip r:embed="rId12"/>
            <a:stretch/>
          </p:blipFill>
          <p:spPr>
            <a:xfrm>
              <a:off x="8784720" y="1572480"/>
              <a:ext cx="530280" cy="223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80" name="Group 232"/>
          <p:cNvGrpSpPr/>
          <p:nvPr/>
        </p:nvGrpSpPr>
        <p:grpSpPr>
          <a:xfrm>
            <a:off x="7567200" y="2838600"/>
            <a:ext cx="857880" cy="583560"/>
            <a:chOff x="7567200" y="2838600"/>
            <a:chExt cx="857880" cy="583560"/>
          </a:xfrm>
        </p:grpSpPr>
        <p:grpSp>
          <p:nvGrpSpPr>
            <p:cNvPr id="881" name="Group 233"/>
            <p:cNvGrpSpPr/>
            <p:nvPr/>
          </p:nvGrpSpPr>
          <p:grpSpPr>
            <a:xfrm>
              <a:off x="7567200" y="2932560"/>
              <a:ext cx="350280" cy="309600"/>
              <a:chOff x="7567200" y="2932560"/>
              <a:chExt cx="350280" cy="309600"/>
            </a:xfrm>
          </p:grpSpPr>
          <p:pic>
            <p:nvPicPr>
              <p:cNvPr id="882" name="Picture 1115" descr="antenna_stylized"/>
              <p:cNvPicPr/>
              <p:nvPr/>
            </p:nvPicPr>
            <p:blipFill>
              <a:blip r:embed="rId13"/>
              <a:stretch/>
            </p:blipFill>
            <p:spPr>
              <a:xfrm>
                <a:off x="7567200" y="2932560"/>
                <a:ext cx="347760" cy="1670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83" name="Picture 1116" descr="laptop_keyboard"/>
              <p:cNvPicPr/>
              <p:nvPr/>
            </p:nvPicPr>
            <p:blipFill>
              <a:blip r:embed="rId14"/>
              <a:stretch/>
            </p:blipFill>
            <p:spPr>
              <a:xfrm flipH="1" rot="109200">
                <a:off x="7584120" y="3118320"/>
                <a:ext cx="286200" cy="119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884" name="Freeform 1117"/>
              <p:cNvSpPr/>
              <p:nvPr/>
            </p:nvSpPr>
            <p:spPr>
              <a:xfrm>
                <a:off x="7679160" y="3002760"/>
                <a:ext cx="230400" cy="155520"/>
              </a:xfrm>
              <a:custGeom>
                <a:avLst/>
                <a:gdLst>
                  <a:gd name="textAreaLeft" fmla="*/ 0 w 230400"/>
                  <a:gd name="textAreaRight" fmla="*/ 230760 w 230400"/>
                  <a:gd name="textAreaTop" fmla="*/ 0 h 155520"/>
                  <a:gd name="textAreaBottom" fmla="*/ 155880 h 155520"/>
                  <a:gd name="GluePoint1X" fmla="*/ 143665061 w 2982"/>
                  <a:gd name="GluePoint1Y" fmla="*/ 0 h 2442"/>
                  <a:gd name="GluePoint2X" fmla="*/ 0 w 2982"/>
                  <a:gd name="GluePoint2Y" fmla="*/ 66329557 h 2442"/>
                  <a:gd name="GluePoint3X" fmla="*/ 573719931 w 2982"/>
                  <a:gd name="GluePoint3Y" fmla="*/ 82975142 h 2442"/>
                  <a:gd name="GluePoint4X" fmla="*/ 717384993 w 2982"/>
                  <a:gd name="GluePoint4Y" fmla="*/ 16645585 h 2442"/>
                  <a:gd name="GluePoint5X" fmla="*/ 143665061 w 2982"/>
                  <a:gd name="GluePoint5Y" fmla="*/ 0 h 24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pic>
            <p:nvPicPr>
              <p:cNvPr id="885" name="Picture 1118" descr="screen"/>
              <p:cNvPicPr/>
              <p:nvPr/>
            </p:nvPicPr>
            <p:blipFill>
              <a:blip r:embed="rId15"/>
              <a:stretch/>
            </p:blipFill>
            <p:spPr>
              <a:xfrm>
                <a:off x="7690320" y="3006720"/>
                <a:ext cx="209160" cy="1414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886" name="Freeform 1119"/>
              <p:cNvSpPr/>
              <p:nvPr/>
            </p:nvSpPr>
            <p:spPr>
              <a:xfrm>
                <a:off x="7721280" y="2998080"/>
                <a:ext cx="195120" cy="28800"/>
              </a:xfrm>
              <a:custGeom>
                <a:avLst/>
                <a:gdLst>
                  <a:gd name="textAreaLeft" fmla="*/ 0 w 195120"/>
                  <a:gd name="textAreaRight" fmla="*/ 195480 w 195120"/>
                  <a:gd name="textAreaTop" fmla="*/ 0 h 28800"/>
                  <a:gd name="textAreaBottom" fmla="*/ 29160 h 28800"/>
                  <a:gd name="GluePoint1X" fmla="*/ 35620212 w 2528"/>
                  <a:gd name="GluePoint1Y" fmla="*/ 0 h 455"/>
                  <a:gd name="GluePoint2X" fmla="*/ 608343257 w 2528"/>
                  <a:gd name="GluePoint2Y" fmla="*/ 16582250 h 455"/>
                  <a:gd name="GluePoint3X" fmla="*/ 572256449 w 2528"/>
                  <a:gd name="GluePoint3Y" fmla="*/ 16582250 h 455"/>
                  <a:gd name="GluePoint4X" fmla="*/ 0 w 2528"/>
                  <a:gd name="GluePoint4Y" fmla="*/ 16582250 h 455"/>
                  <a:gd name="GluePoint5X" fmla="*/ 35620212 w 2528"/>
                  <a:gd name="GluePoint5Y" fmla="*/ 0 h 45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5840" rIns="90000" bIns="-158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87" name="Freeform 1120"/>
              <p:cNvSpPr/>
              <p:nvPr/>
            </p:nvSpPr>
            <p:spPr>
              <a:xfrm>
                <a:off x="7677000" y="2997720"/>
                <a:ext cx="54000" cy="120240"/>
              </a:xfrm>
              <a:custGeom>
                <a:avLst/>
                <a:gdLst>
                  <a:gd name="textAreaLeft" fmla="*/ 0 w 54000"/>
                  <a:gd name="textAreaRight" fmla="*/ 54360 w 54000"/>
                  <a:gd name="textAreaTop" fmla="*/ 0 h 120240"/>
                  <a:gd name="textAreaBottom" fmla="*/ 120600 h 120240"/>
                  <a:gd name="GluePoint1X" fmla="*/ 142804406 w 702"/>
                  <a:gd name="GluePoint1Y" fmla="*/ 0 h 1893"/>
                  <a:gd name="GluePoint2X" fmla="*/ 0 w 702"/>
                  <a:gd name="GluePoint2Y" fmla="*/ 66174575 h 1893"/>
                  <a:gd name="GluePoint3X" fmla="*/ 35584530 w 702"/>
                  <a:gd name="GluePoint3Y" fmla="*/ 66174575 h 1893"/>
                  <a:gd name="GluePoint4X" fmla="*/ 178855222 w 702"/>
                  <a:gd name="GluePoint4Y" fmla="*/ 16607700 h 1893"/>
                  <a:gd name="GluePoint5X" fmla="*/ 142804406 w 702"/>
                  <a:gd name="GluePoint5Y" fmla="*/ 0 h 189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88" name="Freeform 1121"/>
              <p:cNvSpPr/>
              <p:nvPr/>
            </p:nvSpPr>
            <p:spPr>
              <a:xfrm>
                <a:off x="7856640" y="3019320"/>
                <a:ext cx="57960" cy="138960"/>
              </a:xfrm>
              <a:custGeom>
                <a:avLst/>
                <a:gdLst>
                  <a:gd name="textAreaLeft" fmla="*/ 0 w 57960"/>
                  <a:gd name="textAreaRight" fmla="*/ 58320 w 57960"/>
                  <a:gd name="textAreaTop" fmla="*/ 0 h 138960"/>
                  <a:gd name="textAreaBottom" fmla="*/ 139320 h 138960"/>
                  <a:gd name="GluePoint1X" fmla="*/ 179213623 w 756"/>
                  <a:gd name="GluePoint1Y" fmla="*/ 0 h 2184"/>
                  <a:gd name="GluePoint2X" fmla="*/ 35656008 w 756"/>
                  <a:gd name="GluePoint2Y" fmla="*/ 82904513 h 2184"/>
                  <a:gd name="GluePoint3X" fmla="*/ 0 w 756"/>
                  <a:gd name="GluePoint3Y" fmla="*/ 82904513 h 2184"/>
                  <a:gd name="GluePoint4X" fmla="*/ 143090785 w 756"/>
                  <a:gd name="GluePoint4Y" fmla="*/ 16632211 h 2184"/>
                  <a:gd name="GluePoint5X" fmla="*/ 179213623 w 756"/>
                  <a:gd name="GluePoint5Y" fmla="*/ 0 h 218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89" name="Freeform 1122"/>
              <p:cNvSpPr/>
              <p:nvPr/>
            </p:nvSpPr>
            <p:spPr>
              <a:xfrm>
                <a:off x="7676280" y="3112560"/>
                <a:ext cx="214200" cy="46800"/>
              </a:xfrm>
              <a:custGeom>
                <a:avLst/>
                <a:gdLst>
                  <a:gd name="textAreaLeft" fmla="*/ 0 w 214200"/>
                  <a:gd name="textAreaRight" fmla="*/ 214560 w 214200"/>
                  <a:gd name="textAreaTop" fmla="*/ 0 h 46800"/>
                  <a:gd name="textAreaBottom" fmla="*/ 47160 h 46800"/>
                  <a:gd name="GluePoint1X" fmla="*/ 35658648 w 2773"/>
                  <a:gd name="GluePoint1Y" fmla="*/ 0 h 738"/>
                  <a:gd name="GluePoint2X" fmla="*/ 0 w 2773"/>
                  <a:gd name="GluePoint2Y" fmla="*/ 16581742 h 738"/>
                  <a:gd name="GluePoint3X" fmla="*/ 573357470 w 2773"/>
                  <a:gd name="GluePoint3Y" fmla="*/ 33163485 h 738"/>
                  <a:gd name="GluePoint4X" fmla="*/ 573357470 w 2773"/>
                  <a:gd name="GluePoint4Y" fmla="*/ 16581742 h 738"/>
                  <a:gd name="GluePoint5X" fmla="*/ 35658648 w 2773"/>
                  <a:gd name="GluePoint5Y" fmla="*/ 0 h 7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60" rIns="90000" bIns="21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90" name="Freeform 1123"/>
              <p:cNvSpPr/>
              <p:nvPr/>
            </p:nvSpPr>
            <p:spPr>
              <a:xfrm>
                <a:off x="7863120" y="3020400"/>
                <a:ext cx="54360" cy="139680"/>
              </a:xfrm>
              <a:custGeom>
                <a:avLst/>
                <a:gdLst>
                  <a:gd name="textAreaLeft" fmla="*/ 0 w 54360"/>
                  <a:gd name="textAreaRight" fmla="*/ 54720 w 54360"/>
                  <a:gd name="textAreaTop" fmla="*/ 0 h 139680"/>
                  <a:gd name="textAreaBottom" fmla="*/ 140040 h 139680"/>
                  <a:gd name="GluePoint1X" fmla="*/ 656550006 w 637"/>
                  <a:gd name="GluePoint1Y" fmla="*/ 0 h 1659"/>
                  <a:gd name="GluePoint2X" fmla="*/ 656550006 w 637"/>
                  <a:gd name="GluePoint2Y" fmla="*/ 0 h 1659"/>
                  <a:gd name="GluePoint3X" fmla="*/ 54716163 w 637"/>
                  <a:gd name="GluePoint3Y" fmla="*/ 2147483646 h 1659"/>
                  <a:gd name="GluePoint4X" fmla="*/ 0 w 637"/>
                  <a:gd name="GluePoint4Y" fmla="*/ 2147483646 h 1659"/>
                  <a:gd name="GluePoint5X" fmla="*/ 656550006 w 637"/>
                  <a:gd name="GluePoint5Y" fmla="*/ 0 h 16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91" name="Freeform 1124"/>
              <p:cNvSpPr/>
              <p:nvPr/>
            </p:nvSpPr>
            <p:spPr>
              <a:xfrm>
                <a:off x="7676640" y="3118680"/>
                <a:ext cx="190440" cy="46080"/>
              </a:xfrm>
              <a:custGeom>
                <a:avLst/>
                <a:gdLst>
                  <a:gd name="textAreaLeft" fmla="*/ 0 w 190440"/>
                  <a:gd name="textAreaRight" fmla="*/ 190800 w 190440"/>
                  <a:gd name="textAreaTop" fmla="*/ 0 h 46080"/>
                  <a:gd name="textAreaBottom" fmla="*/ 46440 h 46080"/>
                  <a:gd name="GluePoint1X" fmla="*/ 0 w 2216"/>
                  <a:gd name="GluePoint1Y" fmla="*/ 0 h 550"/>
                  <a:gd name="GluePoint2X" fmla="*/ 54884212 w 2216"/>
                  <a:gd name="GluePoint2Y" fmla="*/ 101852492 h 550"/>
                  <a:gd name="GluePoint3X" fmla="*/ 2147483646 w 2216"/>
                  <a:gd name="GluePoint3Y" fmla="*/ 1017940055 h 550"/>
                  <a:gd name="GluePoint4X" fmla="*/ 2147483646 w 2216"/>
                  <a:gd name="GluePoint4Y" fmla="*/ 865464562 h 550"/>
                  <a:gd name="GluePoint5X" fmla="*/ 0 w 2216"/>
                  <a:gd name="GluePoint5Y" fmla="*/ 0 h 5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440" rIns="90000" bIns="14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892" name="Group 1125"/>
              <p:cNvGrpSpPr/>
              <p:nvPr/>
            </p:nvGrpSpPr>
            <p:grpSpPr>
              <a:xfrm>
                <a:off x="7673400" y="3168360"/>
                <a:ext cx="64440" cy="27360"/>
                <a:chOff x="7673400" y="3168360"/>
                <a:chExt cx="64440" cy="27360"/>
              </a:xfrm>
            </p:grpSpPr>
            <p:sp>
              <p:nvSpPr>
                <p:cNvPr id="893" name="Freeform 1126"/>
                <p:cNvSpPr/>
                <p:nvPr/>
              </p:nvSpPr>
              <p:spPr>
                <a:xfrm>
                  <a:off x="7673400" y="3168360"/>
                  <a:ext cx="64440" cy="27360"/>
                </a:xfrm>
                <a:custGeom>
                  <a:avLst/>
                  <a:gdLst>
                    <a:gd name="textAreaLeft" fmla="*/ 0 w 64440"/>
                    <a:gd name="textAreaRight" fmla="*/ 64800 w 64440"/>
                    <a:gd name="textAreaTop" fmla="*/ 0 h 27360"/>
                    <a:gd name="textAreaBottom" fmla="*/ 27720 h 27360"/>
                    <a:gd name="GluePoint1X" fmla="*/ 293 w 752"/>
                    <a:gd name="GluePoint1Y" fmla="*/ 0 h 327"/>
                    <a:gd name="GluePoint2X" fmla="*/ 752 w 752"/>
                    <a:gd name="GluePoint2Y" fmla="*/ 124 h 327"/>
                    <a:gd name="GluePoint3X" fmla="*/ 470 w 752"/>
                    <a:gd name="GluePoint3Y" fmla="*/ 327 h 327"/>
                    <a:gd name="GluePoint4X" fmla="*/ 0 w 752"/>
                    <a:gd name="GluePoint4Y" fmla="*/ 183 h 327"/>
                    <a:gd name="GluePoint5X" fmla="*/ 293 w 752"/>
                    <a:gd name="GluePoint5Y" fmla="*/ 0 h 32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17280" rIns="90000" bIns="-172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94" name="Freeform 1127"/>
                <p:cNvSpPr/>
                <p:nvPr/>
              </p:nvSpPr>
              <p:spPr>
                <a:xfrm>
                  <a:off x="7674840" y="3168720"/>
                  <a:ext cx="62280" cy="25920"/>
                </a:xfrm>
                <a:custGeom>
                  <a:avLst/>
                  <a:gdLst>
                    <a:gd name="textAreaLeft" fmla="*/ 0 w 62280"/>
                    <a:gd name="textAreaRight" fmla="*/ 62640 w 62280"/>
                    <a:gd name="textAreaTop" fmla="*/ 0 h 25920"/>
                    <a:gd name="textAreaBottom" fmla="*/ 26280 h 25920"/>
                    <a:gd name="GluePoint1X" fmla="*/ 282 w 726"/>
                    <a:gd name="GluePoint1Y" fmla="*/ 0 h 311"/>
                    <a:gd name="GluePoint2X" fmla="*/ 726 w 726"/>
                    <a:gd name="GluePoint2Y" fmla="*/ 119 h 311"/>
                    <a:gd name="GluePoint3X" fmla="*/ 457 w 726"/>
                    <a:gd name="GluePoint3Y" fmla="*/ 311 h 311"/>
                    <a:gd name="GluePoint4X" fmla="*/ 0 w 726"/>
                    <a:gd name="GluePoint4Y" fmla="*/ 173 h 311"/>
                    <a:gd name="GluePoint5X" fmla="*/ 282 w 726"/>
                    <a:gd name="GluePoint5Y" fmla="*/ 0 h 31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18720" rIns="90000" bIns="-187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95" name="Freeform 1128"/>
                <p:cNvSpPr/>
                <p:nvPr/>
              </p:nvSpPr>
              <p:spPr>
                <a:xfrm>
                  <a:off x="7679520" y="3179160"/>
                  <a:ext cx="21960" cy="7920"/>
                </a:xfrm>
                <a:custGeom>
                  <a:avLst/>
                  <a:gdLst>
                    <a:gd name="textAreaLeft" fmla="*/ 0 w 21960"/>
                    <a:gd name="textAreaRight" fmla="*/ 22320 w 21960"/>
                    <a:gd name="textAreaTop" fmla="*/ 0 h 7920"/>
                    <a:gd name="textAreaBottom" fmla="*/ 8280 h 7920"/>
                    <a:gd name="GluePoint1X" fmla="*/ 0 w 258"/>
                    <a:gd name="GluePoint1Y" fmla="*/ 44 h 100"/>
                    <a:gd name="GluePoint2X" fmla="*/ 75 w 258"/>
                    <a:gd name="GluePoint2Y" fmla="*/ 0 h 100"/>
                    <a:gd name="GluePoint3X" fmla="*/ 258 w 258"/>
                    <a:gd name="GluePoint3Y" fmla="*/ 50 h 100"/>
                    <a:gd name="GluePoint4X" fmla="*/ 183 w 258"/>
                    <a:gd name="GluePoint4Y" fmla="*/ 100 h 100"/>
                    <a:gd name="GluePoint5X" fmla="*/ 0 w 258"/>
                    <a:gd name="GluePoint5Y" fmla="*/ 44 h 10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36720" rIns="90000" bIns="-367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96" name="Freeform 1129"/>
                <p:cNvSpPr/>
                <p:nvPr/>
              </p:nvSpPr>
              <p:spPr>
                <a:xfrm>
                  <a:off x="7678440" y="3183120"/>
                  <a:ext cx="16200" cy="5040"/>
                </a:xfrm>
                <a:custGeom>
                  <a:avLst/>
                  <a:gdLst>
                    <a:gd name="textAreaLeft" fmla="*/ 0 w 16200"/>
                    <a:gd name="textAreaRight" fmla="*/ 16560 w 16200"/>
                    <a:gd name="textAreaTop" fmla="*/ 0 h 5040"/>
                    <a:gd name="textAreaBottom" fmla="*/ 5400 h 5040"/>
                    <a:gd name="GluePoint1X" fmla="*/ 12 w 194"/>
                    <a:gd name="GluePoint1Y" fmla="*/ 0 h 63"/>
                    <a:gd name="GluePoint2X" fmla="*/ 194 w 194"/>
                    <a:gd name="GluePoint2Y" fmla="*/ 53 h 63"/>
                    <a:gd name="GluePoint3X" fmla="*/ 180 w 194"/>
                    <a:gd name="GluePoint3Y" fmla="*/ 63 h 63"/>
                    <a:gd name="GluePoint4X" fmla="*/ 0 w 194"/>
                    <a:gd name="GluePoint4Y" fmla="*/ 9 h 63"/>
                    <a:gd name="GluePoint5X" fmla="*/ 12 w 194"/>
                    <a:gd name="GluePoint5Y" fmla="*/ 0 h 6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39600" rIns="90000" bIns="-396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97" name="Freeform 1130"/>
                <p:cNvSpPr/>
                <p:nvPr/>
              </p:nvSpPr>
              <p:spPr>
                <a:xfrm>
                  <a:off x="7697520" y="3184560"/>
                  <a:ext cx="21960" cy="8280"/>
                </a:xfrm>
                <a:custGeom>
                  <a:avLst/>
                  <a:gdLst>
                    <a:gd name="textAreaLeft" fmla="*/ 0 w 21960"/>
                    <a:gd name="textAreaRight" fmla="*/ 22320 w 21960"/>
                    <a:gd name="textAreaTop" fmla="*/ 0 h 8280"/>
                    <a:gd name="textAreaBottom" fmla="*/ 8640 h 8280"/>
                    <a:gd name="GluePoint1X" fmla="*/ 0 w 258"/>
                    <a:gd name="GluePoint1Y" fmla="*/ 46 h 102"/>
                    <a:gd name="GluePoint2X" fmla="*/ 71 w 258"/>
                    <a:gd name="GluePoint2Y" fmla="*/ 0 h 102"/>
                    <a:gd name="GluePoint3X" fmla="*/ 258 w 258"/>
                    <a:gd name="GluePoint3Y" fmla="*/ 52 h 102"/>
                    <a:gd name="GluePoint4X" fmla="*/ 183 w 258"/>
                    <a:gd name="GluePoint4Y" fmla="*/ 102 h 102"/>
                    <a:gd name="GluePoint5X" fmla="*/ 0 w 258"/>
                    <a:gd name="GluePoint5Y" fmla="*/ 46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36360" rIns="90000" bIns="-363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98" name="Freeform 1131"/>
                <p:cNvSpPr/>
                <p:nvPr/>
              </p:nvSpPr>
              <p:spPr>
                <a:xfrm>
                  <a:off x="7696800" y="3188520"/>
                  <a:ext cx="16200" cy="5040"/>
                </a:xfrm>
                <a:custGeom>
                  <a:avLst/>
                  <a:gdLst>
                    <a:gd name="textAreaLeft" fmla="*/ 0 w 16200"/>
                    <a:gd name="textAreaRight" fmla="*/ 16560 w 16200"/>
                    <a:gd name="textAreaTop" fmla="*/ 0 h 5040"/>
                    <a:gd name="textAreaBottom" fmla="*/ 5400 h 5040"/>
                    <a:gd name="GluePoint1X" fmla="*/ 12 w 194"/>
                    <a:gd name="GluePoint1Y" fmla="*/ 0 h 63"/>
                    <a:gd name="GluePoint2X" fmla="*/ 194 w 194"/>
                    <a:gd name="GluePoint2Y" fmla="*/ 53 h 63"/>
                    <a:gd name="GluePoint3X" fmla="*/ 180 w 194"/>
                    <a:gd name="GluePoint3Y" fmla="*/ 63 h 63"/>
                    <a:gd name="GluePoint4X" fmla="*/ 0 w 194"/>
                    <a:gd name="GluePoint4Y" fmla="*/ 9 h 63"/>
                    <a:gd name="GluePoint5X" fmla="*/ 12 w 194"/>
                    <a:gd name="GluePoint5Y" fmla="*/ 0 h 6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39600" rIns="90000" bIns="-396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  <p:sp>
            <p:nvSpPr>
              <p:cNvPr id="899" name="Freeform 1132"/>
              <p:cNvSpPr/>
              <p:nvPr/>
            </p:nvSpPr>
            <p:spPr>
              <a:xfrm>
                <a:off x="7784280" y="3172320"/>
                <a:ext cx="78120" cy="60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60120"/>
                  <a:gd name="textAreaBottom" fmla="*/ 60480 h 60120"/>
                  <a:gd name="GluePoint1X" fmla="*/ 39250883 w 990"/>
                  <a:gd name="GluePoint1Y" fmla="*/ 342828616 h 792"/>
                  <a:gd name="GluePoint2X" fmla="*/ 354255671 w 990"/>
                  <a:gd name="GluePoint2Y" fmla="*/ 0 h 792"/>
                  <a:gd name="GluePoint3X" fmla="*/ 354255671 w 990"/>
                  <a:gd name="GluePoint3Y" fmla="*/ 34504242 h 792"/>
                  <a:gd name="GluePoint4X" fmla="*/ 0 w 990"/>
                  <a:gd name="GluePoint4Y" fmla="*/ 342828616 h 792"/>
                  <a:gd name="GluePoint5X" fmla="*/ 39250883 w 990"/>
                  <a:gd name="GluePoint5Y" fmla="*/ 342828616 h 79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5480" rIns="90000" bIns="154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00" name="Freeform 1133"/>
              <p:cNvSpPr/>
              <p:nvPr/>
            </p:nvSpPr>
            <p:spPr>
              <a:xfrm>
                <a:off x="7584120" y="3177360"/>
                <a:ext cx="200160" cy="55080"/>
              </a:xfrm>
              <a:custGeom>
                <a:avLst/>
                <a:gdLst>
                  <a:gd name="textAreaLeft" fmla="*/ 0 w 200160"/>
                  <a:gd name="textAreaRight" fmla="*/ 200520 w 200160"/>
                  <a:gd name="textAreaTop" fmla="*/ 0 h 55080"/>
                  <a:gd name="textAreaBottom" fmla="*/ 55440 h 55080"/>
                  <a:gd name="GluePoint1X" fmla="*/ 39302216 w 2532"/>
                  <a:gd name="GluePoint1Y" fmla="*/ 0 h 723"/>
                  <a:gd name="GluePoint2X" fmla="*/ 39302216 w 2532"/>
                  <a:gd name="GluePoint2Y" fmla="*/ 0 h 723"/>
                  <a:gd name="GluePoint3X" fmla="*/ 867084690 w 2532"/>
                  <a:gd name="GluePoint3Y" fmla="*/ 307891170 h 723"/>
                  <a:gd name="GluePoint4X" fmla="*/ 867084690 w 2532"/>
                  <a:gd name="GluePoint4Y" fmla="*/ 342351506 h 723"/>
                  <a:gd name="GluePoint5X" fmla="*/ 0 w 2532"/>
                  <a:gd name="GluePoint5Y" fmla="*/ 34009889 h 723"/>
                  <a:gd name="GluePoint6X" fmla="*/ 39302216 w 2532"/>
                  <a:gd name="GluePoint6Y" fmla="*/ 0 h 72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440" rIns="90000" bIns="104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01" name="Freeform 1134"/>
              <p:cNvSpPr/>
              <p:nvPr/>
            </p:nvSpPr>
            <p:spPr>
              <a:xfrm>
                <a:off x="7584480" y="3166920"/>
                <a:ext cx="1800" cy="10800"/>
              </a:xfrm>
              <a:custGeom>
                <a:avLst/>
                <a:gdLst>
                  <a:gd name="textAreaLeft" fmla="*/ 0 w 1800"/>
                  <a:gd name="textAreaRight" fmla="*/ 2160 w 1800"/>
                  <a:gd name="textAreaTop" fmla="*/ 0 h 10800"/>
                  <a:gd name="textAreaBottom" fmla="*/ 11160 h 10800"/>
                  <a:gd name="GluePoint1X" fmla="*/ 48903362 w 26"/>
                  <a:gd name="GluePoint1Y" fmla="*/ 33634500 h 147"/>
                  <a:gd name="GluePoint2X" fmla="*/ 48903362 w 26"/>
                  <a:gd name="GluePoint2Y" fmla="*/ 67263209 h 147"/>
                  <a:gd name="GluePoint3X" fmla="*/ 0 w 26"/>
                  <a:gd name="GluePoint3Y" fmla="*/ 67263209 h 147"/>
                  <a:gd name="GluePoint4X" fmla="*/ 48903362 w 26"/>
                  <a:gd name="GluePoint4Y" fmla="*/ 0 h 147"/>
                  <a:gd name="GluePoint5X" fmla="*/ 48903362 w 26"/>
                  <a:gd name="GluePoint5Y" fmla="*/ 33634500 h 14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3840" rIns="90000" bIns="-338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02" name="Freeform 1135"/>
              <p:cNvSpPr/>
              <p:nvPr/>
            </p:nvSpPr>
            <p:spPr>
              <a:xfrm>
                <a:off x="7584480" y="3121560"/>
                <a:ext cx="92880" cy="46080"/>
              </a:xfrm>
              <a:custGeom>
                <a:avLst/>
                <a:gdLst>
                  <a:gd name="textAreaLeft" fmla="*/ 0 w 92880"/>
                  <a:gd name="textAreaRight" fmla="*/ 93240 w 92880"/>
                  <a:gd name="textAreaTop" fmla="*/ 0 h 46080"/>
                  <a:gd name="textAreaBottom" fmla="*/ 46440 h 46080"/>
                  <a:gd name="GluePoint1X" fmla="*/ 395043791 w 1176"/>
                  <a:gd name="GluePoint1Y" fmla="*/ 0 h 606"/>
                  <a:gd name="GluePoint2X" fmla="*/ 0 w 1176"/>
                  <a:gd name="GluePoint2Y" fmla="*/ 273654982 h 606"/>
                  <a:gd name="GluePoint3X" fmla="*/ 39357994 w 1176"/>
                  <a:gd name="GluePoint3Y" fmla="*/ 273654982 h 606"/>
                  <a:gd name="GluePoint4X" fmla="*/ 395043791 w 1176"/>
                  <a:gd name="GluePoint4Y" fmla="*/ 33985420 h 606"/>
                  <a:gd name="GluePoint5X" fmla="*/ 395043791 w 1176"/>
                  <a:gd name="GluePoint5Y" fmla="*/ 0 h 60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440" rIns="90000" bIns="14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03" name="Freeform 1136"/>
              <p:cNvSpPr/>
              <p:nvPr/>
            </p:nvSpPr>
            <p:spPr>
              <a:xfrm>
                <a:off x="7590600" y="3169440"/>
                <a:ext cx="190080" cy="5292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52920"/>
                  <a:gd name="textAreaBottom" fmla="*/ 53280 h 52920"/>
                  <a:gd name="GluePoint1X" fmla="*/ 31829833 w 2532"/>
                  <a:gd name="GluePoint1Y" fmla="*/ 0 h 723"/>
                  <a:gd name="GluePoint2X" fmla="*/ 31829833 w 2532"/>
                  <a:gd name="GluePoint2Y" fmla="*/ 0 h 723"/>
                  <a:gd name="GluePoint3X" fmla="*/ 382827787 w 2532"/>
                  <a:gd name="GluePoint3Y" fmla="*/ 175498781 h 723"/>
                  <a:gd name="GluePoint4X" fmla="*/ 382827787 w 2532"/>
                  <a:gd name="GluePoint4Y" fmla="*/ 175498781 h 723"/>
                  <a:gd name="GluePoint5X" fmla="*/ 0 w 2532"/>
                  <a:gd name="GluePoint5Y" fmla="*/ 29448186 h 723"/>
                  <a:gd name="GluePoint6X" fmla="*/ 31829833 w 2532"/>
                  <a:gd name="GluePoint6Y" fmla="*/ 0 h 72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280" rIns="90000" bIns="82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04" name="Freeform 1137"/>
              <p:cNvSpPr/>
              <p:nvPr/>
            </p:nvSpPr>
            <p:spPr>
              <a:xfrm flipV="1">
                <a:off x="7780680" y="3165840"/>
                <a:ext cx="77400" cy="5472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360 h 54720"/>
                  <a:gd name="textAreaBottom" fmla="*/ 55440 h 54720"/>
                  <a:gd name="GluePoint1X" fmla="*/ 0 w 2532"/>
                  <a:gd name="GluePoint1Y" fmla="*/ 0 h 723"/>
                  <a:gd name="GluePoint2X" fmla="*/ 0 w 2532"/>
                  <a:gd name="GluePoint2Y" fmla="*/ 0 h 723"/>
                  <a:gd name="GluePoint3X" fmla="*/ 0 w 2532"/>
                  <a:gd name="GluePoint3Y" fmla="*/ 302641137 h 723"/>
                  <a:gd name="GluePoint4X" fmla="*/ 0 w 2532"/>
                  <a:gd name="GluePoint4Y" fmla="*/ 302641137 h 723"/>
                  <a:gd name="GluePoint5X" fmla="*/ 0 w 2532"/>
                  <a:gd name="GluePoint5Y" fmla="*/ 33575256 h 723"/>
                  <a:gd name="GluePoint6X" fmla="*/ 0 w 2532"/>
                  <a:gd name="GluePoint6Y" fmla="*/ 0 h 72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080" rIns="90000" bIns="100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905" name="Group 1139"/>
            <p:cNvGrpSpPr/>
            <p:nvPr/>
          </p:nvGrpSpPr>
          <p:grpSpPr>
            <a:xfrm>
              <a:off x="8066160" y="3080520"/>
              <a:ext cx="358920" cy="341640"/>
              <a:chOff x="8066160" y="3080520"/>
              <a:chExt cx="358920" cy="341640"/>
            </a:xfrm>
          </p:grpSpPr>
          <p:pic>
            <p:nvPicPr>
              <p:cNvPr id="906" name="Picture 1140" descr="desktop_computer_stylized_medium"/>
              <p:cNvPicPr/>
              <p:nvPr/>
            </p:nvPicPr>
            <p:blipFill>
              <a:blip r:embed="rId16"/>
              <a:stretch/>
            </p:blipFill>
            <p:spPr>
              <a:xfrm flipH="1">
                <a:off x="8066160" y="3080520"/>
                <a:ext cx="358920" cy="341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907" name="Freeform 1141"/>
              <p:cNvSpPr/>
              <p:nvPr/>
            </p:nvSpPr>
            <p:spPr>
              <a:xfrm flipH="1">
                <a:off x="8218800" y="3113280"/>
                <a:ext cx="169200" cy="156240"/>
              </a:xfrm>
              <a:custGeom>
                <a:avLst/>
                <a:gdLst>
                  <a:gd name="textAreaLeft" fmla="*/ 360 w 169200"/>
                  <a:gd name="textAreaRight" fmla="*/ 169920 w 169200"/>
                  <a:gd name="textAreaTop" fmla="*/ 0 h 156240"/>
                  <a:gd name="textAreaBottom" fmla="*/ 156600 h 156240"/>
                  <a:gd name="GluePoint1X" fmla="*/ 0 w 356"/>
                  <a:gd name="GluePoint1Y" fmla="*/ 0 h 368"/>
                  <a:gd name="GluePoint2X" fmla="*/ 300 w 356"/>
                  <a:gd name="GluePoint2Y" fmla="*/ 14 h 368"/>
                  <a:gd name="GluePoint3X" fmla="*/ 356 w 356"/>
                  <a:gd name="GluePoint3Y" fmla="*/ 294 h 368"/>
                  <a:gd name="GluePoint4X" fmla="*/ 78 w 356"/>
                  <a:gd name="GluePoint4Y" fmla="*/ 368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908" name="Group 235"/>
            <p:cNvGrpSpPr/>
            <p:nvPr/>
          </p:nvGrpSpPr>
          <p:grpSpPr>
            <a:xfrm>
              <a:off x="7877160" y="2838600"/>
              <a:ext cx="347760" cy="396360"/>
              <a:chOff x="7877160" y="2838600"/>
              <a:chExt cx="347760" cy="396360"/>
            </a:xfrm>
          </p:grpSpPr>
          <p:pic>
            <p:nvPicPr>
              <p:cNvPr id="909" name="Picture 571" descr="fridge2.png"/>
              <p:cNvPicPr/>
              <p:nvPr/>
            </p:nvPicPr>
            <p:blipFill>
              <a:blip r:embed="rId17"/>
              <a:stretch/>
            </p:blipFill>
            <p:spPr>
              <a:xfrm>
                <a:off x="7976880" y="2898360"/>
                <a:ext cx="189360" cy="336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10" name="Picture 1115" descr="antenna_stylized"/>
              <p:cNvPicPr/>
              <p:nvPr/>
            </p:nvPicPr>
            <p:blipFill>
              <a:blip r:embed="rId18"/>
              <a:stretch/>
            </p:blipFill>
            <p:spPr>
              <a:xfrm>
                <a:off x="7877160" y="2838600"/>
                <a:ext cx="347760" cy="1670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911" name="Group 263"/>
          <p:cNvGrpSpPr/>
          <p:nvPr/>
        </p:nvGrpSpPr>
        <p:grpSpPr>
          <a:xfrm>
            <a:off x="11138400" y="2941920"/>
            <a:ext cx="518400" cy="1211760"/>
            <a:chOff x="11138400" y="2941920"/>
            <a:chExt cx="518400" cy="1211760"/>
          </a:xfrm>
        </p:grpSpPr>
        <p:grpSp>
          <p:nvGrpSpPr>
            <p:cNvPr id="912" name="Group 264"/>
            <p:cNvGrpSpPr/>
            <p:nvPr/>
          </p:nvGrpSpPr>
          <p:grpSpPr>
            <a:xfrm>
              <a:off x="11167200" y="3702240"/>
              <a:ext cx="489600" cy="451440"/>
              <a:chOff x="11167200" y="3702240"/>
              <a:chExt cx="489600" cy="451440"/>
            </a:xfrm>
          </p:grpSpPr>
          <p:cxnSp>
            <p:nvCxnSpPr>
              <p:cNvPr id="913" name="Straight Connector 271"/>
              <p:cNvCxnSpPr/>
              <p:nvPr/>
            </p:nvCxnSpPr>
            <p:spPr>
              <a:xfrm>
                <a:off x="11167200" y="3942720"/>
                <a:ext cx="186480" cy="36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grpSp>
            <p:nvGrpSpPr>
              <p:cNvPr id="914" name="Group 272"/>
              <p:cNvGrpSpPr/>
              <p:nvPr/>
            </p:nvGrpSpPr>
            <p:grpSpPr>
              <a:xfrm>
                <a:off x="11304720" y="3702240"/>
                <a:ext cx="352080" cy="451440"/>
                <a:chOff x="11304720" y="3702240"/>
                <a:chExt cx="352080" cy="451440"/>
              </a:xfrm>
            </p:grpSpPr>
            <p:pic>
              <p:nvPicPr>
                <p:cNvPr id="915" name="Picture 273" descr="server_rack.png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11508480" y="3768480"/>
                  <a:ext cx="148320" cy="348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916" name="Picture 274" descr="server_rac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11304720" y="3760920"/>
                  <a:ext cx="148320" cy="348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917" name="Picture 275" descr="server_rack.png"/>
                <p:cNvPicPr/>
                <p:nvPr/>
              </p:nvPicPr>
              <p:blipFill>
                <a:blip r:embed="rId21"/>
                <a:stretch/>
              </p:blipFill>
              <p:spPr>
                <a:xfrm>
                  <a:off x="11390400" y="3702240"/>
                  <a:ext cx="191880" cy="451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grpSp>
          <p:nvGrpSpPr>
            <p:cNvPr id="918" name="Group 265"/>
            <p:cNvGrpSpPr/>
            <p:nvPr/>
          </p:nvGrpSpPr>
          <p:grpSpPr>
            <a:xfrm>
              <a:off x="11138400" y="2941920"/>
              <a:ext cx="423720" cy="405720"/>
              <a:chOff x="11138400" y="2941920"/>
              <a:chExt cx="423720" cy="405720"/>
            </a:xfrm>
          </p:grpSpPr>
          <p:cxnSp>
            <p:nvCxnSpPr>
              <p:cNvPr id="919" name="Straight Connector 266"/>
              <p:cNvCxnSpPr/>
              <p:nvPr/>
            </p:nvCxnSpPr>
            <p:spPr>
              <a:xfrm>
                <a:off x="11138400" y="3157920"/>
                <a:ext cx="161640" cy="36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grpSp>
            <p:nvGrpSpPr>
              <p:cNvPr id="920" name="Group 267"/>
              <p:cNvGrpSpPr/>
              <p:nvPr/>
            </p:nvGrpSpPr>
            <p:grpSpPr>
              <a:xfrm>
                <a:off x="11257560" y="2941920"/>
                <a:ext cx="304560" cy="405720"/>
                <a:chOff x="11257560" y="2941920"/>
                <a:chExt cx="304560" cy="405720"/>
              </a:xfrm>
            </p:grpSpPr>
            <p:pic>
              <p:nvPicPr>
                <p:cNvPr id="921" name="Picture 268" descr="server_rack.png"/>
                <p:cNvPicPr/>
                <p:nvPr/>
              </p:nvPicPr>
              <p:blipFill>
                <a:blip r:embed="rId22"/>
                <a:stretch/>
              </p:blipFill>
              <p:spPr>
                <a:xfrm>
                  <a:off x="11433960" y="3001320"/>
                  <a:ext cx="128160" cy="313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922" name="Picture 269" descr="server_rack.png"/>
                <p:cNvPicPr/>
                <p:nvPr/>
              </p:nvPicPr>
              <p:blipFill>
                <a:blip r:embed="rId23"/>
                <a:stretch/>
              </p:blipFill>
              <p:spPr>
                <a:xfrm>
                  <a:off x="11257560" y="2994480"/>
                  <a:ext cx="128160" cy="313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923" name="Picture 270" descr="server_rack.png"/>
                <p:cNvPicPr/>
                <p:nvPr/>
              </p:nvPicPr>
              <p:blipFill>
                <a:blip r:embed="rId24"/>
                <a:stretch/>
              </p:blipFill>
              <p:spPr>
                <a:xfrm>
                  <a:off x="11331720" y="2941920"/>
                  <a:ext cx="165960" cy="405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</p:grpSp>
      <p:grpSp>
        <p:nvGrpSpPr>
          <p:cNvPr id="924" name="Group 590"/>
          <p:cNvGrpSpPr/>
          <p:nvPr/>
        </p:nvGrpSpPr>
        <p:grpSpPr>
          <a:xfrm>
            <a:off x="8055000" y="4413600"/>
            <a:ext cx="345240" cy="320040"/>
            <a:chOff x="8055000" y="4413600"/>
            <a:chExt cx="345240" cy="320040"/>
          </a:xfrm>
        </p:grpSpPr>
        <p:pic>
          <p:nvPicPr>
            <p:cNvPr id="925" name="Picture 591" descr="desktop_computer_stylized_medium"/>
            <p:cNvPicPr/>
            <p:nvPr/>
          </p:nvPicPr>
          <p:blipFill>
            <a:blip r:embed="rId25"/>
            <a:stretch/>
          </p:blipFill>
          <p:spPr>
            <a:xfrm flipH="1">
              <a:off x="8055000" y="4413600"/>
              <a:ext cx="345240" cy="320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26" name="Freeform 592"/>
            <p:cNvSpPr/>
            <p:nvPr/>
          </p:nvSpPr>
          <p:spPr>
            <a:xfrm flipH="1">
              <a:off x="8201880" y="4444200"/>
              <a:ext cx="162720" cy="146520"/>
            </a:xfrm>
            <a:custGeom>
              <a:avLst/>
              <a:gdLst>
                <a:gd name="textAreaLeft" fmla="*/ 360 w 162720"/>
                <a:gd name="textAreaRight" fmla="*/ 163440 w 162720"/>
                <a:gd name="textAreaTop" fmla="*/ 0 h 146520"/>
                <a:gd name="textAreaBottom" fmla="*/ 146880 h 146520"/>
                <a:gd name="GluePoint1X" fmla="*/ 0 w 356"/>
                <a:gd name="GluePoint1Y" fmla="*/ 0 h 368"/>
                <a:gd name="GluePoint2X" fmla="*/ 300 w 356"/>
                <a:gd name="GluePoint2Y" fmla="*/ 14 h 368"/>
                <a:gd name="GluePoint3X" fmla="*/ 356 w 356"/>
                <a:gd name="GluePoint3Y" fmla="*/ 294 h 368"/>
                <a:gd name="GluePoint4X" fmla="*/ 78 w 356"/>
                <a:gd name="GluePoint4Y" fmla="*/ 368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27" name="Group 1064"/>
          <p:cNvGrpSpPr/>
          <p:nvPr/>
        </p:nvGrpSpPr>
        <p:grpSpPr>
          <a:xfrm>
            <a:off x="9275400" y="5366160"/>
            <a:ext cx="309960" cy="311400"/>
            <a:chOff x="9275400" y="5366160"/>
            <a:chExt cx="309960" cy="311400"/>
          </a:xfrm>
        </p:grpSpPr>
        <p:pic>
          <p:nvPicPr>
            <p:cNvPr id="928" name="Picture 1065" descr="antenna_stylized"/>
            <p:cNvPicPr/>
            <p:nvPr/>
          </p:nvPicPr>
          <p:blipFill>
            <a:blip r:embed="rId26"/>
            <a:stretch/>
          </p:blipFill>
          <p:spPr>
            <a:xfrm>
              <a:off x="9275400" y="5366160"/>
              <a:ext cx="307440" cy="168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9" name="Picture 1066" descr="laptop_keyboard"/>
            <p:cNvPicPr/>
            <p:nvPr/>
          </p:nvPicPr>
          <p:blipFill>
            <a:blip r:embed="rId27"/>
            <a:stretch/>
          </p:blipFill>
          <p:spPr>
            <a:xfrm flipH="1" rot="109200">
              <a:off x="9290520" y="5553720"/>
              <a:ext cx="253080" cy="119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30" name="Freeform 1067"/>
            <p:cNvSpPr/>
            <p:nvPr/>
          </p:nvSpPr>
          <p:spPr>
            <a:xfrm>
              <a:off x="9374400" y="5436720"/>
              <a:ext cx="203760" cy="156600"/>
            </a:xfrm>
            <a:custGeom>
              <a:avLst/>
              <a:gdLst>
                <a:gd name="textAreaLeft" fmla="*/ 0 w 203760"/>
                <a:gd name="textAreaRight" fmla="*/ 204120 w 203760"/>
                <a:gd name="textAreaTop" fmla="*/ 0 h 156600"/>
                <a:gd name="textAreaBottom" fmla="*/ 156960 h 156600"/>
                <a:gd name="GluePoint1X" fmla="*/ 1 w 2982"/>
                <a:gd name="GluePoint1Y" fmla="*/ 0 h 2442"/>
                <a:gd name="GluePoint2X" fmla="*/ 0 w 2982"/>
                <a:gd name="GluePoint2Y" fmla="*/ 1 h 2442"/>
                <a:gd name="GluePoint3X" fmla="*/ 2 w 2982"/>
                <a:gd name="GluePoint3Y" fmla="*/ 1 h 2442"/>
                <a:gd name="GluePoint4X" fmla="*/ 2 w 2982"/>
                <a:gd name="GluePoint4Y" fmla="*/ 1 h 2442"/>
                <a:gd name="GluePoint5X" fmla="*/ 1 w 2982"/>
                <a:gd name="GluePoint5Y" fmla="*/ 0 h 24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931" name="Picture 1068" descr="screen"/>
            <p:cNvPicPr/>
            <p:nvPr/>
          </p:nvPicPr>
          <p:blipFill>
            <a:blip r:embed="rId28"/>
            <a:stretch/>
          </p:blipFill>
          <p:spPr>
            <a:xfrm>
              <a:off x="9384480" y="5440680"/>
              <a:ext cx="185040" cy="142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32" name="Freeform 1069"/>
            <p:cNvSpPr/>
            <p:nvPr/>
          </p:nvSpPr>
          <p:spPr>
            <a:xfrm>
              <a:off x="9411480" y="5432040"/>
              <a:ext cx="172440" cy="2880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28800"/>
                <a:gd name="textAreaBottom" fmla="*/ 29160 h 28800"/>
                <a:gd name="GluePoint1X" fmla="*/ 1 w 2528"/>
                <a:gd name="GluePoint1Y" fmla="*/ 0 h 455"/>
                <a:gd name="GluePoint2X" fmla="*/ 2 w 2528"/>
                <a:gd name="GluePoint2Y" fmla="*/ 1 h 455"/>
                <a:gd name="GluePoint3X" fmla="*/ 2 w 2528"/>
                <a:gd name="GluePoint3Y" fmla="*/ 1 h 455"/>
                <a:gd name="GluePoint4X" fmla="*/ 0 w 2528"/>
                <a:gd name="GluePoint4Y" fmla="*/ 1 h 455"/>
                <a:gd name="GluePoint5X" fmla="*/ 1 w 2528"/>
                <a:gd name="GluePoint5Y" fmla="*/ 0 h 4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5840" rIns="90000" bIns="-158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33" name="Freeform 1070"/>
            <p:cNvSpPr/>
            <p:nvPr/>
          </p:nvSpPr>
          <p:spPr>
            <a:xfrm>
              <a:off x="9372600" y="5432040"/>
              <a:ext cx="47520" cy="1213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21320"/>
                <a:gd name="textAreaBottom" fmla="*/ 121680 h 121320"/>
                <a:gd name="GluePoint1X" fmla="*/ 1 w 702"/>
                <a:gd name="GluePoint1Y" fmla="*/ 0 h 1893"/>
                <a:gd name="GluePoint2X" fmla="*/ 0 w 702"/>
                <a:gd name="GluePoint2Y" fmla="*/ 1 h 1893"/>
                <a:gd name="GluePoint3X" fmla="*/ 1 w 702"/>
                <a:gd name="GluePoint3Y" fmla="*/ 1 h 1893"/>
                <a:gd name="GluePoint4X" fmla="*/ 1 w 702"/>
                <a:gd name="GluePoint4Y" fmla="*/ 1 h 1893"/>
                <a:gd name="GluePoint5X" fmla="*/ 1 w 702"/>
                <a:gd name="GluePoint5Y" fmla="*/ 0 h 189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34" name="Freeform 1071"/>
            <p:cNvSpPr/>
            <p:nvPr/>
          </p:nvSpPr>
          <p:spPr>
            <a:xfrm>
              <a:off x="9531360" y="5453640"/>
              <a:ext cx="51480" cy="14004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140040"/>
                <a:gd name="textAreaBottom" fmla="*/ 140400 h 140040"/>
                <a:gd name="GluePoint1X" fmla="*/ 1 w 756"/>
                <a:gd name="GluePoint1Y" fmla="*/ 0 h 2184"/>
                <a:gd name="GluePoint2X" fmla="*/ 1 w 756"/>
                <a:gd name="GluePoint2Y" fmla="*/ 1 h 2184"/>
                <a:gd name="GluePoint3X" fmla="*/ 0 w 756"/>
                <a:gd name="GluePoint3Y" fmla="*/ 1 h 2184"/>
                <a:gd name="GluePoint4X" fmla="*/ 1 w 756"/>
                <a:gd name="GluePoint4Y" fmla="*/ 1 h 2184"/>
                <a:gd name="GluePoint5X" fmla="*/ 1 w 756"/>
                <a:gd name="GluePoint5Y" fmla="*/ 0 h 21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35" name="Freeform 1072"/>
            <p:cNvSpPr/>
            <p:nvPr/>
          </p:nvSpPr>
          <p:spPr>
            <a:xfrm>
              <a:off x="9371880" y="5547240"/>
              <a:ext cx="189360" cy="47160"/>
            </a:xfrm>
            <a:custGeom>
              <a:avLst/>
              <a:gdLst>
                <a:gd name="textAreaLeft" fmla="*/ 0 w 189360"/>
                <a:gd name="textAreaRight" fmla="*/ 189720 w 189360"/>
                <a:gd name="textAreaTop" fmla="*/ 0 h 47160"/>
                <a:gd name="textAreaBottom" fmla="*/ 47520 h 47160"/>
                <a:gd name="GluePoint1X" fmla="*/ 1 w 2773"/>
                <a:gd name="GluePoint1Y" fmla="*/ 0 h 738"/>
                <a:gd name="GluePoint2X" fmla="*/ 0 w 2773"/>
                <a:gd name="GluePoint2Y" fmla="*/ 1 h 738"/>
                <a:gd name="GluePoint3X" fmla="*/ 2 w 2773"/>
                <a:gd name="GluePoint3Y" fmla="*/ 1 h 738"/>
                <a:gd name="GluePoint4X" fmla="*/ 2 w 2773"/>
                <a:gd name="GluePoint4Y" fmla="*/ 1 h 738"/>
                <a:gd name="GluePoint5X" fmla="*/ 1 w 2773"/>
                <a:gd name="GluePoint5Y" fmla="*/ 0 h 7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520" rIns="90000" bIns="25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36" name="Freeform 1073"/>
            <p:cNvSpPr/>
            <p:nvPr/>
          </p:nvSpPr>
          <p:spPr>
            <a:xfrm>
              <a:off x="9537120" y="5454720"/>
              <a:ext cx="48240" cy="14076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140760"/>
                <a:gd name="textAreaBottom" fmla="*/ 141120 h 140760"/>
                <a:gd name="GluePoint1X" fmla="*/ 2 w 637"/>
                <a:gd name="GluePoint1Y" fmla="*/ 0 h 1659"/>
                <a:gd name="GluePoint2X" fmla="*/ 2 w 637"/>
                <a:gd name="GluePoint2Y" fmla="*/ 0 h 1659"/>
                <a:gd name="GluePoint3X" fmla="*/ 1 w 637"/>
                <a:gd name="GluePoint3Y" fmla="*/ 15 h 1659"/>
                <a:gd name="GluePoint4X" fmla="*/ 0 w 637"/>
                <a:gd name="GluePoint4Y" fmla="*/ 15 h 1659"/>
                <a:gd name="GluePoint5X" fmla="*/ 2 w 637"/>
                <a:gd name="GluePoint5Y" fmla="*/ 0 h 16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37" name="Freeform 1074"/>
            <p:cNvSpPr/>
            <p:nvPr/>
          </p:nvSpPr>
          <p:spPr>
            <a:xfrm>
              <a:off x="9372240" y="5553720"/>
              <a:ext cx="168480" cy="46440"/>
            </a:xfrm>
            <a:custGeom>
              <a:avLst/>
              <a:gdLst>
                <a:gd name="textAreaLeft" fmla="*/ 0 w 168480"/>
                <a:gd name="textAreaRight" fmla="*/ 168840 w 168480"/>
                <a:gd name="textAreaTop" fmla="*/ 0 h 46440"/>
                <a:gd name="textAreaBottom" fmla="*/ 46800 h 46440"/>
                <a:gd name="GluePoint1X" fmla="*/ 0 w 2216"/>
                <a:gd name="GluePoint1Y" fmla="*/ 0 h 550"/>
                <a:gd name="GluePoint2X" fmla="*/ 1 w 2216"/>
                <a:gd name="GluePoint2Y" fmla="*/ 1 h 550"/>
                <a:gd name="GluePoint3X" fmla="*/ 9 w 2216"/>
                <a:gd name="GluePoint3Y" fmla="*/ 5 h 550"/>
                <a:gd name="GluePoint4X" fmla="*/ 9 w 2216"/>
                <a:gd name="GluePoint4Y" fmla="*/ 4 h 550"/>
                <a:gd name="GluePoint5X" fmla="*/ 0 w 2216"/>
                <a:gd name="GluePoint5Y" fmla="*/ 0 h 5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800" rIns="90000" bIns="1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938" name="Group 1075"/>
            <p:cNvGrpSpPr/>
            <p:nvPr/>
          </p:nvGrpSpPr>
          <p:grpSpPr>
            <a:xfrm>
              <a:off x="9369360" y="5603760"/>
              <a:ext cx="56880" cy="27360"/>
              <a:chOff x="9369360" y="5603760"/>
              <a:chExt cx="56880" cy="27360"/>
            </a:xfrm>
          </p:grpSpPr>
          <p:sp>
            <p:nvSpPr>
              <p:cNvPr id="939" name="Freeform 1076"/>
              <p:cNvSpPr/>
              <p:nvPr/>
            </p:nvSpPr>
            <p:spPr>
              <a:xfrm>
                <a:off x="9369360" y="5603760"/>
                <a:ext cx="56880" cy="2736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27360"/>
                  <a:gd name="textAreaBottom" fmla="*/ 27720 h 27360"/>
                  <a:gd name="GluePoint1X" fmla="*/ 293 w 752"/>
                  <a:gd name="GluePoint1Y" fmla="*/ 0 h 327"/>
                  <a:gd name="GluePoint2X" fmla="*/ 752 w 752"/>
                  <a:gd name="GluePoint2Y" fmla="*/ 124 h 327"/>
                  <a:gd name="GluePoint3X" fmla="*/ 470 w 752"/>
                  <a:gd name="GluePoint3Y" fmla="*/ 327 h 327"/>
                  <a:gd name="GluePoint4X" fmla="*/ 0 w 752"/>
                  <a:gd name="GluePoint4Y" fmla="*/ 183 h 327"/>
                  <a:gd name="GluePoint5X" fmla="*/ 293 w 752"/>
                  <a:gd name="GluePoint5Y" fmla="*/ 0 h 3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7280" rIns="90000" bIns="-172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40" name="Freeform 1077"/>
              <p:cNvSpPr/>
              <p:nvPr/>
            </p:nvSpPr>
            <p:spPr>
              <a:xfrm>
                <a:off x="9370440" y="5604480"/>
                <a:ext cx="55080" cy="259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25920"/>
                  <a:gd name="textAreaBottom" fmla="*/ 26280 h 25920"/>
                  <a:gd name="GluePoint1X" fmla="*/ 282 w 726"/>
                  <a:gd name="GluePoint1Y" fmla="*/ 0 h 311"/>
                  <a:gd name="GluePoint2X" fmla="*/ 726 w 726"/>
                  <a:gd name="GluePoint2Y" fmla="*/ 119 h 311"/>
                  <a:gd name="GluePoint3X" fmla="*/ 457 w 726"/>
                  <a:gd name="GluePoint3Y" fmla="*/ 311 h 311"/>
                  <a:gd name="GluePoint4X" fmla="*/ 0 w 726"/>
                  <a:gd name="GluePoint4Y" fmla="*/ 173 h 311"/>
                  <a:gd name="GluePoint5X" fmla="*/ 282 w 726"/>
                  <a:gd name="GluePoint5Y" fmla="*/ 0 h 3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8720" rIns="90000" bIns="-187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41" name="Freeform 1078"/>
              <p:cNvSpPr/>
              <p:nvPr/>
            </p:nvSpPr>
            <p:spPr>
              <a:xfrm>
                <a:off x="9374400" y="5614560"/>
                <a:ext cx="19440" cy="8280"/>
              </a:xfrm>
              <a:custGeom>
                <a:avLst/>
                <a:gdLst>
                  <a:gd name="textAreaLeft" fmla="*/ 0 w 19440"/>
                  <a:gd name="textAreaRight" fmla="*/ 19800 w 19440"/>
                  <a:gd name="textAreaTop" fmla="*/ 0 h 8280"/>
                  <a:gd name="textAreaBottom" fmla="*/ 8640 h 8280"/>
                  <a:gd name="GluePoint1X" fmla="*/ 0 w 258"/>
                  <a:gd name="GluePoint1Y" fmla="*/ 44 h 100"/>
                  <a:gd name="GluePoint2X" fmla="*/ 75 w 258"/>
                  <a:gd name="GluePoint2Y" fmla="*/ 0 h 100"/>
                  <a:gd name="GluePoint3X" fmla="*/ 258 w 258"/>
                  <a:gd name="GluePoint3Y" fmla="*/ 50 h 100"/>
                  <a:gd name="GluePoint4X" fmla="*/ 183 w 258"/>
                  <a:gd name="GluePoint4Y" fmla="*/ 100 h 100"/>
                  <a:gd name="GluePoint5X" fmla="*/ 0 w 258"/>
                  <a:gd name="GluePoint5Y" fmla="*/ 44 h 1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360" rIns="90000" bIns="-363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42" name="Freeform 1079"/>
              <p:cNvSpPr/>
              <p:nvPr/>
            </p:nvSpPr>
            <p:spPr>
              <a:xfrm>
                <a:off x="9374040" y="5618520"/>
                <a:ext cx="14400" cy="5040"/>
              </a:xfrm>
              <a:custGeom>
                <a:avLst/>
                <a:gdLst>
                  <a:gd name="textAreaLeft" fmla="*/ 0 w 14400"/>
                  <a:gd name="textAreaRight" fmla="*/ 14760 w 14400"/>
                  <a:gd name="textAreaTop" fmla="*/ 0 h 5040"/>
                  <a:gd name="textAreaBottom" fmla="*/ 5400 h 5040"/>
                  <a:gd name="GluePoint1X" fmla="*/ 12 w 194"/>
                  <a:gd name="GluePoint1Y" fmla="*/ 0 h 63"/>
                  <a:gd name="GluePoint2X" fmla="*/ 194 w 194"/>
                  <a:gd name="GluePoint2Y" fmla="*/ 53 h 63"/>
                  <a:gd name="GluePoint3X" fmla="*/ 180 w 194"/>
                  <a:gd name="GluePoint3Y" fmla="*/ 63 h 63"/>
                  <a:gd name="GluePoint4X" fmla="*/ 0 w 194"/>
                  <a:gd name="GluePoint4Y" fmla="*/ 9 h 63"/>
                  <a:gd name="GluePoint5X" fmla="*/ 12 w 194"/>
                  <a:gd name="GluePoint5Y" fmla="*/ 0 h 6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9600" rIns="90000" bIns="-39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43" name="Freeform 1080"/>
              <p:cNvSpPr/>
              <p:nvPr/>
            </p:nvSpPr>
            <p:spPr>
              <a:xfrm>
                <a:off x="9390600" y="5619960"/>
                <a:ext cx="19440" cy="8280"/>
              </a:xfrm>
              <a:custGeom>
                <a:avLst/>
                <a:gdLst>
                  <a:gd name="textAreaLeft" fmla="*/ 0 w 19440"/>
                  <a:gd name="textAreaRight" fmla="*/ 19800 w 19440"/>
                  <a:gd name="textAreaTop" fmla="*/ 0 h 8280"/>
                  <a:gd name="textAreaBottom" fmla="*/ 8640 h 8280"/>
                  <a:gd name="GluePoint1X" fmla="*/ 0 w 258"/>
                  <a:gd name="GluePoint1Y" fmla="*/ 46 h 102"/>
                  <a:gd name="GluePoint2X" fmla="*/ 71 w 258"/>
                  <a:gd name="GluePoint2Y" fmla="*/ 0 h 102"/>
                  <a:gd name="GluePoint3X" fmla="*/ 258 w 258"/>
                  <a:gd name="GluePoint3Y" fmla="*/ 52 h 102"/>
                  <a:gd name="GluePoint4X" fmla="*/ 183 w 258"/>
                  <a:gd name="GluePoint4Y" fmla="*/ 102 h 102"/>
                  <a:gd name="GluePoint5X" fmla="*/ 0 w 258"/>
                  <a:gd name="GluePoint5Y" fmla="*/ 46 h 1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360" rIns="90000" bIns="-363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44" name="Freeform 1081"/>
              <p:cNvSpPr/>
              <p:nvPr/>
            </p:nvSpPr>
            <p:spPr>
              <a:xfrm>
                <a:off x="9389880" y="5624280"/>
                <a:ext cx="14400" cy="5040"/>
              </a:xfrm>
              <a:custGeom>
                <a:avLst/>
                <a:gdLst>
                  <a:gd name="textAreaLeft" fmla="*/ 0 w 14400"/>
                  <a:gd name="textAreaRight" fmla="*/ 14760 w 14400"/>
                  <a:gd name="textAreaTop" fmla="*/ 0 h 5040"/>
                  <a:gd name="textAreaBottom" fmla="*/ 5400 h 5040"/>
                  <a:gd name="GluePoint1X" fmla="*/ 12 w 194"/>
                  <a:gd name="GluePoint1Y" fmla="*/ 0 h 63"/>
                  <a:gd name="GluePoint2X" fmla="*/ 194 w 194"/>
                  <a:gd name="GluePoint2Y" fmla="*/ 53 h 63"/>
                  <a:gd name="GluePoint3X" fmla="*/ 180 w 194"/>
                  <a:gd name="GluePoint3Y" fmla="*/ 63 h 63"/>
                  <a:gd name="GluePoint4X" fmla="*/ 0 w 194"/>
                  <a:gd name="GluePoint4Y" fmla="*/ 9 h 63"/>
                  <a:gd name="GluePoint5X" fmla="*/ 12 w 194"/>
                  <a:gd name="GluePoint5Y" fmla="*/ 0 h 6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9600" rIns="90000" bIns="-39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945" name="Freeform 1082"/>
            <p:cNvSpPr/>
            <p:nvPr/>
          </p:nvSpPr>
          <p:spPr>
            <a:xfrm>
              <a:off x="9467280" y="5607720"/>
              <a:ext cx="69120" cy="6084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60840"/>
                <a:gd name="textAreaBottom" fmla="*/ 61200 h 60840"/>
                <a:gd name="GluePoint1X" fmla="*/ 1 w 990"/>
                <a:gd name="GluePoint1Y" fmla="*/ 2 h 792"/>
                <a:gd name="GluePoint2X" fmla="*/ 1 w 990"/>
                <a:gd name="GluePoint2Y" fmla="*/ 0 h 792"/>
                <a:gd name="GluePoint3X" fmla="*/ 1 w 990"/>
                <a:gd name="GluePoint3Y" fmla="*/ 1 h 792"/>
                <a:gd name="GluePoint4X" fmla="*/ 0 w 990"/>
                <a:gd name="GluePoint4Y" fmla="*/ 2 h 792"/>
                <a:gd name="GluePoint5X" fmla="*/ 1 w 990"/>
                <a:gd name="GluePoint5Y" fmla="*/ 2 h 7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6200" rIns="90000" bIns="16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46" name="Freeform 1083"/>
            <p:cNvSpPr/>
            <p:nvPr/>
          </p:nvSpPr>
          <p:spPr>
            <a:xfrm>
              <a:off x="9290520" y="5612760"/>
              <a:ext cx="177120" cy="55440"/>
            </a:xfrm>
            <a:custGeom>
              <a:avLst/>
              <a:gdLst>
                <a:gd name="textAreaLeft" fmla="*/ 0 w 177120"/>
                <a:gd name="textAreaRight" fmla="*/ 177480 w 177120"/>
                <a:gd name="textAreaTop" fmla="*/ 0 h 55440"/>
                <a:gd name="textAreaBottom" fmla="*/ 55800 h 55440"/>
                <a:gd name="GluePoint1X" fmla="*/ 1 w 2532"/>
                <a:gd name="GluePoint1Y" fmla="*/ 0 h 723"/>
                <a:gd name="GluePoint2X" fmla="*/ 1 w 2532"/>
                <a:gd name="GluePoint2Y" fmla="*/ 0 h 723"/>
                <a:gd name="GluePoint3X" fmla="*/ 4 w 2532"/>
                <a:gd name="GluePoint3Y" fmla="*/ 2 h 723"/>
                <a:gd name="GluePoint4X" fmla="*/ 4 w 2532"/>
                <a:gd name="GluePoint4Y" fmla="*/ 2 h 723"/>
                <a:gd name="GluePoint5X" fmla="*/ 0 w 2532"/>
                <a:gd name="GluePoint5Y" fmla="*/ 1 h 723"/>
                <a:gd name="GluePoint6X" fmla="*/ 1 w 2532"/>
                <a:gd name="GluePoint6Y" fmla="*/ 0 h 7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0800" rIns="90000" bIns="10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47" name="Freeform 1084"/>
            <p:cNvSpPr/>
            <p:nvPr/>
          </p:nvSpPr>
          <p:spPr>
            <a:xfrm>
              <a:off x="9290520" y="5602680"/>
              <a:ext cx="1440" cy="108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0800"/>
                <a:gd name="textAreaBottom" fmla="*/ 11160 h 10800"/>
                <a:gd name="GluePoint1X" fmla="*/ 1 w 26"/>
                <a:gd name="GluePoint1Y" fmla="*/ 1 h 147"/>
                <a:gd name="GluePoint2X" fmla="*/ 1 w 26"/>
                <a:gd name="GluePoint2Y" fmla="*/ 1 h 147"/>
                <a:gd name="GluePoint3X" fmla="*/ 0 w 26"/>
                <a:gd name="GluePoint3Y" fmla="*/ 1 h 147"/>
                <a:gd name="GluePoint4X" fmla="*/ 1 w 26"/>
                <a:gd name="GluePoint4Y" fmla="*/ 0 h 147"/>
                <a:gd name="GluePoint5X" fmla="*/ 1 w 26"/>
                <a:gd name="GluePoint5Y" fmla="*/ 1 h 1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3840" rIns="90000" bIns="-338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48" name="Freeform 1085"/>
            <p:cNvSpPr/>
            <p:nvPr/>
          </p:nvSpPr>
          <p:spPr>
            <a:xfrm>
              <a:off x="9290520" y="5556600"/>
              <a:ext cx="82080" cy="4644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46440"/>
                <a:gd name="textAreaBottom" fmla="*/ 46800 h 46440"/>
                <a:gd name="GluePoint1X" fmla="*/ 1 w 1176"/>
                <a:gd name="GluePoint1Y" fmla="*/ 0 h 606"/>
                <a:gd name="GluePoint2X" fmla="*/ 0 w 1176"/>
                <a:gd name="GluePoint2Y" fmla="*/ 1 h 606"/>
                <a:gd name="GluePoint3X" fmla="*/ 1 w 1176"/>
                <a:gd name="GluePoint3Y" fmla="*/ 1 h 606"/>
                <a:gd name="GluePoint4X" fmla="*/ 1 w 1176"/>
                <a:gd name="GluePoint4Y" fmla="*/ 1 h 606"/>
                <a:gd name="GluePoint5X" fmla="*/ 1 w 1176"/>
                <a:gd name="GluePoint5Y" fmla="*/ 0 h 60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800" rIns="90000" bIns="1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49" name="Freeform 1086"/>
            <p:cNvSpPr/>
            <p:nvPr/>
          </p:nvSpPr>
          <p:spPr>
            <a:xfrm>
              <a:off x="9296280" y="5604840"/>
              <a:ext cx="167760" cy="5328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53280"/>
                <a:gd name="textAreaBottom" fmla="*/ 53640 h 53280"/>
                <a:gd name="GluePoint1X" fmla="*/ 1 w 2532"/>
                <a:gd name="GluePoint1Y" fmla="*/ 0 h 723"/>
                <a:gd name="GluePoint2X" fmla="*/ 1 w 2532"/>
                <a:gd name="GluePoint2Y" fmla="*/ 0 h 723"/>
                <a:gd name="GluePoint3X" fmla="*/ 1 w 2532"/>
                <a:gd name="GluePoint3Y" fmla="*/ 1 h 723"/>
                <a:gd name="GluePoint4X" fmla="*/ 1 w 2532"/>
                <a:gd name="GluePoint4Y" fmla="*/ 1 h 723"/>
                <a:gd name="GluePoint5X" fmla="*/ 0 w 2532"/>
                <a:gd name="GluePoint5Y" fmla="*/ 1 h 723"/>
                <a:gd name="GluePoint6X" fmla="*/ 1 w 2532"/>
                <a:gd name="GluePoint6Y" fmla="*/ 0 h 7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8640" rIns="90000" bIns="8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50" name="Freeform 1087"/>
            <p:cNvSpPr/>
            <p:nvPr/>
          </p:nvSpPr>
          <p:spPr>
            <a:xfrm flipV="1">
              <a:off x="9464400" y="5600520"/>
              <a:ext cx="68400" cy="55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-360 h 55080"/>
                <a:gd name="textAreaBottom" fmla="*/ 55080 h 55080"/>
                <a:gd name="GluePoint1X" fmla="*/ 0 w 2532"/>
                <a:gd name="GluePoint1Y" fmla="*/ 0 h 723"/>
                <a:gd name="GluePoint2X" fmla="*/ 0 w 2532"/>
                <a:gd name="GluePoint2Y" fmla="*/ 0 h 723"/>
                <a:gd name="GluePoint3X" fmla="*/ 0 w 2532"/>
                <a:gd name="GluePoint3Y" fmla="*/ 2 h 723"/>
                <a:gd name="GluePoint4X" fmla="*/ 0 w 2532"/>
                <a:gd name="GluePoint4Y" fmla="*/ 2 h 723"/>
                <a:gd name="GluePoint5X" fmla="*/ 0 w 2532"/>
                <a:gd name="GluePoint5Y" fmla="*/ 1 h 723"/>
                <a:gd name="GluePoint6X" fmla="*/ 0 w 2532"/>
                <a:gd name="GluePoint6Y" fmla="*/ 0 h 7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0440" rIns="90000" bIns="104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51" name="Group 590"/>
          <p:cNvGrpSpPr/>
          <p:nvPr/>
        </p:nvGrpSpPr>
        <p:grpSpPr>
          <a:xfrm>
            <a:off x="8228160" y="5018040"/>
            <a:ext cx="345240" cy="320040"/>
            <a:chOff x="8228160" y="5018040"/>
            <a:chExt cx="345240" cy="320040"/>
          </a:xfrm>
        </p:grpSpPr>
        <p:pic>
          <p:nvPicPr>
            <p:cNvPr id="952" name="Picture 591" descr="desktop_computer_stylized_medium"/>
            <p:cNvPicPr/>
            <p:nvPr/>
          </p:nvPicPr>
          <p:blipFill>
            <a:blip r:embed="rId29"/>
            <a:stretch/>
          </p:blipFill>
          <p:spPr>
            <a:xfrm flipH="1">
              <a:off x="8228160" y="5018040"/>
              <a:ext cx="345240" cy="320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53" name="Freeform 592"/>
            <p:cNvSpPr/>
            <p:nvPr/>
          </p:nvSpPr>
          <p:spPr>
            <a:xfrm flipH="1">
              <a:off x="8375040" y="5048640"/>
              <a:ext cx="162720" cy="146520"/>
            </a:xfrm>
            <a:custGeom>
              <a:avLst/>
              <a:gdLst>
                <a:gd name="textAreaLeft" fmla="*/ 360 w 162720"/>
                <a:gd name="textAreaRight" fmla="*/ 163440 w 162720"/>
                <a:gd name="textAreaTop" fmla="*/ 0 h 146520"/>
                <a:gd name="textAreaBottom" fmla="*/ 146880 h 146520"/>
                <a:gd name="GluePoint1X" fmla="*/ 0 w 356"/>
                <a:gd name="GluePoint1Y" fmla="*/ 0 h 368"/>
                <a:gd name="GluePoint2X" fmla="*/ 300 w 356"/>
                <a:gd name="GluePoint2Y" fmla="*/ 14 h 368"/>
                <a:gd name="GluePoint3X" fmla="*/ 356 w 356"/>
                <a:gd name="GluePoint3Y" fmla="*/ 294 h 368"/>
                <a:gd name="GluePoint4X" fmla="*/ 78 w 356"/>
                <a:gd name="GluePoint4Y" fmla="*/ 368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54" name="Group 590"/>
          <p:cNvGrpSpPr/>
          <p:nvPr/>
        </p:nvGrpSpPr>
        <p:grpSpPr>
          <a:xfrm>
            <a:off x="8626320" y="5039280"/>
            <a:ext cx="345240" cy="320040"/>
            <a:chOff x="8626320" y="5039280"/>
            <a:chExt cx="345240" cy="320040"/>
          </a:xfrm>
        </p:grpSpPr>
        <p:pic>
          <p:nvPicPr>
            <p:cNvPr id="955" name="Picture 591" descr="desktop_computer_stylized_medium"/>
            <p:cNvPicPr/>
            <p:nvPr/>
          </p:nvPicPr>
          <p:blipFill>
            <a:blip r:embed="rId30"/>
            <a:stretch/>
          </p:blipFill>
          <p:spPr>
            <a:xfrm flipH="1">
              <a:off x="8626320" y="5039280"/>
              <a:ext cx="345240" cy="320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56" name="Freeform 592"/>
            <p:cNvSpPr/>
            <p:nvPr/>
          </p:nvSpPr>
          <p:spPr>
            <a:xfrm flipH="1">
              <a:off x="8773200" y="5070240"/>
              <a:ext cx="162720" cy="146520"/>
            </a:xfrm>
            <a:custGeom>
              <a:avLst/>
              <a:gdLst>
                <a:gd name="textAreaLeft" fmla="*/ 360 w 162720"/>
                <a:gd name="textAreaRight" fmla="*/ 163440 w 162720"/>
                <a:gd name="textAreaTop" fmla="*/ 0 h 146520"/>
                <a:gd name="textAreaBottom" fmla="*/ 146880 h 146520"/>
                <a:gd name="GluePoint1X" fmla="*/ 0 w 356"/>
                <a:gd name="GluePoint1Y" fmla="*/ 0 h 368"/>
                <a:gd name="GluePoint2X" fmla="*/ 300 w 356"/>
                <a:gd name="GluePoint2Y" fmla="*/ 14 h 368"/>
                <a:gd name="GluePoint3X" fmla="*/ 356 w 356"/>
                <a:gd name="GluePoint3Y" fmla="*/ 294 h 368"/>
                <a:gd name="GluePoint4X" fmla="*/ 78 w 356"/>
                <a:gd name="GluePoint4Y" fmla="*/ 368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57" name="Group 1064"/>
          <p:cNvGrpSpPr/>
          <p:nvPr/>
        </p:nvGrpSpPr>
        <p:grpSpPr>
          <a:xfrm>
            <a:off x="9608400" y="5308560"/>
            <a:ext cx="318960" cy="257040"/>
            <a:chOff x="9608400" y="5308560"/>
            <a:chExt cx="318960" cy="257040"/>
          </a:xfrm>
        </p:grpSpPr>
        <p:pic>
          <p:nvPicPr>
            <p:cNvPr id="958" name="Picture 1065" descr="antenna_stylized"/>
            <p:cNvPicPr/>
            <p:nvPr/>
          </p:nvPicPr>
          <p:blipFill>
            <a:blip r:embed="rId31"/>
            <a:stretch/>
          </p:blipFill>
          <p:spPr>
            <a:xfrm>
              <a:off x="9608400" y="5308560"/>
              <a:ext cx="316440" cy="13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59" name="Picture 1066" descr="laptop_keyboard"/>
            <p:cNvPicPr/>
            <p:nvPr/>
          </p:nvPicPr>
          <p:blipFill>
            <a:blip r:embed="rId32"/>
            <a:stretch/>
          </p:blipFill>
          <p:spPr>
            <a:xfrm flipH="1" rot="109200">
              <a:off x="9623880" y="5462640"/>
              <a:ext cx="260640" cy="98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60" name="Freeform 1067"/>
            <p:cNvSpPr/>
            <p:nvPr/>
          </p:nvSpPr>
          <p:spPr>
            <a:xfrm>
              <a:off x="9710280" y="5366520"/>
              <a:ext cx="209520" cy="128880"/>
            </a:xfrm>
            <a:custGeom>
              <a:avLst/>
              <a:gdLst>
                <a:gd name="textAreaLeft" fmla="*/ 0 w 209520"/>
                <a:gd name="textAreaRight" fmla="*/ 209880 w 209520"/>
                <a:gd name="textAreaTop" fmla="*/ 0 h 128880"/>
                <a:gd name="textAreaBottom" fmla="*/ 129240 h 128880"/>
                <a:gd name="GluePoint1X" fmla="*/ 1 w 2982"/>
                <a:gd name="GluePoint1Y" fmla="*/ 0 h 2442"/>
                <a:gd name="GluePoint2X" fmla="*/ 0 w 2982"/>
                <a:gd name="GluePoint2Y" fmla="*/ 1 h 2442"/>
                <a:gd name="GluePoint3X" fmla="*/ 2 w 2982"/>
                <a:gd name="GluePoint3Y" fmla="*/ 1 h 2442"/>
                <a:gd name="GluePoint4X" fmla="*/ 2 w 2982"/>
                <a:gd name="GluePoint4Y" fmla="*/ 1 h 2442"/>
                <a:gd name="GluePoint5X" fmla="*/ 1 w 2982"/>
                <a:gd name="GluePoint5Y" fmla="*/ 0 h 24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961" name="Picture 1068" descr="screen"/>
            <p:cNvPicPr/>
            <p:nvPr/>
          </p:nvPicPr>
          <p:blipFill>
            <a:blip r:embed="rId33"/>
            <a:stretch/>
          </p:blipFill>
          <p:spPr>
            <a:xfrm>
              <a:off x="9720720" y="5370120"/>
              <a:ext cx="190440" cy="11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62" name="Freeform 1069"/>
            <p:cNvSpPr/>
            <p:nvPr/>
          </p:nvSpPr>
          <p:spPr>
            <a:xfrm>
              <a:off x="9748440" y="5362920"/>
              <a:ext cx="177480" cy="23760"/>
            </a:xfrm>
            <a:custGeom>
              <a:avLst/>
              <a:gdLst>
                <a:gd name="textAreaLeft" fmla="*/ 0 w 177480"/>
                <a:gd name="textAreaRight" fmla="*/ 177840 w 177480"/>
                <a:gd name="textAreaTop" fmla="*/ 0 h 23760"/>
                <a:gd name="textAreaBottom" fmla="*/ 24120 h 23760"/>
                <a:gd name="GluePoint1X" fmla="*/ 1 w 2528"/>
                <a:gd name="GluePoint1Y" fmla="*/ 0 h 455"/>
                <a:gd name="GluePoint2X" fmla="*/ 2 w 2528"/>
                <a:gd name="GluePoint2Y" fmla="*/ 1 h 455"/>
                <a:gd name="GluePoint3X" fmla="*/ 2 w 2528"/>
                <a:gd name="GluePoint3Y" fmla="*/ 1 h 455"/>
                <a:gd name="GluePoint4X" fmla="*/ 0 w 2528"/>
                <a:gd name="GluePoint4Y" fmla="*/ 1 h 455"/>
                <a:gd name="GluePoint5X" fmla="*/ 1 w 2528"/>
                <a:gd name="GluePoint5Y" fmla="*/ 0 h 4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0880" rIns="90000" bIns="-208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63" name="Freeform 1070"/>
            <p:cNvSpPr/>
            <p:nvPr/>
          </p:nvSpPr>
          <p:spPr>
            <a:xfrm>
              <a:off x="9708480" y="5362560"/>
              <a:ext cx="48960" cy="9972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99720"/>
                <a:gd name="textAreaBottom" fmla="*/ 100080 h 99720"/>
                <a:gd name="GluePoint1X" fmla="*/ 1 w 702"/>
                <a:gd name="GluePoint1Y" fmla="*/ 0 h 1893"/>
                <a:gd name="GluePoint2X" fmla="*/ 0 w 702"/>
                <a:gd name="GluePoint2Y" fmla="*/ 1 h 1893"/>
                <a:gd name="GluePoint3X" fmla="*/ 1 w 702"/>
                <a:gd name="GluePoint3Y" fmla="*/ 1 h 1893"/>
                <a:gd name="GluePoint4X" fmla="*/ 1 w 702"/>
                <a:gd name="GluePoint4Y" fmla="*/ 1 h 1893"/>
                <a:gd name="GluePoint5X" fmla="*/ 1 w 702"/>
                <a:gd name="GluePoint5Y" fmla="*/ 0 h 189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64" name="Freeform 1071"/>
            <p:cNvSpPr/>
            <p:nvPr/>
          </p:nvSpPr>
          <p:spPr>
            <a:xfrm>
              <a:off x="9871920" y="5380560"/>
              <a:ext cx="52920" cy="11520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15200"/>
                <a:gd name="textAreaBottom" fmla="*/ 115560 h 115200"/>
                <a:gd name="GluePoint1X" fmla="*/ 1 w 756"/>
                <a:gd name="GluePoint1Y" fmla="*/ 0 h 2184"/>
                <a:gd name="GluePoint2X" fmla="*/ 1 w 756"/>
                <a:gd name="GluePoint2Y" fmla="*/ 1 h 2184"/>
                <a:gd name="GluePoint3X" fmla="*/ 0 w 756"/>
                <a:gd name="GluePoint3Y" fmla="*/ 1 h 2184"/>
                <a:gd name="GluePoint4X" fmla="*/ 1 w 756"/>
                <a:gd name="GluePoint4Y" fmla="*/ 1 h 2184"/>
                <a:gd name="GluePoint5X" fmla="*/ 1 w 756"/>
                <a:gd name="GluePoint5Y" fmla="*/ 0 h 21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65" name="Freeform 1072"/>
            <p:cNvSpPr/>
            <p:nvPr/>
          </p:nvSpPr>
          <p:spPr>
            <a:xfrm>
              <a:off x="9707760" y="5457600"/>
              <a:ext cx="194760" cy="38520"/>
            </a:xfrm>
            <a:custGeom>
              <a:avLst/>
              <a:gdLst>
                <a:gd name="textAreaLeft" fmla="*/ 0 w 194760"/>
                <a:gd name="textAreaRight" fmla="*/ 195120 w 194760"/>
                <a:gd name="textAreaTop" fmla="*/ 0 h 38520"/>
                <a:gd name="textAreaBottom" fmla="*/ 38880 h 38520"/>
                <a:gd name="GluePoint1X" fmla="*/ 1 w 2773"/>
                <a:gd name="GluePoint1Y" fmla="*/ 0 h 738"/>
                <a:gd name="GluePoint2X" fmla="*/ 0 w 2773"/>
                <a:gd name="GluePoint2Y" fmla="*/ 1 h 738"/>
                <a:gd name="GluePoint3X" fmla="*/ 2 w 2773"/>
                <a:gd name="GluePoint3Y" fmla="*/ 1 h 738"/>
                <a:gd name="GluePoint4X" fmla="*/ 2 w 2773"/>
                <a:gd name="GluePoint4Y" fmla="*/ 1 h 738"/>
                <a:gd name="GluePoint5X" fmla="*/ 1 w 2773"/>
                <a:gd name="GluePoint5Y" fmla="*/ 0 h 7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6120" rIns="90000" bIns="-6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66" name="Freeform 1073"/>
            <p:cNvSpPr/>
            <p:nvPr/>
          </p:nvSpPr>
          <p:spPr>
            <a:xfrm>
              <a:off x="9878040" y="5381640"/>
              <a:ext cx="49320" cy="11556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115560"/>
                <a:gd name="textAreaBottom" fmla="*/ 115920 h 115560"/>
                <a:gd name="GluePoint1X" fmla="*/ 2 w 637"/>
                <a:gd name="GluePoint1Y" fmla="*/ 0 h 1659"/>
                <a:gd name="GluePoint2X" fmla="*/ 2 w 637"/>
                <a:gd name="GluePoint2Y" fmla="*/ 0 h 1659"/>
                <a:gd name="GluePoint3X" fmla="*/ 1 w 637"/>
                <a:gd name="GluePoint3Y" fmla="*/ 15 h 1659"/>
                <a:gd name="GluePoint4X" fmla="*/ 0 w 637"/>
                <a:gd name="GluePoint4Y" fmla="*/ 15 h 1659"/>
                <a:gd name="GluePoint5X" fmla="*/ 2 w 637"/>
                <a:gd name="GluePoint5Y" fmla="*/ 0 h 16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67" name="Freeform 1074"/>
            <p:cNvSpPr/>
            <p:nvPr/>
          </p:nvSpPr>
          <p:spPr>
            <a:xfrm>
              <a:off x="9708120" y="5463000"/>
              <a:ext cx="173160" cy="38160"/>
            </a:xfrm>
            <a:custGeom>
              <a:avLst/>
              <a:gdLst>
                <a:gd name="textAreaLeft" fmla="*/ 0 w 173160"/>
                <a:gd name="textAreaRight" fmla="*/ 173520 w 173160"/>
                <a:gd name="textAreaTop" fmla="*/ 0 h 38160"/>
                <a:gd name="textAreaBottom" fmla="*/ 38520 h 38160"/>
                <a:gd name="GluePoint1X" fmla="*/ 0 w 2216"/>
                <a:gd name="GluePoint1Y" fmla="*/ 0 h 550"/>
                <a:gd name="GluePoint2X" fmla="*/ 1 w 2216"/>
                <a:gd name="GluePoint2Y" fmla="*/ 1 h 550"/>
                <a:gd name="GluePoint3X" fmla="*/ 9 w 2216"/>
                <a:gd name="GluePoint3Y" fmla="*/ 5 h 550"/>
                <a:gd name="GluePoint4X" fmla="*/ 9 w 2216"/>
                <a:gd name="GluePoint4Y" fmla="*/ 4 h 550"/>
                <a:gd name="GluePoint5X" fmla="*/ 0 w 2216"/>
                <a:gd name="GluePoint5Y" fmla="*/ 0 h 5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6480" rIns="90000" bIns="-64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968" name="Group 1075"/>
            <p:cNvGrpSpPr/>
            <p:nvPr/>
          </p:nvGrpSpPr>
          <p:grpSpPr>
            <a:xfrm>
              <a:off x="9705240" y="5504040"/>
              <a:ext cx="58680" cy="22680"/>
              <a:chOff x="9705240" y="5504040"/>
              <a:chExt cx="58680" cy="22680"/>
            </a:xfrm>
          </p:grpSpPr>
          <p:sp>
            <p:nvSpPr>
              <p:cNvPr id="969" name="Freeform 1076"/>
              <p:cNvSpPr/>
              <p:nvPr/>
            </p:nvSpPr>
            <p:spPr>
              <a:xfrm>
                <a:off x="9705240" y="5504040"/>
                <a:ext cx="58680" cy="22680"/>
              </a:xfrm>
              <a:custGeom>
                <a:avLst/>
                <a:gdLst>
                  <a:gd name="textAreaLeft" fmla="*/ 0 w 58680"/>
                  <a:gd name="textAreaRight" fmla="*/ 59040 w 58680"/>
                  <a:gd name="textAreaTop" fmla="*/ 0 h 22680"/>
                  <a:gd name="textAreaBottom" fmla="*/ 23040 h 22680"/>
                  <a:gd name="GluePoint1X" fmla="*/ 293 w 752"/>
                  <a:gd name="GluePoint1Y" fmla="*/ 0 h 327"/>
                  <a:gd name="GluePoint2X" fmla="*/ 752 w 752"/>
                  <a:gd name="GluePoint2Y" fmla="*/ 124 h 327"/>
                  <a:gd name="GluePoint3X" fmla="*/ 470 w 752"/>
                  <a:gd name="GluePoint3Y" fmla="*/ 327 h 327"/>
                  <a:gd name="GluePoint4X" fmla="*/ 0 w 752"/>
                  <a:gd name="GluePoint4Y" fmla="*/ 183 h 327"/>
                  <a:gd name="GluePoint5X" fmla="*/ 293 w 752"/>
                  <a:gd name="GluePoint5Y" fmla="*/ 0 h 3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21960" rIns="90000" bIns="-219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70" name="Freeform 1077"/>
              <p:cNvSpPr/>
              <p:nvPr/>
            </p:nvSpPr>
            <p:spPr>
              <a:xfrm>
                <a:off x="9706320" y="5504400"/>
                <a:ext cx="56520" cy="21240"/>
              </a:xfrm>
              <a:custGeom>
                <a:avLst/>
                <a:gdLst>
                  <a:gd name="textAreaLeft" fmla="*/ 0 w 56520"/>
                  <a:gd name="textAreaRight" fmla="*/ 56880 w 56520"/>
                  <a:gd name="textAreaTop" fmla="*/ 0 h 21240"/>
                  <a:gd name="textAreaBottom" fmla="*/ 21600 h 21240"/>
                  <a:gd name="GluePoint1X" fmla="*/ 282 w 726"/>
                  <a:gd name="GluePoint1Y" fmla="*/ 0 h 311"/>
                  <a:gd name="GluePoint2X" fmla="*/ 726 w 726"/>
                  <a:gd name="GluePoint2Y" fmla="*/ 119 h 311"/>
                  <a:gd name="GluePoint3X" fmla="*/ 457 w 726"/>
                  <a:gd name="GluePoint3Y" fmla="*/ 311 h 311"/>
                  <a:gd name="GluePoint4X" fmla="*/ 0 w 726"/>
                  <a:gd name="GluePoint4Y" fmla="*/ 173 h 311"/>
                  <a:gd name="GluePoint5X" fmla="*/ 282 w 726"/>
                  <a:gd name="GluePoint5Y" fmla="*/ 0 h 3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23400" rIns="90000" bIns="-234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71" name="Freeform 1078"/>
              <p:cNvSpPr/>
              <p:nvPr/>
            </p:nvSpPr>
            <p:spPr>
              <a:xfrm>
                <a:off x="9710640" y="5513040"/>
                <a:ext cx="19800" cy="648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6480"/>
                  <a:gd name="textAreaBottom" fmla="*/ 6840 h 6480"/>
                  <a:gd name="GluePoint1X" fmla="*/ 0 w 258"/>
                  <a:gd name="GluePoint1Y" fmla="*/ 44 h 100"/>
                  <a:gd name="GluePoint2X" fmla="*/ 75 w 258"/>
                  <a:gd name="GluePoint2Y" fmla="*/ 0 h 100"/>
                  <a:gd name="GluePoint3X" fmla="*/ 258 w 258"/>
                  <a:gd name="GluePoint3Y" fmla="*/ 50 h 100"/>
                  <a:gd name="GluePoint4X" fmla="*/ 183 w 258"/>
                  <a:gd name="GluePoint4Y" fmla="*/ 100 h 100"/>
                  <a:gd name="GluePoint5X" fmla="*/ 0 w 258"/>
                  <a:gd name="GluePoint5Y" fmla="*/ 44 h 1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8160" rIns="90000" bIns="-381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72" name="Freeform 1079"/>
              <p:cNvSpPr/>
              <p:nvPr/>
            </p:nvSpPr>
            <p:spPr>
              <a:xfrm>
                <a:off x="9709920" y="5516280"/>
                <a:ext cx="14760" cy="3960"/>
              </a:xfrm>
              <a:custGeom>
                <a:avLst/>
                <a:gdLst>
                  <a:gd name="textAreaLeft" fmla="*/ 0 w 14760"/>
                  <a:gd name="textAreaRight" fmla="*/ 15120 w 14760"/>
                  <a:gd name="textAreaTop" fmla="*/ 0 h 3960"/>
                  <a:gd name="textAreaBottom" fmla="*/ 4320 h 3960"/>
                  <a:gd name="GluePoint1X" fmla="*/ 12 w 194"/>
                  <a:gd name="GluePoint1Y" fmla="*/ 0 h 63"/>
                  <a:gd name="GluePoint2X" fmla="*/ 194 w 194"/>
                  <a:gd name="GluePoint2Y" fmla="*/ 53 h 63"/>
                  <a:gd name="GluePoint3X" fmla="*/ 180 w 194"/>
                  <a:gd name="GluePoint3Y" fmla="*/ 63 h 63"/>
                  <a:gd name="GluePoint4X" fmla="*/ 0 w 194"/>
                  <a:gd name="GluePoint4Y" fmla="*/ 9 h 63"/>
                  <a:gd name="GluePoint5X" fmla="*/ 12 w 194"/>
                  <a:gd name="GluePoint5Y" fmla="*/ 0 h 6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0680" rIns="90000" bIns="-406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73" name="Freeform 1080"/>
              <p:cNvSpPr/>
              <p:nvPr/>
            </p:nvSpPr>
            <p:spPr>
              <a:xfrm>
                <a:off x="9727200" y="5517360"/>
                <a:ext cx="19800" cy="6840"/>
              </a:xfrm>
              <a:custGeom>
                <a:avLst/>
                <a:gdLst>
                  <a:gd name="textAreaLeft" fmla="*/ 0 w 19800"/>
                  <a:gd name="textAreaRight" fmla="*/ 20160 w 19800"/>
                  <a:gd name="textAreaTop" fmla="*/ 0 h 6840"/>
                  <a:gd name="textAreaBottom" fmla="*/ 7200 h 6840"/>
                  <a:gd name="GluePoint1X" fmla="*/ 0 w 258"/>
                  <a:gd name="GluePoint1Y" fmla="*/ 46 h 102"/>
                  <a:gd name="GluePoint2X" fmla="*/ 71 w 258"/>
                  <a:gd name="GluePoint2Y" fmla="*/ 0 h 102"/>
                  <a:gd name="GluePoint3X" fmla="*/ 258 w 258"/>
                  <a:gd name="GluePoint3Y" fmla="*/ 52 h 102"/>
                  <a:gd name="GluePoint4X" fmla="*/ 183 w 258"/>
                  <a:gd name="GluePoint4Y" fmla="*/ 102 h 102"/>
                  <a:gd name="GluePoint5X" fmla="*/ 0 w 258"/>
                  <a:gd name="GluePoint5Y" fmla="*/ 46 h 1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7800" rIns="90000" bIns="-37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74" name="Freeform 1081"/>
              <p:cNvSpPr/>
              <p:nvPr/>
            </p:nvSpPr>
            <p:spPr>
              <a:xfrm>
                <a:off x="9726480" y="5520960"/>
                <a:ext cx="14760" cy="3960"/>
              </a:xfrm>
              <a:custGeom>
                <a:avLst/>
                <a:gdLst>
                  <a:gd name="textAreaLeft" fmla="*/ 0 w 14760"/>
                  <a:gd name="textAreaRight" fmla="*/ 15120 w 14760"/>
                  <a:gd name="textAreaTop" fmla="*/ 0 h 3960"/>
                  <a:gd name="textAreaBottom" fmla="*/ 4320 h 3960"/>
                  <a:gd name="GluePoint1X" fmla="*/ 12 w 194"/>
                  <a:gd name="GluePoint1Y" fmla="*/ 0 h 63"/>
                  <a:gd name="GluePoint2X" fmla="*/ 194 w 194"/>
                  <a:gd name="GluePoint2Y" fmla="*/ 53 h 63"/>
                  <a:gd name="GluePoint3X" fmla="*/ 180 w 194"/>
                  <a:gd name="GluePoint3Y" fmla="*/ 63 h 63"/>
                  <a:gd name="GluePoint4X" fmla="*/ 0 w 194"/>
                  <a:gd name="GluePoint4Y" fmla="*/ 9 h 63"/>
                  <a:gd name="GluePoint5X" fmla="*/ 12 w 194"/>
                  <a:gd name="GluePoint5Y" fmla="*/ 0 h 6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0680" rIns="90000" bIns="-406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975" name="Freeform 1082"/>
            <p:cNvSpPr/>
            <p:nvPr/>
          </p:nvSpPr>
          <p:spPr>
            <a:xfrm>
              <a:off x="9806040" y="5507280"/>
              <a:ext cx="70920" cy="5004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50040"/>
                <a:gd name="textAreaBottom" fmla="*/ 50400 h 50040"/>
                <a:gd name="GluePoint1X" fmla="*/ 1 w 990"/>
                <a:gd name="GluePoint1Y" fmla="*/ 2 h 792"/>
                <a:gd name="GluePoint2X" fmla="*/ 1 w 990"/>
                <a:gd name="GluePoint2Y" fmla="*/ 0 h 792"/>
                <a:gd name="GluePoint3X" fmla="*/ 1 w 990"/>
                <a:gd name="GluePoint3Y" fmla="*/ 1 h 792"/>
                <a:gd name="GluePoint4X" fmla="*/ 0 w 990"/>
                <a:gd name="GluePoint4Y" fmla="*/ 2 h 792"/>
                <a:gd name="GluePoint5X" fmla="*/ 1 w 990"/>
                <a:gd name="GluePoint5Y" fmla="*/ 2 h 7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5400" rIns="90000" bIns="54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76" name="Freeform 1083"/>
            <p:cNvSpPr/>
            <p:nvPr/>
          </p:nvSpPr>
          <p:spPr>
            <a:xfrm>
              <a:off x="9623880" y="5511600"/>
              <a:ext cx="182160" cy="4536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45360"/>
                <a:gd name="textAreaBottom" fmla="*/ 45720 h 45360"/>
                <a:gd name="GluePoint1X" fmla="*/ 1 w 2532"/>
                <a:gd name="GluePoint1Y" fmla="*/ 0 h 723"/>
                <a:gd name="GluePoint2X" fmla="*/ 1 w 2532"/>
                <a:gd name="GluePoint2Y" fmla="*/ 0 h 723"/>
                <a:gd name="GluePoint3X" fmla="*/ 4 w 2532"/>
                <a:gd name="GluePoint3Y" fmla="*/ 2 h 723"/>
                <a:gd name="GluePoint4X" fmla="*/ 4 w 2532"/>
                <a:gd name="GluePoint4Y" fmla="*/ 2 h 723"/>
                <a:gd name="GluePoint5X" fmla="*/ 0 w 2532"/>
                <a:gd name="GluePoint5Y" fmla="*/ 1 h 723"/>
                <a:gd name="GluePoint6X" fmla="*/ 1 w 2532"/>
                <a:gd name="GluePoint6Y" fmla="*/ 0 h 7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720" rIns="90000" bIns="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77" name="Freeform 1084"/>
            <p:cNvSpPr/>
            <p:nvPr/>
          </p:nvSpPr>
          <p:spPr>
            <a:xfrm>
              <a:off x="9623880" y="5502960"/>
              <a:ext cx="1440" cy="90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9000"/>
                <a:gd name="textAreaBottom" fmla="*/ 9360 h 9000"/>
                <a:gd name="GluePoint1X" fmla="*/ 1 w 26"/>
                <a:gd name="GluePoint1Y" fmla="*/ 1 h 147"/>
                <a:gd name="GluePoint2X" fmla="*/ 1 w 26"/>
                <a:gd name="GluePoint2Y" fmla="*/ 1 h 147"/>
                <a:gd name="GluePoint3X" fmla="*/ 0 w 26"/>
                <a:gd name="GluePoint3Y" fmla="*/ 1 h 147"/>
                <a:gd name="GluePoint4X" fmla="*/ 1 w 26"/>
                <a:gd name="GluePoint4Y" fmla="*/ 0 h 147"/>
                <a:gd name="GluePoint5X" fmla="*/ 1 w 26"/>
                <a:gd name="GluePoint5Y" fmla="*/ 1 h 1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5640" rIns="9000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78" name="Freeform 1085"/>
            <p:cNvSpPr/>
            <p:nvPr/>
          </p:nvSpPr>
          <p:spPr>
            <a:xfrm>
              <a:off x="9624240" y="5465160"/>
              <a:ext cx="84600" cy="3816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38160"/>
                <a:gd name="textAreaBottom" fmla="*/ 38520 h 38160"/>
                <a:gd name="GluePoint1X" fmla="*/ 1 w 1176"/>
                <a:gd name="GluePoint1Y" fmla="*/ 0 h 606"/>
                <a:gd name="GluePoint2X" fmla="*/ 0 w 1176"/>
                <a:gd name="GluePoint2Y" fmla="*/ 1 h 606"/>
                <a:gd name="GluePoint3X" fmla="*/ 1 w 1176"/>
                <a:gd name="GluePoint3Y" fmla="*/ 1 h 606"/>
                <a:gd name="GluePoint4X" fmla="*/ 1 w 1176"/>
                <a:gd name="GluePoint4Y" fmla="*/ 1 h 606"/>
                <a:gd name="GluePoint5X" fmla="*/ 1 w 1176"/>
                <a:gd name="GluePoint5Y" fmla="*/ 0 h 60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6480" rIns="90000" bIns="-64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79" name="Freeform 1086"/>
            <p:cNvSpPr/>
            <p:nvPr/>
          </p:nvSpPr>
          <p:spPr>
            <a:xfrm>
              <a:off x="9630000" y="5505120"/>
              <a:ext cx="172800" cy="4392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43920"/>
                <a:gd name="textAreaBottom" fmla="*/ 44280 h 43920"/>
                <a:gd name="GluePoint1X" fmla="*/ 1 w 2532"/>
                <a:gd name="GluePoint1Y" fmla="*/ 0 h 723"/>
                <a:gd name="GluePoint2X" fmla="*/ 1 w 2532"/>
                <a:gd name="GluePoint2Y" fmla="*/ 0 h 723"/>
                <a:gd name="GluePoint3X" fmla="*/ 1 w 2532"/>
                <a:gd name="GluePoint3Y" fmla="*/ 1 h 723"/>
                <a:gd name="GluePoint4X" fmla="*/ 1 w 2532"/>
                <a:gd name="GluePoint4Y" fmla="*/ 1 h 723"/>
                <a:gd name="GluePoint5X" fmla="*/ 0 w 2532"/>
                <a:gd name="GluePoint5Y" fmla="*/ 1 h 723"/>
                <a:gd name="GluePoint6X" fmla="*/ 1 w 2532"/>
                <a:gd name="GluePoint6Y" fmla="*/ 0 h 7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720" rIns="90000" bIns="-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80" name="Freeform 1087"/>
            <p:cNvSpPr/>
            <p:nvPr/>
          </p:nvSpPr>
          <p:spPr>
            <a:xfrm flipV="1">
              <a:off x="9802800" y="5501880"/>
              <a:ext cx="70200" cy="4536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360 h 45360"/>
                <a:gd name="textAreaBottom" fmla="*/ 46080 h 45360"/>
                <a:gd name="GluePoint1X" fmla="*/ 0 w 2532"/>
                <a:gd name="GluePoint1Y" fmla="*/ 0 h 723"/>
                <a:gd name="GluePoint2X" fmla="*/ 0 w 2532"/>
                <a:gd name="GluePoint2Y" fmla="*/ 0 h 723"/>
                <a:gd name="GluePoint3X" fmla="*/ 0 w 2532"/>
                <a:gd name="GluePoint3Y" fmla="*/ 2 h 723"/>
                <a:gd name="GluePoint4X" fmla="*/ 0 w 2532"/>
                <a:gd name="GluePoint4Y" fmla="*/ 2 h 723"/>
                <a:gd name="GluePoint5X" fmla="*/ 0 w 2532"/>
                <a:gd name="GluePoint5Y" fmla="*/ 1 h 723"/>
                <a:gd name="GluePoint6X" fmla="*/ 0 w 2532"/>
                <a:gd name="GluePoint6Y" fmla="*/ 0 h 7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720" rIns="90000" bIns="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81" name="Freeform 984"/>
          <p:cNvSpPr/>
          <p:nvPr/>
        </p:nvSpPr>
        <p:spPr>
          <a:xfrm>
            <a:off x="10227240" y="5150160"/>
            <a:ext cx="33840" cy="332640"/>
          </a:xfrm>
          <a:custGeom>
            <a:avLst/>
            <a:gdLst>
              <a:gd name="textAreaLeft" fmla="*/ 0 w 33840"/>
              <a:gd name="textAreaRight" fmla="*/ 34200 w 33840"/>
              <a:gd name="textAreaTop" fmla="*/ 0 h 332640"/>
              <a:gd name="textAreaBottom" fmla="*/ 333000 h 332640"/>
              <a:gd name="GluePoint1X" fmla="*/ 3 w 354"/>
              <a:gd name="GluePoint1Y" fmla="*/ 0 h 2742"/>
              <a:gd name="GluePoint2X" fmla="*/ 15 w 354"/>
              <a:gd name="GluePoint2Y" fmla="*/ 27 h 2742"/>
              <a:gd name="GluePoint3X" fmla="*/ 15 w 354"/>
              <a:gd name="GluePoint3Y" fmla="*/ 205 h 2742"/>
              <a:gd name="GluePoint4X" fmla="*/ 0 w 354"/>
              <a:gd name="GluePoint4Y" fmla="*/ 215 h 2742"/>
              <a:gd name="GluePoint5X" fmla="*/ 3 w 354"/>
              <a:gd name="GluePoint5Y" fmla="*/ 0 h 274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0">
            <a:gsLst>
              <a:gs pos="0">
                <a:srgbClr val="DDDDDD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2" name="Freeform 986"/>
          <p:cNvSpPr/>
          <p:nvPr/>
        </p:nvSpPr>
        <p:spPr>
          <a:xfrm>
            <a:off x="10233720" y="5170320"/>
            <a:ext cx="19800" cy="307800"/>
          </a:xfrm>
          <a:custGeom>
            <a:avLst/>
            <a:gdLst>
              <a:gd name="textAreaLeft" fmla="*/ 0 w 19800"/>
              <a:gd name="textAreaRight" fmla="*/ 20160 w 19800"/>
              <a:gd name="textAreaTop" fmla="*/ 0 h 307800"/>
              <a:gd name="textAreaBottom" fmla="*/ 308160 h 307800"/>
              <a:gd name="GluePoint1X" fmla="*/ 2 w 211"/>
              <a:gd name="GluePoint1Y" fmla="*/ 0 h 2537"/>
              <a:gd name="GluePoint2X" fmla="*/ 9 w 211"/>
              <a:gd name="GluePoint2Y" fmla="*/ 18 h 2537"/>
              <a:gd name="GluePoint3X" fmla="*/ 2 w 211"/>
              <a:gd name="GluePoint3Y" fmla="*/ 196 h 2537"/>
              <a:gd name="GluePoint4X" fmla="*/ 2 w 211"/>
              <a:gd name="GluePoint4Y" fmla="*/ 0 h 253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0">
            <a:gsLst>
              <a:gs pos="0">
                <a:srgbClr val="808080"/>
              </a:gs>
              <a:gs pos="100000">
                <a:srgbClr val="F8F8F8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3" name="Freeform 987"/>
          <p:cNvSpPr/>
          <p:nvPr/>
        </p:nvSpPr>
        <p:spPr>
          <a:xfrm>
            <a:off x="10229400" y="5326200"/>
            <a:ext cx="31320" cy="27000"/>
          </a:xfrm>
          <a:custGeom>
            <a:avLst/>
            <a:gdLst>
              <a:gd name="textAreaLeft" fmla="*/ 0 w 31320"/>
              <a:gd name="textAreaRight" fmla="*/ 31680 w 31320"/>
              <a:gd name="textAreaTop" fmla="*/ 0 h 27000"/>
              <a:gd name="textAreaBottom" fmla="*/ 27360 h 27000"/>
              <a:gd name="GluePoint1X" fmla="*/ 2 w 328"/>
              <a:gd name="GluePoint1Y" fmla="*/ 0 h 226"/>
              <a:gd name="GluePoint2X" fmla="*/ 14 w 328"/>
              <a:gd name="GluePoint2Y" fmla="*/ 11 h 226"/>
              <a:gd name="GluePoint3X" fmla="*/ 14 w 328"/>
              <a:gd name="GluePoint3Y" fmla="*/ 19 h 226"/>
              <a:gd name="GluePoint4X" fmla="*/ 0 w 328"/>
              <a:gd name="GluePoint4Y" fmla="*/ 8 h 226"/>
              <a:gd name="GluePoint5X" fmla="*/ 2 w 328"/>
              <a:gd name="GluePoint5Y" fmla="*/ 0 h 2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0">
            <a:gsLst>
              <a:gs pos="0">
                <a:srgbClr val="292929"/>
              </a:gs>
              <a:gs pos="100000">
                <a:srgbClr val="80808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4" name="Rectangle 988"/>
          <p:cNvSpPr/>
          <p:nvPr/>
        </p:nvSpPr>
        <p:spPr>
          <a:xfrm>
            <a:off x="10100160" y="5187600"/>
            <a:ext cx="71640" cy="648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-38160" rIns="90000" bIns="-381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5" name="Group 989"/>
          <p:cNvGrpSpPr/>
          <p:nvPr/>
        </p:nvGrpSpPr>
        <p:grpSpPr>
          <a:xfrm>
            <a:off x="10164960" y="5184360"/>
            <a:ext cx="69120" cy="21600"/>
            <a:chOff x="10164960" y="5184360"/>
            <a:chExt cx="69120" cy="21600"/>
          </a:xfrm>
        </p:grpSpPr>
        <p:sp>
          <p:nvSpPr>
            <p:cNvPr id="986" name="AutoShape 990"/>
            <p:cNvSpPr/>
            <p:nvPr/>
          </p:nvSpPr>
          <p:spPr>
            <a:xfrm>
              <a:off x="10164960" y="5184360"/>
              <a:ext cx="69120" cy="216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9160" rIns="90000" bIns="-291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AutoShape 991"/>
            <p:cNvSpPr/>
            <p:nvPr/>
          </p:nvSpPr>
          <p:spPr>
            <a:xfrm>
              <a:off x="10166040" y="5186520"/>
              <a:ext cx="66600" cy="1692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120" rIns="90000" bIns="-3312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8" name="Rectangle 992"/>
          <p:cNvSpPr/>
          <p:nvPr/>
        </p:nvSpPr>
        <p:spPr>
          <a:xfrm>
            <a:off x="10101240" y="5236200"/>
            <a:ext cx="71640" cy="648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-38160" rIns="90000" bIns="-381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9" name="Group 993"/>
          <p:cNvGrpSpPr/>
          <p:nvPr/>
        </p:nvGrpSpPr>
        <p:grpSpPr>
          <a:xfrm>
            <a:off x="10164600" y="5231520"/>
            <a:ext cx="69120" cy="19080"/>
            <a:chOff x="10164600" y="5231520"/>
            <a:chExt cx="69120" cy="19080"/>
          </a:xfrm>
        </p:grpSpPr>
        <p:sp>
          <p:nvSpPr>
            <p:cNvPr id="990" name="AutoShape 994"/>
            <p:cNvSpPr/>
            <p:nvPr/>
          </p:nvSpPr>
          <p:spPr>
            <a:xfrm>
              <a:off x="10164600" y="5231520"/>
              <a:ext cx="69120" cy="1908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0960" rIns="90000" bIns="-309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AutoShape 995"/>
            <p:cNvSpPr/>
            <p:nvPr/>
          </p:nvSpPr>
          <p:spPr>
            <a:xfrm>
              <a:off x="10166040" y="5233680"/>
              <a:ext cx="66600" cy="1476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4560" rIns="90000" bIns="-345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2" name="Rectangle 996"/>
          <p:cNvSpPr/>
          <p:nvPr/>
        </p:nvSpPr>
        <p:spPr>
          <a:xfrm>
            <a:off x="10101240" y="5284440"/>
            <a:ext cx="71640" cy="648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-38160" rIns="90000" bIns="-381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Rectangle 997"/>
          <p:cNvSpPr/>
          <p:nvPr/>
        </p:nvSpPr>
        <p:spPr>
          <a:xfrm>
            <a:off x="10102320" y="5328360"/>
            <a:ext cx="71640" cy="648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-38160" rIns="90000" bIns="-381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4" name="Group 998"/>
          <p:cNvGrpSpPr/>
          <p:nvPr/>
        </p:nvGrpSpPr>
        <p:grpSpPr>
          <a:xfrm>
            <a:off x="10163520" y="5326920"/>
            <a:ext cx="69120" cy="19080"/>
            <a:chOff x="10163520" y="5326920"/>
            <a:chExt cx="69120" cy="19080"/>
          </a:xfrm>
        </p:grpSpPr>
        <p:sp>
          <p:nvSpPr>
            <p:cNvPr id="995" name="AutoShape 999"/>
            <p:cNvSpPr/>
            <p:nvPr/>
          </p:nvSpPr>
          <p:spPr>
            <a:xfrm>
              <a:off x="10163520" y="5326920"/>
              <a:ext cx="69120" cy="1908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0960" rIns="90000" bIns="-309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AutoShape 1000"/>
            <p:cNvSpPr/>
            <p:nvPr/>
          </p:nvSpPr>
          <p:spPr>
            <a:xfrm>
              <a:off x="10164600" y="5326920"/>
              <a:ext cx="66600" cy="1692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120" rIns="90000" bIns="-3312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7" name="Freeform 1001"/>
          <p:cNvSpPr/>
          <p:nvPr/>
        </p:nvSpPr>
        <p:spPr>
          <a:xfrm>
            <a:off x="10229760" y="5284440"/>
            <a:ext cx="31320" cy="27000"/>
          </a:xfrm>
          <a:custGeom>
            <a:avLst/>
            <a:gdLst>
              <a:gd name="textAreaLeft" fmla="*/ 0 w 31320"/>
              <a:gd name="textAreaRight" fmla="*/ 31680 w 31320"/>
              <a:gd name="textAreaTop" fmla="*/ 0 h 27000"/>
              <a:gd name="textAreaBottom" fmla="*/ 27360 h 27000"/>
              <a:gd name="GluePoint1X" fmla="*/ 2 w 328"/>
              <a:gd name="GluePoint1Y" fmla="*/ 0 h 226"/>
              <a:gd name="GluePoint2X" fmla="*/ 14 w 328"/>
              <a:gd name="GluePoint2Y" fmla="*/ 10 h 226"/>
              <a:gd name="GluePoint3X" fmla="*/ 14 w 328"/>
              <a:gd name="GluePoint3Y" fmla="*/ 17 h 226"/>
              <a:gd name="GluePoint4X" fmla="*/ 0 w 328"/>
              <a:gd name="GluePoint4Y" fmla="*/ 7 h 226"/>
              <a:gd name="GluePoint5X" fmla="*/ 2 w 328"/>
              <a:gd name="GluePoint5Y" fmla="*/ 0 h 2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0">
            <a:gsLst>
              <a:gs pos="0">
                <a:srgbClr val="292929"/>
              </a:gs>
              <a:gs pos="100000">
                <a:srgbClr val="80808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998" name="Group 1002"/>
          <p:cNvGrpSpPr/>
          <p:nvPr/>
        </p:nvGrpSpPr>
        <p:grpSpPr>
          <a:xfrm>
            <a:off x="10163520" y="5280840"/>
            <a:ext cx="70200" cy="19080"/>
            <a:chOff x="10163520" y="5280840"/>
            <a:chExt cx="70200" cy="19080"/>
          </a:xfrm>
        </p:grpSpPr>
        <p:sp>
          <p:nvSpPr>
            <p:cNvPr id="999" name="AutoShape 1003"/>
            <p:cNvSpPr/>
            <p:nvPr/>
          </p:nvSpPr>
          <p:spPr>
            <a:xfrm>
              <a:off x="10163520" y="5280840"/>
              <a:ext cx="70200" cy="1908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0960" rIns="90000" bIns="-309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AutoShape 1004"/>
            <p:cNvSpPr/>
            <p:nvPr/>
          </p:nvSpPr>
          <p:spPr>
            <a:xfrm>
              <a:off x="10164600" y="5283360"/>
              <a:ext cx="69120" cy="1476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4560" rIns="90000" bIns="-345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1" name="Rectangle 1005"/>
          <p:cNvSpPr/>
          <p:nvPr/>
        </p:nvSpPr>
        <p:spPr>
          <a:xfrm>
            <a:off x="10224720" y="5149800"/>
            <a:ext cx="7920" cy="332280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/>
          </a:gra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Freeform 1006"/>
          <p:cNvSpPr/>
          <p:nvPr/>
        </p:nvSpPr>
        <p:spPr>
          <a:xfrm>
            <a:off x="10232640" y="5234040"/>
            <a:ext cx="28080" cy="30600"/>
          </a:xfrm>
          <a:custGeom>
            <a:avLst/>
            <a:gdLst>
              <a:gd name="textAreaLeft" fmla="*/ 0 w 28080"/>
              <a:gd name="textAreaRight" fmla="*/ 28440 w 28080"/>
              <a:gd name="textAreaTop" fmla="*/ 0 h 30600"/>
              <a:gd name="textAreaBottom" fmla="*/ 30960 h 30600"/>
              <a:gd name="GluePoint1X" fmla="*/ 2 w 296"/>
              <a:gd name="GluePoint1Y" fmla="*/ 0 h 256"/>
              <a:gd name="GluePoint2X" fmla="*/ 14 w 296"/>
              <a:gd name="GluePoint2Y" fmla="*/ 10 h 256"/>
              <a:gd name="GluePoint3X" fmla="*/ 14 w 296"/>
              <a:gd name="GluePoint3Y" fmla="*/ 19 h 256"/>
              <a:gd name="GluePoint4X" fmla="*/ 0 w 296"/>
              <a:gd name="GluePoint4Y" fmla="*/ 7 h 256"/>
              <a:gd name="GluePoint5X" fmla="*/ 2 w 296"/>
              <a:gd name="GluePoint5Y" fmla="*/ 0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0">
            <a:gsLst>
              <a:gs pos="0">
                <a:srgbClr val="292929"/>
              </a:gs>
              <a:gs pos="100000">
                <a:srgbClr val="80808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4040" rIns="90000" bIns="-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03" name="Freeform 1007"/>
          <p:cNvSpPr/>
          <p:nvPr/>
        </p:nvSpPr>
        <p:spPr>
          <a:xfrm>
            <a:off x="10233000" y="5186160"/>
            <a:ext cx="29160" cy="34560"/>
          </a:xfrm>
          <a:custGeom>
            <a:avLst/>
            <a:gdLst>
              <a:gd name="textAreaLeft" fmla="*/ 0 w 29160"/>
              <a:gd name="textAreaRight" fmla="*/ 29520 w 29160"/>
              <a:gd name="textAreaTop" fmla="*/ 0 h 34560"/>
              <a:gd name="textAreaBottom" fmla="*/ 34920 h 34560"/>
              <a:gd name="GluePoint1X" fmla="*/ 0 w 304"/>
              <a:gd name="GluePoint1Y" fmla="*/ 0 h 288"/>
              <a:gd name="GluePoint2X" fmla="*/ 14 w 304"/>
              <a:gd name="GluePoint2Y" fmla="*/ 13 h 288"/>
              <a:gd name="GluePoint3X" fmla="*/ 13 w 304"/>
              <a:gd name="GluePoint3Y" fmla="*/ 23 h 288"/>
              <a:gd name="GluePoint4X" fmla="*/ 2 w 304"/>
              <a:gd name="GluePoint4Y" fmla="*/ 10 h 288"/>
              <a:gd name="GluePoint5X" fmla="*/ 0 w 304"/>
              <a:gd name="GluePoint5Y" fmla="*/ 0 h 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0">
            <a:gsLst>
              <a:gs pos="0">
                <a:srgbClr val="292929"/>
              </a:gs>
              <a:gs pos="100000">
                <a:srgbClr val="80808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0080" rIns="90000" bIns="-10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04" name="Oval 1008"/>
          <p:cNvSpPr/>
          <p:nvPr/>
        </p:nvSpPr>
        <p:spPr>
          <a:xfrm>
            <a:off x="10257120" y="5467320"/>
            <a:ext cx="5760" cy="13320"/>
          </a:xfrm>
          <a:prstGeom prst="ellipse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35280" rIns="90000" bIns="-3528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Freeform 1009"/>
          <p:cNvSpPr/>
          <p:nvPr/>
        </p:nvSpPr>
        <p:spPr>
          <a:xfrm>
            <a:off x="10231560" y="5468040"/>
            <a:ext cx="29160" cy="28800"/>
          </a:xfrm>
          <a:custGeom>
            <a:avLst/>
            <a:gdLst>
              <a:gd name="textAreaLeft" fmla="*/ 0 w 29160"/>
              <a:gd name="textAreaRight" fmla="*/ 29520 w 29160"/>
              <a:gd name="textAreaTop" fmla="*/ 0 h 28800"/>
              <a:gd name="textAreaBottom" fmla="*/ 29160 h 28800"/>
              <a:gd name="GluePoint1X" fmla="*/ 0 w 306"/>
              <a:gd name="GluePoint1Y" fmla="*/ 9 h 240"/>
              <a:gd name="GluePoint2X" fmla="*/ 2 w 306"/>
              <a:gd name="GluePoint2Y" fmla="*/ 19 h 240"/>
              <a:gd name="GluePoint3X" fmla="*/ 14 w 306"/>
              <a:gd name="GluePoint3Y" fmla="*/ 9 h 240"/>
              <a:gd name="GluePoint4X" fmla="*/ 14 w 306"/>
              <a:gd name="GluePoint4Y" fmla="*/ 0 h 240"/>
              <a:gd name="GluePoint5X" fmla="*/ 0 w 306"/>
              <a:gd name="GluePoint5Y" fmla="*/ 9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5840" rIns="90000" bIns="-15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06" name="AutoShape 1010"/>
          <p:cNvSpPr/>
          <p:nvPr/>
        </p:nvSpPr>
        <p:spPr>
          <a:xfrm>
            <a:off x="10091520" y="5476680"/>
            <a:ext cx="143640" cy="21600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29160" rIns="90000" bIns="-291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AutoShape 1011"/>
          <p:cNvSpPr/>
          <p:nvPr/>
        </p:nvSpPr>
        <p:spPr>
          <a:xfrm>
            <a:off x="10100160" y="5482440"/>
            <a:ext cx="127800" cy="1116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4546A"/>
              </a:gs>
              <a:gs pos="100000">
                <a:srgbClr val="E7E6E6"/>
              </a:gs>
            </a:gsLst>
            <a:lin ang="0"/>
          </a:gra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36720" rIns="90000" bIns="-3672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Oval 1012"/>
          <p:cNvSpPr/>
          <p:nvPr/>
        </p:nvSpPr>
        <p:spPr>
          <a:xfrm>
            <a:off x="10112040" y="5434200"/>
            <a:ext cx="18720" cy="20160"/>
          </a:xfrm>
          <a:prstGeom prst="ellipse">
            <a:avLst/>
          </a:prstGeom>
          <a:solidFill>
            <a:srgbClr val="33CC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30600" rIns="90000" bIns="-306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Oval 1013"/>
          <p:cNvSpPr/>
          <p:nvPr/>
        </p:nvSpPr>
        <p:spPr>
          <a:xfrm>
            <a:off x="10133640" y="5434200"/>
            <a:ext cx="18720" cy="2016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30600" rIns="90000" bIns="-30600" anchor="ctr">
            <a:noAutofit/>
          </a:bodyPr>
          <a:p>
            <a:endParaRPr lang="en-US" sz="1800" b="0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Oval 1014"/>
          <p:cNvSpPr/>
          <p:nvPr/>
        </p:nvSpPr>
        <p:spPr>
          <a:xfrm>
            <a:off x="10153800" y="5434200"/>
            <a:ext cx="18720" cy="20160"/>
          </a:xfrm>
          <a:prstGeom prst="ellipse">
            <a:avLst/>
          </a:prstGeom>
          <a:solidFill>
            <a:srgbClr val="33CC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30600" rIns="90000" bIns="-306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Rectangle 1015"/>
          <p:cNvSpPr/>
          <p:nvPr/>
        </p:nvSpPr>
        <p:spPr>
          <a:xfrm>
            <a:off x="10203120" y="5354640"/>
            <a:ext cx="9360" cy="110160"/>
          </a:xfrm>
          <a:prstGeom prst="rect">
            <a:avLst/>
          </a:prstGeom>
          <a:solidFill>
            <a:srgbClr val="29292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2" name="Group 590"/>
          <p:cNvGrpSpPr/>
          <p:nvPr/>
        </p:nvGrpSpPr>
        <p:grpSpPr>
          <a:xfrm>
            <a:off x="7848000" y="4794480"/>
            <a:ext cx="345240" cy="320040"/>
            <a:chOff x="7848000" y="4794480"/>
            <a:chExt cx="345240" cy="320040"/>
          </a:xfrm>
        </p:grpSpPr>
        <p:pic>
          <p:nvPicPr>
            <p:cNvPr id="1013" name="Picture 591" descr="desktop_computer_stylized_medium"/>
            <p:cNvPicPr/>
            <p:nvPr/>
          </p:nvPicPr>
          <p:blipFill>
            <a:blip r:embed="rId34"/>
            <a:stretch/>
          </p:blipFill>
          <p:spPr>
            <a:xfrm flipH="1">
              <a:off x="7848000" y="4794480"/>
              <a:ext cx="345240" cy="320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14" name="Freeform 592"/>
            <p:cNvSpPr/>
            <p:nvPr/>
          </p:nvSpPr>
          <p:spPr>
            <a:xfrm flipH="1">
              <a:off x="7995240" y="4825080"/>
              <a:ext cx="162720" cy="146520"/>
            </a:xfrm>
            <a:custGeom>
              <a:avLst/>
              <a:gdLst>
                <a:gd name="textAreaLeft" fmla="*/ 360 w 162720"/>
                <a:gd name="textAreaRight" fmla="*/ 163440 w 162720"/>
                <a:gd name="textAreaTop" fmla="*/ 0 h 146520"/>
                <a:gd name="textAreaBottom" fmla="*/ 146880 h 146520"/>
                <a:gd name="GluePoint1X" fmla="*/ 0 w 356"/>
                <a:gd name="GluePoint1Y" fmla="*/ 0 h 368"/>
                <a:gd name="GluePoint2X" fmla="*/ 300 w 356"/>
                <a:gd name="GluePoint2Y" fmla="*/ 14 h 368"/>
                <a:gd name="GluePoint3X" fmla="*/ 356 w 356"/>
                <a:gd name="GluePoint3Y" fmla="*/ 294 h 368"/>
                <a:gd name="GluePoint4X" fmla="*/ 78 w 356"/>
                <a:gd name="GluePoint4Y" fmla="*/ 368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015" name="Group 652"/>
          <p:cNvGrpSpPr/>
          <p:nvPr/>
        </p:nvGrpSpPr>
        <p:grpSpPr>
          <a:xfrm>
            <a:off x="7823880" y="1373040"/>
            <a:ext cx="415440" cy="385200"/>
            <a:chOff x="7823880" y="1373040"/>
            <a:chExt cx="415440" cy="385200"/>
          </a:xfrm>
        </p:grpSpPr>
        <p:pic>
          <p:nvPicPr>
            <p:cNvPr id="1016" name="Picture 653" descr="iphone_stylized_small"/>
            <p:cNvPicPr/>
            <p:nvPr/>
          </p:nvPicPr>
          <p:blipFill>
            <a:blip r:embed="rId35"/>
            <a:stretch/>
          </p:blipFill>
          <p:spPr>
            <a:xfrm>
              <a:off x="7983360" y="1430280"/>
              <a:ext cx="136440" cy="327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17" name="Picture 654" descr="antenna_radiation_stylized"/>
            <p:cNvPicPr/>
            <p:nvPr/>
          </p:nvPicPr>
          <p:blipFill>
            <a:blip r:embed="rId36"/>
            <a:stretch/>
          </p:blipFill>
          <p:spPr>
            <a:xfrm>
              <a:off x="7823880" y="1373040"/>
              <a:ext cx="415440" cy="88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018" name="Group 950"/>
          <p:cNvGrpSpPr/>
          <p:nvPr/>
        </p:nvGrpSpPr>
        <p:grpSpPr>
          <a:xfrm>
            <a:off x="10327680" y="4787280"/>
            <a:ext cx="176760" cy="330480"/>
            <a:chOff x="10327680" y="4787280"/>
            <a:chExt cx="176760" cy="330480"/>
          </a:xfrm>
        </p:grpSpPr>
        <p:sp>
          <p:nvSpPr>
            <p:cNvPr id="1019" name="Freeform 951"/>
            <p:cNvSpPr/>
            <p:nvPr/>
          </p:nvSpPr>
          <p:spPr>
            <a:xfrm>
              <a:off x="10468080" y="4787640"/>
              <a:ext cx="34920" cy="31536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15360"/>
                <a:gd name="textAreaBottom" fmla="*/ 315720 h 315360"/>
                <a:gd name="GluePoint1X" fmla="*/ 3 w 354"/>
                <a:gd name="GluePoint1Y" fmla="*/ 0 h 2742"/>
                <a:gd name="GluePoint2X" fmla="*/ 15 w 354"/>
                <a:gd name="GluePoint2Y" fmla="*/ 27 h 2742"/>
                <a:gd name="GluePoint3X" fmla="*/ 15 w 354"/>
                <a:gd name="GluePoint3Y" fmla="*/ 205 h 2742"/>
                <a:gd name="GluePoint4X" fmla="*/ 0 w 354"/>
                <a:gd name="GluePoint4Y" fmla="*/ 215 h 2742"/>
                <a:gd name="GluePoint5X" fmla="*/ 3 w 354"/>
                <a:gd name="GluePoint5Y" fmla="*/ 0 h 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20" name="Rectangle 952"/>
            <p:cNvSpPr/>
            <p:nvPr/>
          </p:nvSpPr>
          <p:spPr>
            <a:xfrm>
              <a:off x="10336320" y="4787280"/>
              <a:ext cx="129600" cy="31500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Freeform 953"/>
            <p:cNvSpPr/>
            <p:nvPr/>
          </p:nvSpPr>
          <p:spPr>
            <a:xfrm>
              <a:off x="10474560" y="4806720"/>
              <a:ext cx="20520" cy="2916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91600"/>
                <a:gd name="textAreaBottom" fmla="*/ 291960 h 291600"/>
                <a:gd name="GluePoint1X" fmla="*/ 2 w 211"/>
                <a:gd name="GluePoint1Y" fmla="*/ 0 h 2537"/>
                <a:gd name="GluePoint2X" fmla="*/ 9 w 211"/>
                <a:gd name="GluePoint2Y" fmla="*/ 18 h 2537"/>
                <a:gd name="GluePoint3X" fmla="*/ 2 w 211"/>
                <a:gd name="GluePoint3Y" fmla="*/ 196 h 2537"/>
                <a:gd name="GluePoint4X" fmla="*/ 2 w 211"/>
                <a:gd name="GluePoint4Y" fmla="*/ 0 h 2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22" name="Freeform 954"/>
            <p:cNvSpPr/>
            <p:nvPr/>
          </p:nvSpPr>
          <p:spPr>
            <a:xfrm>
              <a:off x="10469880" y="4954320"/>
              <a:ext cx="32400" cy="2556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25560"/>
                <a:gd name="textAreaBottom" fmla="*/ 25920 h 25560"/>
                <a:gd name="GluePoint1X" fmla="*/ 2 w 328"/>
                <a:gd name="GluePoint1Y" fmla="*/ 0 h 226"/>
                <a:gd name="GluePoint2X" fmla="*/ 14 w 328"/>
                <a:gd name="GluePoint2Y" fmla="*/ 11 h 226"/>
                <a:gd name="GluePoint3X" fmla="*/ 14 w 328"/>
                <a:gd name="GluePoint3Y" fmla="*/ 19 h 226"/>
                <a:gd name="GluePoint4X" fmla="*/ 0 w 328"/>
                <a:gd name="GluePoint4Y" fmla="*/ 8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9080" rIns="90000" bIns="-19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23" name="Rectangle 955"/>
            <p:cNvSpPr/>
            <p:nvPr/>
          </p:nvSpPr>
          <p:spPr>
            <a:xfrm>
              <a:off x="10336320" y="4823280"/>
              <a:ext cx="74160" cy="612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8520" rIns="90000" bIns="-3852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4" name="Group 956"/>
            <p:cNvGrpSpPr/>
            <p:nvPr/>
          </p:nvGrpSpPr>
          <p:grpSpPr>
            <a:xfrm>
              <a:off x="10403280" y="4820040"/>
              <a:ext cx="71640" cy="20520"/>
              <a:chOff x="10403280" y="4820040"/>
              <a:chExt cx="71640" cy="20520"/>
            </a:xfrm>
          </p:grpSpPr>
          <p:sp>
            <p:nvSpPr>
              <p:cNvPr id="1025" name="AutoShape 957"/>
              <p:cNvSpPr/>
              <p:nvPr/>
            </p:nvSpPr>
            <p:spPr>
              <a:xfrm>
                <a:off x="10403280" y="4820040"/>
                <a:ext cx="71640" cy="205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240" rIns="90000" bIns="-3024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6" name="AutoShape 958"/>
              <p:cNvSpPr/>
              <p:nvPr/>
            </p:nvSpPr>
            <p:spPr>
              <a:xfrm>
                <a:off x="10404720" y="4822200"/>
                <a:ext cx="69120" cy="162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3120" rIns="90000" bIns="-3312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7" name="Rectangle 959"/>
            <p:cNvSpPr/>
            <p:nvPr/>
          </p:nvSpPr>
          <p:spPr>
            <a:xfrm>
              <a:off x="10337760" y="4869000"/>
              <a:ext cx="74160" cy="612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8520" rIns="90000" bIns="-3852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8" name="Group 960"/>
            <p:cNvGrpSpPr/>
            <p:nvPr/>
          </p:nvGrpSpPr>
          <p:grpSpPr>
            <a:xfrm>
              <a:off x="10403280" y="4864680"/>
              <a:ext cx="71640" cy="18000"/>
              <a:chOff x="10403280" y="4864680"/>
              <a:chExt cx="71640" cy="18000"/>
            </a:xfrm>
          </p:grpSpPr>
          <p:sp>
            <p:nvSpPr>
              <p:cNvPr id="1029" name="AutoShape 961"/>
              <p:cNvSpPr/>
              <p:nvPr/>
            </p:nvSpPr>
            <p:spPr>
              <a:xfrm>
                <a:off x="10403280" y="4864680"/>
                <a:ext cx="71640" cy="1800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AutoShape 962"/>
              <p:cNvSpPr/>
              <p:nvPr/>
            </p:nvSpPr>
            <p:spPr>
              <a:xfrm>
                <a:off x="10404720" y="4866840"/>
                <a:ext cx="69120" cy="140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4560" rIns="90000" bIns="-345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1" name="Rectangle 963"/>
            <p:cNvSpPr/>
            <p:nvPr/>
          </p:nvSpPr>
          <p:spPr>
            <a:xfrm>
              <a:off x="10337760" y="4915080"/>
              <a:ext cx="74160" cy="612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8520" rIns="90000" bIns="-3852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Rectangle 964"/>
            <p:cNvSpPr/>
            <p:nvPr/>
          </p:nvSpPr>
          <p:spPr>
            <a:xfrm>
              <a:off x="10338840" y="4956480"/>
              <a:ext cx="74160" cy="612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8520" rIns="90000" bIns="-3852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3" name="Group 965"/>
            <p:cNvGrpSpPr/>
            <p:nvPr/>
          </p:nvGrpSpPr>
          <p:grpSpPr>
            <a:xfrm>
              <a:off x="10402200" y="4955400"/>
              <a:ext cx="71640" cy="18360"/>
              <a:chOff x="10402200" y="4955400"/>
              <a:chExt cx="71640" cy="18360"/>
            </a:xfrm>
          </p:grpSpPr>
          <p:sp>
            <p:nvSpPr>
              <p:cNvPr id="1034" name="AutoShape 966"/>
              <p:cNvSpPr/>
              <p:nvPr/>
            </p:nvSpPr>
            <p:spPr>
              <a:xfrm>
                <a:off x="10402200" y="4955400"/>
                <a:ext cx="71640" cy="1836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1680" rIns="90000" bIns="-3168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AutoShape 967"/>
              <p:cNvSpPr/>
              <p:nvPr/>
            </p:nvSpPr>
            <p:spPr>
              <a:xfrm>
                <a:off x="10403280" y="4955400"/>
                <a:ext cx="69120" cy="158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3480" rIns="90000" bIns="-3348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6" name="Freeform 968"/>
            <p:cNvSpPr/>
            <p:nvPr/>
          </p:nvSpPr>
          <p:spPr>
            <a:xfrm>
              <a:off x="10470600" y="4915080"/>
              <a:ext cx="32400" cy="2556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25560"/>
                <a:gd name="textAreaBottom" fmla="*/ 25920 h 25560"/>
                <a:gd name="GluePoint1X" fmla="*/ 2 w 328"/>
                <a:gd name="GluePoint1Y" fmla="*/ 0 h 226"/>
                <a:gd name="GluePoint2X" fmla="*/ 14 w 328"/>
                <a:gd name="GluePoint2Y" fmla="*/ 10 h 226"/>
                <a:gd name="GluePoint3X" fmla="*/ 14 w 328"/>
                <a:gd name="GluePoint3Y" fmla="*/ 17 h 226"/>
                <a:gd name="GluePoint4X" fmla="*/ 0 w 328"/>
                <a:gd name="GluePoint4Y" fmla="*/ 7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9080" rIns="90000" bIns="-19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37" name="Group 969"/>
            <p:cNvGrpSpPr/>
            <p:nvPr/>
          </p:nvGrpSpPr>
          <p:grpSpPr>
            <a:xfrm>
              <a:off x="10402200" y="4911840"/>
              <a:ext cx="72720" cy="18000"/>
              <a:chOff x="10402200" y="4911840"/>
              <a:chExt cx="72720" cy="18000"/>
            </a:xfrm>
          </p:grpSpPr>
          <p:sp>
            <p:nvSpPr>
              <p:cNvPr id="1038" name="AutoShape 970"/>
              <p:cNvSpPr/>
              <p:nvPr/>
            </p:nvSpPr>
            <p:spPr>
              <a:xfrm>
                <a:off x="10402200" y="4911840"/>
                <a:ext cx="72720" cy="1800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9" name="AutoShape 971"/>
              <p:cNvSpPr/>
              <p:nvPr/>
            </p:nvSpPr>
            <p:spPr>
              <a:xfrm>
                <a:off x="10403280" y="4914000"/>
                <a:ext cx="71640" cy="140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4560" rIns="90000" bIns="-345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0" name="Rectangle 972"/>
            <p:cNvSpPr/>
            <p:nvPr/>
          </p:nvSpPr>
          <p:spPr>
            <a:xfrm>
              <a:off x="10465200" y="4787280"/>
              <a:ext cx="8280" cy="31500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Freeform 973"/>
            <p:cNvSpPr/>
            <p:nvPr/>
          </p:nvSpPr>
          <p:spPr>
            <a:xfrm>
              <a:off x="10473480" y="4867200"/>
              <a:ext cx="29160" cy="2916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9160"/>
                <a:gd name="textAreaBottom" fmla="*/ 29520 h 29160"/>
                <a:gd name="GluePoint1X" fmla="*/ 2 w 296"/>
                <a:gd name="GluePoint1Y" fmla="*/ 0 h 256"/>
                <a:gd name="GluePoint2X" fmla="*/ 14 w 296"/>
                <a:gd name="GluePoint2Y" fmla="*/ 10 h 256"/>
                <a:gd name="GluePoint3X" fmla="*/ 14 w 296"/>
                <a:gd name="GluePoint3Y" fmla="*/ 19 h 256"/>
                <a:gd name="GluePoint4X" fmla="*/ 0 w 296"/>
                <a:gd name="GluePoint4Y" fmla="*/ 7 h 256"/>
                <a:gd name="GluePoint5X" fmla="*/ 2 w 296"/>
                <a:gd name="GluePoint5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5480" rIns="90000" bIns="-154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2" name="Freeform 974"/>
            <p:cNvSpPr/>
            <p:nvPr/>
          </p:nvSpPr>
          <p:spPr>
            <a:xfrm>
              <a:off x="10473840" y="4821840"/>
              <a:ext cx="29880" cy="3276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32760"/>
                <a:gd name="textAreaBottom" fmla="*/ 33120 h 32760"/>
                <a:gd name="GluePoint1X" fmla="*/ 0 w 304"/>
                <a:gd name="GluePoint1Y" fmla="*/ 0 h 288"/>
                <a:gd name="GluePoint2X" fmla="*/ 14 w 304"/>
                <a:gd name="GluePoint2Y" fmla="*/ 13 h 288"/>
                <a:gd name="GluePoint3X" fmla="*/ 13 w 304"/>
                <a:gd name="GluePoint3Y" fmla="*/ 23 h 288"/>
                <a:gd name="GluePoint4X" fmla="*/ 2 w 304"/>
                <a:gd name="GluePoint4Y" fmla="*/ 10 h 288"/>
                <a:gd name="GluePoint5X" fmla="*/ 0 w 304"/>
                <a:gd name="GluePoint5Y" fmla="*/ 0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1880" rIns="90000" bIns="-118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3" name="Oval 975"/>
            <p:cNvSpPr/>
            <p:nvPr/>
          </p:nvSpPr>
          <p:spPr>
            <a:xfrm>
              <a:off x="10498680" y="5088600"/>
              <a:ext cx="5760" cy="1260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6000" rIns="90000" bIns="-360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4" name="Freeform 976"/>
            <p:cNvSpPr/>
            <p:nvPr/>
          </p:nvSpPr>
          <p:spPr>
            <a:xfrm>
              <a:off x="10472040" y="5088960"/>
              <a:ext cx="30240" cy="2736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27360"/>
                <a:gd name="textAreaBottom" fmla="*/ 27720 h 27360"/>
                <a:gd name="GluePoint1X" fmla="*/ 0 w 306"/>
                <a:gd name="GluePoint1Y" fmla="*/ 9 h 240"/>
                <a:gd name="GluePoint2X" fmla="*/ 2 w 306"/>
                <a:gd name="GluePoint2Y" fmla="*/ 19 h 240"/>
                <a:gd name="GluePoint3X" fmla="*/ 14 w 306"/>
                <a:gd name="GluePoint3Y" fmla="*/ 9 h 240"/>
                <a:gd name="GluePoint4X" fmla="*/ 14 w 306"/>
                <a:gd name="GluePoint4Y" fmla="*/ 0 h 240"/>
                <a:gd name="GluePoint5X" fmla="*/ 0 w 306"/>
                <a:gd name="GluePoint5Y" fmla="*/ 9 h 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7280" rIns="90000" bIns="-172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5" name="AutoShape 977"/>
            <p:cNvSpPr/>
            <p:nvPr/>
          </p:nvSpPr>
          <p:spPr>
            <a:xfrm>
              <a:off x="10327680" y="5097240"/>
              <a:ext cx="148320" cy="2052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0240" rIns="90000" bIns="-302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6" name="AutoShape 978"/>
            <p:cNvSpPr/>
            <p:nvPr/>
          </p:nvSpPr>
          <p:spPr>
            <a:xfrm>
              <a:off x="10336320" y="5102640"/>
              <a:ext cx="132120" cy="1044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7440" rIns="90000" bIns="-374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7" name="Oval 979"/>
            <p:cNvSpPr/>
            <p:nvPr/>
          </p:nvSpPr>
          <p:spPr>
            <a:xfrm>
              <a:off x="10348920" y="5056920"/>
              <a:ext cx="19440" cy="190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0960" rIns="90000" bIns="-309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8" name="Oval 980"/>
            <p:cNvSpPr/>
            <p:nvPr/>
          </p:nvSpPr>
          <p:spPr>
            <a:xfrm>
              <a:off x="10371240" y="5056920"/>
              <a:ext cx="19440" cy="1908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0960" rIns="90000" bIns="-30960" anchor="ctr">
              <a:noAutofit/>
            </a:bodyPr>
            <a:p>
              <a:endParaRPr lang="en-US" sz="1800" b="0" u="none" strike="noStrik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9" name="Oval 981"/>
            <p:cNvSpPr/>
            <p:nvPr/>
          </p:nvSpPr>
          <p:spPr>
            <a:xfrm>
              <a:off x="10392120" y="5056920"/>
              <a:ext cx="19440" cy="190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0960" rIns="90000" bIns="-309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0" name="Rectangle 982"/>
            <p:cNvSpPr/>
            <p:nvPr/>
          </p:nvSpPr>
          <p:spPr>
            <a:xfrm>
              <a:off x="10442880" y="4981680"/>
              <a:ext cx="9720" cy="10440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1" name="Group 403"/>
          <p:cNvGrpSpPr/>
          <p:nvPr/>
        </p:nvGrpSpPr>
        <p:grpSpPr>
          <a:xfrm>
            <a:off x="6645600" y="2199600"/>
            <a:ext cx="1037520" cy="1005480"/>
            <a:chOff x="6645600" y="2199600"/>
            <a:chExt cx="1037520" cy="1005480"/>
          </a:xfrm>
        </p:grpSpPr>
        <p:sp>
          <p:nvSpPr>
            <p:cNvPr id="1052" name="Freeform 917"/>
            <p:cNvSpPr/>
            <p:nvPr/>
          </p:nvSpPr>
          <p:spPr>
            <a:xfrm flipH="1">
              <a:off x="7364160" y="2213640"/>
              <a:ext cx="318600" cy="942480"/>
            </a:xfrm>
            <a:custGeom>
              <a:avLst/>
              <a:gdLst>
                <a:gd name="textAreaLeft" fmla="*/ -360 w 318600"/>
                <a:gd name="textAreaRight" fmla="*/ 318600 w 318600"/>
                <a:gd name="textAreaTop" fmla="*/ 0 h 942480"/>
                <a:gd name="textAreaBottom" fmla="*/ 942840 h 942480"/>
                <a:gd name="GluePoint1X" fmla="*/ 2669 w 10319"/>
                <a:gd name="GluePoint1Y" fmla="*/ 10279 h 10279"/>
                <a:gd name="GluePoint2X" fmla="*/ 0 w 10319"/>
                <a:gd name="GluePoint2Y" fmla="*/ 9878 h 10279"/>
                <a:gd name="GluePoint3X" fmla="*/ 10319 w 10319"/>
                <a:gd name="GluePoint3Y" fmla="*/ 0 h 10279"/>
                <a:gd name="GluePoint4X" fmla="*/ 10319 w 10319"/>
                <a:gd name="GluePoint4Y" fmla="*/ 8912 h 10279"/>
                <a:gd name="GluePoint5X" fmla="*/ 2669 w 10319"/>
                <a:gd name="GluePoint5Y" fmla="*/ 10279 h 102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319" h="1027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99000">
                  <a:srgbClr val="BFBFB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53" name="Group 405"/>
            <p:cNvGrpSpPr/>
            <p:nvPr/>
          </p:nvGrpSpPr>
          <p:grpSpPr>
            <a:xfrm>
              <a:off x="6645600" y="2199600"/>
              <a:ext cx="763920" cy="1005480"/>
              <a:chOff x="6645600" y="2199600"/>
              <a:chExt cx="763920" cy="1005480"/>
            </a:xfrm>
          </p:grpSpPr>
          <p:sp>
            <p:nvSpPr>
              <p:cNvPr id="1054" name="Rectangle 228"/>
              <p:cNvSpPr/>
              <p:nvPr/>
            </p:nvSpPr>
            <p:spPr>
              <a:xfrm>
                <a:off x="6715440" y="2235600"/>
                <a:ext cx="647640" cy="77688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  <a:effectLst>
                <a:outerShdw algn="tl" blurRad="50760" dir="2700000" dist="37674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5" name="Rectangle 229"/>
              <p:cNvSpPr/>
              <p:nvPr/>
            </p:nvSpPr>
            <p:spPr>
              <a:xfrm>
                <a:off x="6716160" y="2550600"/>
                <a:ext cx="648360" cy="158400"/>
              </a:xfrm>
              <a:prstGeom prst="rect">
                <a:avLst/>
              </a:prstGeom>
              <a:solidFill>
                <a:srgbClr val="CC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6" name="Text Box 230"/>
              <p:cNvSpPr/>
              <p:nvPr/>
            </p:nvSpPr>
            <p:spPr>
              <a:xfrm>
                <a:off x="6645600" y="2199600"/>
                <a:ext cx="763920" cy="100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application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transport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  <a:ea typeface="ＭＳ Ｐゴシック"/>
                  </a:rPr>
                  <a:t>network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link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physical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057" name="Straight Connector 409"/>
              <p:cNvCxnSpPr/>
              <p:nvPr/>
            </p:nvCxnSpPr>
            <p:spPr>
              <a:xfrm>
                <a:off x="6712200" y="2404440"/>
                <a:ext cx="646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cxnSp>
            <p:nvCxnSpPr>
              <p:cNvPr id="1058" name="Straight Connector 410"/>
              <p:cNvCxnSpPr/>
              <p:nvPr/>
            </p:nvCxnSpPr>
            <p:spPr>
              <a:xfrm>
                <a:off x="6712200" y="2553840"/>
                <a:ext cx="646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cxnSp>
            <p:nvCxnSpPr>
              <p:cNvPr id="1059" name="Straight Connector 411"/>
              <p:cNvCxnSpPr/>
              <p:nvPr/>
            </p:nvCxnSpPr>
            <p:spPr>
              <a:xfrm>
                <a:off x="6712200" y="2702880"/>
                <a:ext cx="646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cxnSp>
            <p:nvCxnSpPr>
              <p:cNvPr id="1060" name="Straight Connector 412"/>
              <p:cNvCxnSpPr/>
              <p:nvPr/>
            </p:nvCxnSpPr>
            <p:spPr>
              <a:xfrm>
                <a:off x="6712200" y="2852280"/>
                <a:ext cx="646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</p:grpSp>
      </p:grpSp>
      <p:grpSp>
        <p:nvGrpSpPr>
          <p:cNvPr id="1061" name="Group 413"/>
          <p:cNvGrpSpPr/>
          <p:nvPr/>
        </p:nvGrpSpPr>
        <p:grpSpPr>
          <a:xfrm>
            <a:off x="10275840" y="4871160"/>
            <a:ext cx="970200" cy="1005480"/>
            <a:chOff x="10275840" y="4871160"/>
            <a:chExt cx="970200" cy="1005480"/>
          </a:xfrm>
        </p:grpSpPr>
        <p:sp>
          <p:nvSpPr>
            <p:cNvPr id="1062" name="Freeform 917"/>
            <p:cNvSpPr/>
            <p:nvPr/>
          </p:nvSpPr>
          <p:spPr>
            <a:xfrm>
              <a:off x="10275840" y="4911120"/>
              <a:ext cx="280800" cy="77292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772920"/>
                <a:gd name="textAreaBottom" fmla="*/ 773280 h 772920"/>
                <a:gd name="GluePoint1X" fmla="*/ 112 w 10001"/>
                <a:gd name="GluePoint1Y" fmla="*/ 7638 h 10000"/>
                <a:gd name="GluePoint2X" fmla="*/ 0 w 10001"/>
                <a:gd name="GluePoint2Y" fmla="*/ 6834 h 10000"/>
                <a:gd name="GluePoint3X" fmla="*/ 9647 w 10001"/>
                <a:gd name="GluePoint3Y" fmla="*/ 0 h 10000"/>
                <a:gd name="GluePoint4X" fmla="*/ 9986 w 10001"/>
                <a:gd name="GluePoint4Y" fmla="*/ 10000 h 10000"/>
                <a:gd name="GluePoint5X" fmla="*/ 112 w 10001"/>
                <a:gd name="GluePoint5Y" fmla="*/ 7638 h 100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001" h="10000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99000">
                  <a:srgbClr val="BFBFB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63" name="Group 415"/>
            <p:cNvGrpSpPr/>
            <p:nvPr/>
          </p:nvGrpSpPr>
          <p:grpSpPr>
            <a:xfrm>
              <a:off x="10482120" y="4871160"/>
              <a:ext cx="763920" cy="1005480"/>
              <a:chOff x="10482120" y="4871160"/>
              <a:chExt cx="763920" cy="1005480"/>
            </a:xfrm>
          </p:grpSpPr>
          <p:sp>
            <p:nvSpPr>
              <p:cNvPr id="1064" name="Rectangle 228"/>
              <p:cNvSpPr/>
              <p:nvPr/>
            </p:nvSpPr>
            <p:spPr>
              <a:xfrm>
                <a:off x="10551960" y="4907160"/>
                <a:ext cx="647640" cy="77688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  <a:effectLst>
                <a:outerShdw algn="tl" blurRad="50760" dir="2700000" dist="37674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5" name="Rectangle 229"/>
              <p:cNvSpPr/>
              <p:nvPr/>
            </p:nvSpPr>
            <p:spPr>
              <a:xfrm>
                <a:off x="10552680" y="5222160"/>
                <a:ext cx="648360" cy="158400"/>
              </a:xfrm>
              <a:prstGeom prst="rect">
                <a:avLst/>
              </a:prstGeom>
              <a:solidFill>
                <a:srgbClr val="CC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Text Box 230"/>
              <p:cNvSpPr/>
              <p:nvPr/>
            </p:nvSpPr>
            <p:spPr>
              <a:xfrm>
                <a:off x="10482120" y="4871160"/>
                <a:ext cx="763920" cy="100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application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transport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  <a:ea typeface="ＭＳ Ｐゴシック"/>
                  </a:rPr>
                  <a:t>network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link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physical</a:t>
                </a:r>
                <a:endParaRPr lang="en-US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067" name="Straight Connector 419"/>
              <p:cNvCxnSpPr/>
              <p:nvPr/>
            </p:nvCxnSpPr>
            <p:spPr>
              <a:xfrm>
                <a:off x="10548720" y="5076000"/>
                <a:ext cx="646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cxnSp>
            <p:nvCxnSpPr>
              <p:cNvPr id="1068" name="Straight Connector 420"/>
              <p:cNvCxnSpPr/>
              <p:nvPr/>
            </p:nvCxnSpPr>
            <p:spPr>
              <a:xfrm>
                <a:off x="10548720" y="5225400"/>
                <a:ext cx="646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cxnSp>
            <p:nvCxnSpPr>
              <p:cNvPr id="1069" name="Straight Connector 421"/>
              <p:cNvCxnSpPr/>
              <p:nvPr/>
            </p:nvCxnSpPr>
            <p:spPr>
              <a:xfrm>
                <a:off x="10548720" y="5374440"/>
                <a:ext cx="646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cxnSp>
            <p:nvCxnSpPr>
              <p:cNvPr id="1070" name="Straight Connector 422"/>
              <p:cNvCxnSpPr/>
              <p:nvPr/>
            </p:nvCxnSpPr>
            <p:spPr>
              <a:xfrm>
                <a:off x="10548720" y="5523840"/>
                <a:ext cx="646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</p:grpSp>
      </p:grpSp>
      <p:grpSp>
        <p:nvGrpSpPr>
          <p:cNvPr id="1071" name="Group 950"/>
          <p:cNvGrpSpPr/>
          <p:nvPr/>
        </p:nvGrpSpPr>
        <p:grpSpPr>
          <a:xfrm>
            <a:off x="10076400" y="5129640"/>
            <a:ext cx="214560" cy="403560"/>
            <a:chOff x="10076400" y="5129640"/>
            <a:chExt cx="214560" cy="403560"/>
          </a:xfrm>
        </p:grpSpPr>
        <p:sp>
          <p:nvSpPr>
            <p:cNvPr id="1072" name="Freeform 951"/>
            <p:cNvSpPr/>
            <p:nvPr/>
          </p:nvSpPr>
          <p:spPr>
            <a:xfrm>
              <a:off x="10246320" y="5130360"/>
              <a:ext cx="42480" cy="38484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384840"/>
                <a:gd name="textAreaBottom" fmla="*/ 385200 h 384840"/>
                <a:gd name="GluePoint1X" fmla="*/ 3 w 354"/>
                <a:gd name="GluePoint1Y" fmla="*/ 0 h 2742"/>
                <a:gd name="GluePoint2X" fmla="*/ 15 w 354"/>
                <a:gd name="GluePoint2Y" fmla="*/ 27 h 2742"/>
                <a:gd name="GluePoint3X" fmla="*/ 15 w 354"/>
                <a:gd name="GluePoint3Y" fmla="*/ 205 h 2742"/>
                <a:gd name="GluePoint4X" fmla="*/ 0 w 354"/>
                <a:gd name="GluePoint4Y" fmla="*/ 215 h 2742"/>
                <a:gd name="GluePoint5X" fmla="*/ 3 w 354"/>
                <a:gd name="GluePoint5Y" fmla="*/ 0 h 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73" name="Rectangle 952"/>
            <p:cNvSpPr/>
            <p:nvPr/>
          </p:nvSpPr>
          <p:spPr>
            <a:xfrm>
              <a:off x="10086840" y="5129640"/>
              <a:ext cx="157320" cy="38484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Freeform 953"/>
            <p:cNvSpPr/>
            <p:nvPr/>
          </p:nvSpPr>
          <p:spPr>
            <a:xfrm>
              <a:off x="10254240" y="5153400"/>
              <a:ext cx="25200" cy="35604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356040"/>
                <a:gd name="textAreaBottom" fmla="*/ 356400 h 356040"/>
                <a:gd name="GluePoint1X" fmla="*/ 2 w 211"/>
                <a:gd name="GluePoint1Y" fmla="*/ 0 h 2537"/>
                <a:gd name="GluePoint2X" fmla="*/ 9 w 211"/>
                <a:gd name="GluePoint2Y" fmla="*/ 18 h 2537"/>
                <a:gd name="GluePoint3X" fmla="*/ 2 w 211"/>
                <a:gd name="GluePoint3Y" fmla="*/ 196 h 2537"/>
                <a:gd name="GluePoint4X" fmla="*/ 2 w 211"/>
                <a:gd name="GluePoint4Y" fmla="*/ 0 h 2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75" name="Freeform 954"/>
            <p:cNvSpPr/>
            <p:nvPr/>
          </p:nvSpPr>
          <p:spPr>
            <a:xfrm>
              <a:off x="10248840" y="5333760"/>
              <a:ext cx="39240" cy="3168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1680"/>
                <a:gd name="textAreaBottom" fmla="*/ 32040 h 31680"/>
                <a:gd name="GluePoint1X" fmla="*/ 2 w 328"/>
                <a:gd name="GluePoint1Y" fmla="*/ 0 h 226"/>
                <a:gd name="GluePoint2X" fmla="*/ 14 w 328"/>
                <a:gd name="GluePoint2Y" fmla="*/ 11 h 226"/>
                <a:gd name="GluePoint3X" fmla="*/ 14 w 328"/>
                <a:gd name="GluePoint3Y" fmla="*/ 19 h 226"/>
                <a:gd name="GluePoint4X" fmla="*/ 0 w 328"/>
                <a:gd name="GluePoint4Y" fmla="*/ 8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2960" rIns="90000" bIns="-129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76" name="Rectangle 955"/>
            <p:cNvSpPr/>
            <p:nvPr/>
          </p:nvSpPr>
          <p:spPr>
            <a:xfrm>
              <a:off x="10086840" y="5173560"/>
              <a:ext cx="90000" cy="75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7080" rIns="90000" bIns="-3708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7" name="Group 956"/>
            <p:cNvGrpSpPr/>
            <p:nvPr/>
          </p:nvGrpSpPr>
          <p:grpSpPr>
            <a:xfrm>
              <a:off x="10167840" y="5169600"/>
              <a:ext cx="86760" cy="24840"/>
              <a:chOff x="10167840" y="5169600"/>
              <a:chExt cx="86760" cy="24840"/>
            </a:xfrm>
          </p:grpSpPr>
          <p:sp>
            <p:nvSpPr>
              <p:cNvPr id="1078" name="AutoShape 957"/>
              <p:cNvSpPr/>
              <p:nvPr/>
            </p:nvSpPr>
            <p:spPr>
              <a:xfrm>
                <a:off x="10167840" y="5169600"/>
                <a:ext cx="86760" cy="248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7360" rIns="90000" bIns="-273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AutoShape 958"/>
              <p:cNvSpPr/>
              <p:nvPr/>
            </p:nvSpPr>
            <p:spPr>
              <a:xfrm>
                <a:off x="10169280" y="5172120"/>
                <a:ext cx="83880" cy="198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0" name="Rectangle 959"/>
            <p:cNvSpPr/>
            <p:nvPr/>
          </p:nvSpPr>
          <p:spPr>
            <a:xfrm>
              <a:off x="10088280" y="5229720"/>
              <a:ext cx="90000" cy="75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7080" rIns="90000" bIns="-3708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1" name="Group 960"/>
            <p:cNvGrpSpPr/>
            <p:nvPr/>
          </p:nvGrpSpPr>
          <p:grpSpPr>
            <a:xfrm>
              <a:off x="10167840" y="5224320"/>
              <a:ext cx="86760" cy="22320"/>
              <a:chOff x="10167840" y="5224320"/>
              <a:chExt cx="86760" cy="22320"/>
            </a:xfrm>
          </p:grpSpPr>
          <p:sp>
            <p:nvSpPr>
              <p:cNvPr id="1082" name="AutoShape 961"/>
              <p:cNvSpPr/>
              <p:nvPr/>
            </p:nvSpPr>
            <p:spPr>
              <a:xfrm>
                <a:off x="10167840" y="5224320"/>
                <a:ext cx="86760" cy="223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9160" rIns="90000" bIns="-291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AutoShape 962"/>
              <p:cNvSpPr/>
              <p:nvPr/>
            </p:nvSpPr>
            <p:spPr>
              <a:xfrm>
                <a:off x="10169640" y="5227200"/>
                <a:ext cx="83880" cy="1692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3120" rIns="90000" bIns="-3312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4" name="Rectangle 963"/>
            <p:cNvSpPr/>
            <p:nvPr/>
          </p:nvSpPr>
          <p:spPr>
            <a:xfrm>
              <a:off x="10088280" y="5285520"/>
              <a:ext cx="90000" cy="75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7080" rIns="90000" bIns="-3708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Rectangle 964"/>
            <p:cNvSpPr/>
            <p:nvPr/>
          </p:nvSpPr>
          <p:spPr>
            <a:xfrm>
              <a:off x="10089720" y="5336280"/>
              <a:ext cx="90000" cy="75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7080" rIns="90000" bIns="-3708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6" name="Group 965"/>
            <p:cNvGrpSpPr/>
            <p:nvPr/>
          </p:nvGrpSpPr>
          <p:grpSpPr>
            <a:xfrm>
              <a:off x="10166400" y="5334840"/>
              <a:ext cx="86760" cy="22320"/>
              <a:chOff x="10166400" y="5334840"/>
              <a:chExt cx="86760" cy="22320"/>
            </a:xfrm>
          </p:grpSpPr>
          <p:sp>
            <p:nvSpPr>
              <p:cNvPr id="1087" name="AutoShape 966"/>
              <p:cNvSpPr/>
              <p:nvPr/>
            </p:nvSpPr>
            <p:spPr>
              <a:xfrm>
                <a:off x="10166400" y="5334840"/>
                <a:ext cx="86760" cy="223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9160" rIns="90000" bIns="-291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" name="AutoShape 967"/>
              <p:cNvSpPr/>
              <p:nvPr/>
            </p:nvSpPr>
            <p:spPr>
              <a:xfrm>
                <a:off x="10167840" y="5334840"/>
                <a:ext cx="83880" cy="194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1320" rIns="90000" bIns="-3132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9" name="Freeform 968"/>
            <p:cNvSpPr/>
            <p:nvPr/>
          </p:nvSpPr>
          <p:spPr>
            <a:xfrm>
              <a:off x="10249560" y="5285520"/>
              <a:ext cx="39240" cy="3132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1320"/>
                <a:gd name="textAreaBottom" fmla="*/ 31680 h 31320"/>
                <a:gd name="GluePoint1X" fmla="*/ 2 w 328"/>
                <a:gd name="GluePoint1Y" fmla="*/ 0 h 226"/>
                <a:gd name="GluePoint2X" fmla="*/ 14 w 328"/>
                <a:gd name="GluePoint2Y" fmla="*/ 10 h 226"/>
                <a:gd name="GluePoint3X" fmla="*/ 14 w 328"/>
                <a:gd name="GluePoint3Y" fmla="*/ 17 h 226"/>
                <a:gd name="GluePoint4X" fmla="*/ 0 w 328"/>
                <a:gd name="GluePoint4Y" fmla="*/ 7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3320" rIns="90000" bIns="-133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90" name="Group 969"/>
            <p:cNvGrpSpPr/>
            <p:nvPr/>
          </p:nvGrpSpPr>
          <p:grpSpPr>
            <a:xfrm>
              <a:off x="10166400" y="5281560"/>
              <a:ext cx="88200" cy="22320"/>
              <a:chOff x="10166400" y="5281560"/>
              <a:chExt cx="88200" cy="22320"/>
            </a:xfrm>
          </p:grpSpPr>
          <p:sp>
            <p:nvSpPr>
              <p:cNvPr id="1091" name="AutoShape 970"/>
              <p:cNvSpPr/>
              <p:nvPr/>
            </p:nvSpPr>
            <p:spPr>
              <a:xfrm>
                <a:off x="10166400" y="5281560"/>
                <a:ext cx="88200" cy="223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9160" rIns="90000" bIns="-291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2" name="AutoShape 971"/>
              <p:cNvSpPr/>
              <p:nvPr/>
            </p:nvSpPr>
            <p:spPr>
              <a:xfrm>
                <a:off x="10167840" y="5284440"/>
                <a:ext cx="86760" cy="1692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3120" rIns="90000" bIns="-3312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3" name="Rectangle 972"/>
            <p:cNvSpPr/>
            <p:nvPr/>
          </p:nvSpPr>
          <p:spPr>
            <a:xfrm>
              <a:off x="10243080" y="5129640"/>
              <a:ext cx="10080" cy="38484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4" name="Freeform 973"/>
            <p:cNvSpPr/>
            <p:nvPr/>
          </p:nvSpPr>
          <p:spPr>
            <a:xfrm>
              <a:off x="10253160" y="5227200"/>
              <a:ext cx="35280" cy="3564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35640"/>
                <a:gd name="textAreaBottom" fmla="*/ 36000 h 35640"/>
                <a:gd name="GluePoint1X" fmla="*/ 2 w 296"/>
                <a:gd name="GluePoint1Y" fmla="*/ 0 h 256"/>
                <a:gd name="GluePoint2X" fmla="*/ 14 w 296"/>
                <a:gd name="GluePoint2Y" fmla="*/ 10 h 256"/>
                <a:gd name="GluePoint3X" fmla="*/ 14 w 296"/>
                <a:gd name="GluePoint3Y" fmla="*/ 19 h 256"/>
                <a:gd name="GluePoint4X" fmla="*/ 0 w 296"/>
                <a:gd name="GluePoint4Y" fmla="*/ 7 h 256"/>
                <a:gd name="GluePoint5X" fmla="*/ 2 w 296"/>
                <a:gd name="GluePoint5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9000" rIns="90000" bIns="-9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95" name="Freeform 974"/>
            <p:cNvSpPr/>
            <p:nvPr/>
          </p:nvSpPr>
          <p:spPr>
            <a:xfrm>
              <a:off x="10253520" y="5172120"/>
              <a:ext cx="36360" cy="3996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39960"/>
                <a:gd name="textAreaBottom" fmla="*/ 40320 h 39960"/>
                <a:gd name="GluePoint1X" fmla="*/ 0 w 304"/>
                <a:gd name="GluePoint1Y" fmla="*/ 0 h 288"/>
                <a:gd name="GluePoint2X" fmla="*/ 14 w 304"/>
                <a:gd name="GluePoint2Y" fmla="*/ 13 h 288"/>
                <a:gd name="GluePoint3X" fmla="*/ 13 w 304"/>
                <a:gd name="GluePoint3Y" fmla="*/ 23 h 288"/>
                <a:gd name="GluePoint4X" fmla="*/ 2 w 304"/>
                <a:gd name="GluePoint4Y" fmla="*/ 10 h 288"/>
                <a:gd name="GluePoint5X" fmla="*/ 0 w 304"/>
                <a:gd name="GluePoint5Y" fmla="*/ 0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" rIns="90000" bIns="-4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96" name="Oval 975"/>
            <p:cNvSpPr/>
            <p:nvPr/>
          </p:nvSpPr>
          <p:spPr>
            <a:xfrm>
              <a:off x="10283760" y="5497560"/>
              <a:ext cx="7200" cy="1548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Freeform 976"/>
            <p:cNvSpPr/>
            <p:nvPr/>
          </p:nvSpPr>
          <p:spPr>
            <a:xfrm>
              <a:off x="10251720" y="5497920"/>
              <a:ext cx="36720" cy="3348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3480"/>
                <a:gd name="textAreaBottom" fmla="*/ 33840 h 33480"/>
                <a:gd name="GluePoint1X" fmla="*/ 0 w 306"/>
                <a:gd name="GluePoint1Y" fmla="*/ 9 h 240"/>
                <a:gd name="GluePoint2X" fmla="*/ 2 w 306"/>
                <a:gd name="GluePoint2Y" fmla="*/ 19 h 240"/>
                <a:gd name="GluePoint3X" fmla="*/ 14 w 306"/>
                <a:gd name="GluePoint3Y" fmla="*/ 9 h 240"/>
                <a:gd name="GluePoint4X" fmla="*/ 14 w 306"/>
                <a:gd name="GluePoint4Y" fmla="*/ 0 h 240"/>
                <a:gd name="GluePoint5X" fmla="*/ 0 w 306"/>
                <a:gd name="GluePoint5Y" fmla="*/ 9 h 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1160" rIns="90000" bIns="-111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98" name="AutoShape 977"/>
            <p:cNvSpPr/>
            <p:nvPr/>
          </p:nvSpPr>
          <p:spPr>
            <a:xfrm>
              <a:off x="10076400" y="5508360"/>
              <a:ext cx="180000" cy="2484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7360" rIns="90000" bIns="-273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9" name="AutoShape 978"/>
            <p:cNvSpPr/>
            <p:nvPr/>
          </p:nvSpPr>
          <p:spPr>
            <a:xfrm>
              <a:off x="10086840" y="5514840"/>
              <a:ext cx="160560" cy="1296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5640" rIns="90000" bIns="-356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Oval 979"/>
            <p:cNvSpPr/>
            <p:nvPr/>
          </p:nvSpPr>
          <p:spPr>
            <a:xfrm>
              <a:off x="10101600" y="5459040"/>
              <a:ext cx="23760" cy="2340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080" rIns="90000" bIns="-2808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Oval 980"/>
            <p:cNvSpPr/>
            <p:nvPr/>
          </p:nvSpPr>
          <p:spPr>
            <a:xfrm>
              <a:off x="10128960" y="5459040"/>
              <a:ext cx="23760" cy="2340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080" rIns="90000" bIns="-28080" anchor="ctr">
              <a:noAutofit/>
            </a:bodyPr>
            <a:p>
              <a:endParaRPr lang="en-US" sz="1800" b="0" u="none" strike="noStrik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2" name="Oval 981"/>
            <p:cNvSpPr/>
            <p:nvPr/>
          </p:nvSpPr>
          <p:spPr>
            <a:xfrm>
              <a:off x="10154520" y="5459040"/>
              <a:ext cx="23760" cy="2340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080" rIns="90000" bIns="-2808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3" name="Rectangle 982"/>
            <p:cNvSpPr/>
            <p:nvPr/>
          </p:nvSpPr>
          <p:spPr>
            <a:xfrm>
              <a:off x="10216080" y="5367240"/>
              <a:ext cx="11880" cy="12744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04" name="Group 456"/>
          <p:cNvGrpSpPr/>
          <p:nvPr/>
        </p:nvGrpSpPr>
        <p:grpSpPr>
          <a:xfrm>
            <a:off x="9172440" y="3470040"/>
            <a:ext cx="366840" cy="239760"/>
            <a:chOff x="9172440" y="3470040"/>
            <a:chExt cx="366840" cy="239760"/>
          </a:xfrm>
        </p:grpSpPr>
        <p:sp>
          <p:nvSpPr>
            <p:cNvPr id="1105" name="Freeform 457"/>
            <p:cNvSpPr/>
            <p:nvPr/>
          </p:nvSpPr>
          <p:spPr>
            <a:xfrm>
              <a:off x="9172440" y="3553200"/>
              <a:ext cx="366840" cy="156600"/>
            </a:xfrm>
            <a:custGeom>
              <a:avLst/>
              <a:gdLst>
                <a:gd name="textAreaLeft" fmla="*/ 0 w 366840"/>
                <a:gd name="textAreaRight" fmla="*/ 367200 w 366840"/>
                <a:gd name="textAreaTop" fmla="*/ 0 h 156600"/>
                <a:gd name="textAreaBottom" fmla="*/ 156960 h 1566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Oval 458"/>
            <p:cNvSpPr/>
            <p:nvPr/>
          </p:nvSpPr>
          <p:spPr>
            <a:xfrm>
              <a:off x="9172800" y="3470040"/>
              <a:ext cx="366480" cy="1551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7" name="Group 459"/>
            <p:cNvGrpSpPr/>
            <p:nvPr/>
          </p:nvGrpSpPr>
          <p:grpSpPr>
            <a:xfrm>
              <a:off x="9227160" y="3489840"/>
              <a:ext cx="257400" cy="113760"/>
              <a:chOff x="9227160" y="3489840"/>
              <a:chExt cx="257400" cy="113760"/>
            </a:xfrm>
          </p:grpSpPr>
          <p:sp>
            <p:nvSpPr>
              <p:cNvPr id="1108" name="Freeform 460"/>
              <p:cNvSpPr/>
              <p:nvPr/>
            </p:nvSpPr>
            <p:spPr>
              <a:xfrm>
                <a:off x="9234000" y="3489840"/>
                <a:ext cx="244080" cy="63720"/>
              </a:xfrm>
              <a:custGeom>
                <a:avLst/>
                <a:gdLst>
                  <a:gd name="textAreaLeft" fmla="*/ 0 w 244080"/>
                  <a:gd name="textAreaRight" fmla="*/ 244440 w 244080"/>
                  <a:gd name="textAreaTop" fmla="*/ 0 h 63720"/>
                  <a:gd name="textAreaBottom" fmla="*/ 64080 h 6372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9080" rIns="90000" bIns="19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09" name="Freeform 461"/>
              <p:cNvSpPr/>
              <p:nvPr/>
            </p:nvSpPr>
            <p:spPr>
              <a:xfrm>
                <a:off x="9393840" y="3544560"/>
                <a:ext cx="90720" cy="54720"/>
              </a:xfrm>
              <a:custGeom>
                <a:avLst/>
                <a:gdLst>
                  <a:gd name="textAreaLeft" fmla="*/ 0 w 90720"/>
                  <a:gd name="textAreaRight" fmla="*/ 91080 w 90720"/>
                  <a:gd name="textAreaTop" fmla="*/ 0 h 54720"/>
                  <a:gd name="textAreaBottom" fmla="*/ 55080 h 5472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0080" rIns="90000" bIns="10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0" name="Freeform 462"/>
              <p:cNvSpPr/>
              <p:nvPr/>
            </p:nvSpPr>
            <p:spPr>
              <a:xfrm>
                <a:off x="9227160" y="3544560"/>
                <a:ext cx="89280" cy="54000"/>
              </a:xfrm>
              <a:custGeom>
                <a:avLst/>
                <a:gdLst>
                  <a:gd name="textAreaLeft" fmla="*/ 0 w 89280"/>
                  <a:gd name="textAreaRight" fmla="*/ 89640 w 89280"/>
                  <a:gd name="textAreaTop" fmla="*/ 0 h 54000"/>
                  <a:gd name="textAreaBottom" fmla="*/ 54360 h 5400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360" rIns="90000" bIns="9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1" name="Freeform 463"/>
              <p:cNvSpPr/>
              <p:nvPr/>
            </p:nvSpPr>
            <p:spPr>
              <a:xfrm>
                <a:off x="9258120" y="3517560"/>
                <a:ext cx="194400" cy="86040"/>
              </a:xfrm>
              <a:custGeom>
                <a:avLst/>
                <a:gdLst>
                  <a:gd name="textAreaLeft" fmla="*/ 0 w 194400"/>
                  <a:gd name="textAreaRight" fmla="*/ 194760 w 194400"/>
                  <a:gd name="textAreaTop" fmla="*/ 0 h 86040"/>
                  <a:gd name="textAreaBottom" fmla="*/ 86400 h 8604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1400" rIns="90000" bIns="414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112" name="Group 464"/>
          <p:cNvGrpSpPr/>
          <p:nvPr/>
        </p:nvGrpSpPr>
        <p:grpSpPr>
          <a:xfrm>
            <a:off x="9675360" y="3513240"/>
            <a:ext cx="366840" cy="239760"/>
            <a:chOff x="9675360" y="3513240"/>
            <a:chExt cx="366840" cy="239760"/>
          </a:xfrm>
        </p:grpSpPr>
        <p:sp>
          <p:nvSpPr>
            <p:cNvPr id="1113" name="Freeform 465"/>
            <p:cNvSpPr/>
            <p:nvPr/>
          </p:nvSpPr>
          <p:spPr>
            <a:xfrm>
              <a:off x="9675360" y="3596400"/>
              <a:ext cx="366840" cy="156600"/>
            </a:xfrm>
            <a:custGeom>
              <a:avLst/>
              <a:gdLst>
                <a:gd name="textAreaLeft" fmla="*/ 0 w 366840"/>
                <a:gd name="textAreaRight" fmla="*/ 367200 w 366840"/>
                <a:gd name="textAreaTop" fmla="*/ 0 h 156600"/>
                <a:gd name="textAreaBottom" fmla="*/ 156960 h 1566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Oval 466"/>
            <p:cNvSpPr/>
            <p:nvPr/>
          </p:nvSpPr>
          <p:spPr>
            <a:xfrm>
              <a:off x="9675360" y="3513240"/>
              <a:ext cx="366480" cy="1551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5" name="Group 467"/>
            <p:cNvGrpSpPr/>
            <p:nvPr/>
          </p:nvGrpSpPr>
          <p:grpSpPr>
            <a:xfrm>
              <a:off x="9729720" y="3532680"/>
              <a:ext cx="257760" cy="114120"/>
              <a:chOff x="9729720" y="3532680"/>
              <a:chExt cx="257760" cy="114120"/>
            </a:xfrm>
          </p:grpSpPr>
          <p:sp>
            <p:nvSpPr>
              <p:cNvPr id="1116" name="Freeform 468"/>
              <p:cNvSpPr/>
              <p:nvPr/>
            </p:nvSpPr>
            <p:spPr>
              <a:xfrm>
                <a:off x="9736920" y="3532680"/>
                <a:ext cx="244080" cy="63720"/>
              </a:xfrm>
              <a:custGeom>
                <a:avLst/>
                <a:gdLst>
                  <a:gd name="textAreaLeft" fmla="*/ 0 w 244080"/>
                  <a:gd name="textAreaRight" fmla="*/ 244440 w 244080"/>
                  <a:gd name="textAreaTop" fmla="*/ 0 h 63720"/>
                  <a:gd name="textAreaBottom" fmla="*/ 64080 h 6372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9080" rIns="90000" bIns="19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7" name="Freeform 469"/>
              <p:cNvSpPr/>
              <p:nvPr/>
            </p:nvSpPr>
            <p:spPr>
              <a:xfrm>
                <a:off x="9729720" y="3587400"/>
                <a:ext cx="89280" cy="54000"/>
              </a:xfrm>
              <a:custGeom>
                <a:avLst/>
                <a:gdLst>
                  <a:gd name="textAreaLeft" fmla="*/ 0 w 89280"/>
                  <a:gd name="textAreaRight" fmla="*/ 89640 w 89280"/>
                  <a:gd name="textAreaTop" fmla="*/ 0 h 54000"/>
                  <a:gd name="textAreaBottom" fmla="*/ 54360 h 5400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360" rIns="90000" bIns="9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8" name="Freeform 470"/>
              <p:cNvSpPr/>
              <p:nvPr/>
            </p:nvSpPr>
            <p:spPr>
              <a:xfrm>
                <a:off x="9760680" y="3560760"/>
                <a:ext cx="194400" cy="86040"/>
              </a:xfrm>
              <a:custGeom>
                <a:avLst/>
                <a:gdLst>
                  <a:gd name="textAreaLeft" fmla="*/ 0 w 194400"/>
                  <a:gd name="textAreaRight" fmla="*/ 194760 w 194400"/>
                  <a:gd name="textAreaTop" fmla="*/ 0 h 86040"/>
                  <a:gd name="textAreaBottom" fmla="*/ 86400 h 8604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1400" rIns="90000" bIns="414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9" name="Freeform 471"/>
              <p:cNvSpPr/>
              <p:nvPr/>
            </p:nvSpPr>
            <p:spPr>
              <a:xfrm>
                <a:off x="9896760" y="3587400"/>
                <a:ext cx="90720" cy="54720"/>
              </a:xfrm>
              <a:custGeom>
                <a:avLst/>
                <a:gdLst>
                  <a:gd name="textAreaLeft" fmla="*/ 0 w 90720"/>
                  <a:gd name="textAreaRight" fmla="*/ 91080 w 90720"/>
                  <a:gd name="textAreaTop" fmla="*/ 0 h 54720"/>
                  <a:gd name="textAreaBottom" fmla="*/ 55080 h 5472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0080" rIns="90000" bIns="10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120" name="Group 472"/>
          <p:cNvGrpSpPr/>
          <p:nvPr/>
        </p:nvGrpSpPr>
        <p:grpSpPr>
          <a:xfrm>
            <a:off x="8123760" y="3479400"/>
            <a:ext cx="354600" cy="175320"/>
            <a:chOff x="8123760" y="3479400"/>
            <a:chExt cx="354600" cy="175320"/>
          </a:xfrm>
        </p:grpSpPr>
        <p:sp>
          <p:nvSpPr>
            <p:cNvPr id="1121" name="Freeform 473"/>
            <p:cNvSpPr/>
            <p:nvPr/>
          </p:nvSpPr>
          <p:spPr>
            <a:xfrm>
              <a:off x="8123760" y="3540240"/>
              <a:ext cx="354600" cy="114480"/>
            </a:xfrm>
            <a:custGeom>
              <a:avLst/>
              <a:gdLst>
                <a:gd name="textAreaLeft" fmla="*/ 0 w 354600"/>
                <a:gd name="textAreaRight" fmla="*/ 354960 w 354600"/>
                <a:gd name="textAreaTop" fmla="*/ 0 h 114480"/>
                <a:gd name="textAreaBottom" fmla="*/ 114840 h 11448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Oval 474"/>
            <p:cNvSpPr/>
            <p:nvPr/>
          </p:nvSpPr>
          <p:spPr>
            <a:xfrm>
              <a:off x="8124120" y="3479400"/>
              <a:ext cx="354240" cy="113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5280" rIns="90000" bIns="352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3" name="Group 475"/>
            <p:cNvGrpSpPr/>
            <p:nvPr/>
          </p:nvGrpSpPr>
          <p:grpSpPr>
            <a:xfrm>
              <a:off x="8176320" y="3493800"/>
              <a:ext cx="249480" cy="83160"/>
              <a:chOff x="8176320" y="3493800"/>
              <a:chExt cx="249480" cy="83160"/>
            </a:xfrm>
          </p:grpSpPr>
          <p:sp>
            <p:nvSpPr>
              <p:cNvPr id="1124" name="Freeform 476"/>
              <p:cNvSpPr/>
              <p:nvPr/>
            </p:nvSpPr>
            <p:spPr>
              <a:xfrm>
                <a:off x="8183520" y="3493800"/>
                <a:ext cx="235800" cy="46440"/>
              </a:xfrm>
              <a:custGeom>
                <a:avLst/>
                <a:gdLst>
                  <a:gd name="textAreaLeft" fmla="*/ 0 w 235800"/>
                  <a:gd name="textAreaRight" fmla="*/ 236160 w 235800"/>
                  <a:gd name="textAreaTop" fmla="*/ 0 h 46440"/>
                  <a:gd name="textAreaBottom" fmla="*/ 46800 h 4644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800" rIns="90000" bIns="1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5" name="Freeform 477"/>
              <p:cNvSpPr/>
              <p:nvPr/>
            </p:nvSpPr>
            <p:spPr>
              <a:xfrm>
                <a:off x="8337960" y="3533760"/>
                <a:ext cx="87840" cy="3996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39960"/>
                  <a:gd name="textAreaBottom" fmla="*/ 40320 h 399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4680" rIns="90000" bIns="-4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6" name="Freeform 478"/>
              <p:cNvSpPr/>
              <p:nvPr/>
            </p:nvSpPr>
            <p:spPr>
              <a:xfrm>
                <a:off x="8176320" y="3533760"/>
                <a:ext cx="86040" cy="3960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39600"/>
                  <a:gd name="textAreaBottom" fmla="*/ 39960 h 3960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5040" rIns="90000" bIns="-5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7" name="Freeform 479"/>
              <p:cNvSpPr/>
              <p:nvPr/>
            </p:nvSpPr>
            <p:spPr>
              <a:xfrm>
                <a:off x="8206560" y="3513960"/>
                <a:ext cx="187920" cy="63000"/>
              </a:xfrm>
              <a:custGeom>
                <a:avLst/>
                <a:gdLst>
                  <a:gd name="textAreaLeft" fmla="*/ 0 w 187920"/>
                  <a:gd name="textAreaRight" fmla="*/ 188280 w 187920"/>
                  <a:gd name="textAreaTop" fmla="*/ 0 h 63000"/>
                  <a:gd name="textAreaBottom" fmla="*/ 63360 h 63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128" name="Group 480"/>
          <p:cNvGrpSpPr/>
          <p:nvPr/>
        </p:nvGrpSpPr>
        <p:grpSpPr>
          <a:xfrm>
            <a:off x="9321480" y="4289040"/>
            <a:ext cx="393480" cy="218160"/>
            <a:chOff x="9321480" y="4289040"/>
            <a:chExt cx="393480" cy="218160"/>
          </a:xfrm>
        </p:grpSpPr>
        <p:sp>
          <p:nvSpPr>
            <p:cNvPr id="1129" name="Freeform 481"/>
            <p:cNvSpPr/>
            <p:nvPr/>
          </p:nvSpPr>
          <p:spPr>
            <a:xfrm>
              <a:off x="9321480" y="4364640"/>
              <a:ext cx="393480" cy="142560"/>
            </a:xfrm>
            <a:custGeom>
              <a:avLst/>
              <a:gdLst>
                <a:gd name="textAreaLeft" fmla="*/ 0 w 393480"/>
                <a:gd name="textAreaRight" fmla="*/ 393840 w 393480"/>
                <a:gd name="textAreaTop" fmla="*/ 0 h 142560"/>
                <a:gd name="textAreaBottom" fmla="*/ 142920 h 1425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Oval 482"/>
            <p:cNvSpPr/>
            <p:nvPr/>
          </p:nvSpPr>
          <p:spPr>
            <a:xfrm>
              <a:off x="9321840" y="4289040"/>
              <a:ext cx="392760" cy="14112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1" name="Group 483"/>
            <p:cNvGrpSpPr/>
            <p:nvPr/>
          </p:nvGrpSpPr>
          <p:grpSpPr>
            <a:xfrm>
              <a:off x="9380160" y="4307040"/>
              <a:ext cx="276480" cy="103320"/>
              <a:chOff x="9380160" y="4307040"/>
              <a:chExt cx="276480" cy="103320"/>
            </a:xfrm>
          </p:grpSpPr>
          <p:sp>
            <p:nvSpPr>
              <p:cNvPr id="1132" name="Freeform 484"/>
              <p:cNvSpPr/>
              <p:nvPr/>
            </p:nvSpPr>
            <p:spPr>
              <a:xfrm>
                <a:off x="9387720" y="4307040"/>
                <a:ext cx="261720" cy="57960"/>
              </a:xfrm>
              <a:custGeom>
                <a:avLst/>
                <a:gdLst>
                  <a:gd name="textAreaLeft" fmla="*/ 0 w 261720"/>
                  <a:gd name="textAreaRight" fmla="*/ 262080 w 261720"/>
                  <a:gd name="textAreaTop" fmla="*/ 0 h 57960"/>
                  <a:gd name="textAreaBottom" fmla="*/ 58320 h 579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3320" rIns="90000" bIns="133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3" name="Freeform 485"/>
              <p:cNvSpPr/>
              <p:nvPr/>
            </p:nvSpPr>
            <p:spPr>
              <a:xfrm>
                <a:off x="9559080" y="4356720"/>
                <a:ext cx="97560" cy="49680"/>
              </a:xfrm>
              <a:custGeom>
                <a:avLst/>
                <a:gdLst>
                  <a:gd name="textAreaLeft" fmla="*/ 0 w 97560"/>
                  <a:gd name="textAreaRight" fmla="*/ 97920 w 97560"/>
                  <a:gd name="textAreaTop" fmla="*/ 0 h 49680"/>
                  <a:gd name="textAreaBottom" fmla="*/ 50040 h 4968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5040" rIns="90000" bIns="5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4" name="Freeform 486"/>
              <p:cNvSpPr/>
              <p:nvPr/>
            </p:nvSpPr>
            <p:spPr>
              <a:xfrm>
                <a:off x="9380160" y="4356720"/>
                <a:ext cx="95760" cy="49320"/>
              </a:xfrm>
              <a:custGeom>
                <a:avLst/>
                <a:gdLst>
                  <a:gd name="textAreaLeft" fmla="*/ 0 w 95760"/>
                  <a:gd name="textAreaRight" fmla="*/ 96120 w 95760"/>
                  <a:gd name="textAreaTop" fmla="*/ 0 h 49320"/>
                  <a:gd name="textAreaBottom" fmla="*/ 49680 h 493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680" rIns="90000" bIns="4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5" name="Freeform 487"/>
              <p:cNvSpPr/>
              <p:nvPr/>
            </p:nvSpPr>
            <p:spPr>
              <a:xfrm>
                <a:off x="9413280" y="4332240"/>
                <a:ext cx="208440" cy="78120"/>
              </a:xfrm>
              <a:custGeom>
                <a:avLst/>
                <a:gdLst>
                  <a:gd name="textAreaLeft" fmla="*/ 0 w 208440"/>
                  <a:gd name="textAreaRight" fmla="*/ 208800 w 208440"/>
                  <a:gd name="textAreaTop" fmla="*/ 0 h 78120"/>
                  <a:gd name="textAreaBottom" fmla="*/ 78480 h 781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3480" rIns="90000" bIns="334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136" name="Group 488"/>
          <p:cNvGrpSpPr/>
          <p:nvPr/>
        </p:nvGrpSpPr>
        <p:grpSpPr>
          <a:xfrm>
            <a:off x="7848720" y="2976840"/>
            <a:ext cx="3007440" cy="1690560"/>
            <a:chOff x="7848720" y="2976840"/>
            <a:chExt cx="3007440" cy="1690560"/>
          </a:xfrm>
        </p:grpSpPr>
        <p:grpSp>
          <p:nvGrpSpPr>
            <p:cNvPr id="1137" name="Group 489"/>
            <p:cNvGrpSpPr/>
            <p:nvPr/>
          </p:nvGrpSpPr>
          <p:grpSpPr>
            <a:xfrm>
              <a:off x="7848720" y="3604320"/>
              <a:ext cx="571680" cy="691920"/>
              <a:chOff x="7848720" y="3604320"/>
              <a:chExt cx="571680" cy="691920"/>
            </a:xfrm>
          </p:grpSpPr>
          <p:sp>
            <p:nvSpPr>
              <p:cNvPr id="1138" name="Freeform 917"/>
              <p:cNvSpPr/>
              <p:nvPr/>
            </p:nvSpPr>
            <p:spPr>
              <a:xfrm rot="10800000">
                <a:off x="7893000" y="3604320"/>
                <a:ext cx="487440" cy="154080"/>
              </a:xfrm>
              <a:custGeom>
                <a:avLst/>
                <a:gdLst>
                  <a:gd name="textAreaLeft" fmla="*/ 0 w 487440"/>
                  <a:gd name="textAreaRight" fmla="*/ 487800 w 487440"/>
                  <a:gd name="textAreaTop" fmla="*/ 0 h 154080"/>
                  <a:gd name="textAreaBottom" fmla="*/ 154440 h 154080"/>
                  <a:gd name="GluePoint1X" fmla="*/ 3097 w 14245"/>
                  <a:gd name="GluePoint1Y" fmla="*/ 10000 h 10000"/>
                  <a:gd name="GluePoint2X" fmla="*/ 689 w 14245"/>
                  <a:gd name="GluePoint2Y" fmla="*/ 7620 h 10000"/>
                  <a:gd name="GluePoint3X" fmla="*/ 0 w 14245"/>
                  <a:gd name="GluePoint3Y" fmla="*/ 0 h 10000"/>
                  <a:gd name="GluePoint4X" fmla="*/ 14245 w 14245"/>
                  <a:gd name="GluePoint4Y" fmla="*/ 633 h 10000"/>
                  <a:gd name="GluePoint5X" fmla="*/ 3097 w 14245"/>
                  <a:gd name="GluePoint5Y" fmla="*/ 10000 h 100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99000">
                    <a:srgbClr val="BFBFB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139" name="Group 523"/>
              <p:cNvGrpSpPr/>
              <p:nvPr/>
            </p:nvGrpSpPr>
            <p:grpSpPr>
              <a:xfrm>
                <a:off x="7848720" y="3719880"/>
                <a:ext cx="571680" cy="576360"/>
                <a:chOff x="7848720" y="3719880"/>
                <a:chExt cx="571680" cy="576360"/>
              </a:xfrm>
            </p:grpSpPr>
            <p:sp>
              <p:nvSpPr>
                <p:cNvPr id="1140" name="Rectangle 228"/>
                <p:cNvSpPr/>
                <p:nvPr/>
              </p:nvSpPr>
              <p:spPr>
                <a:xfrm>
                  <a:off x="7901280" y="3754800"/>
                  <a:ext cx="484560" cy="3888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00"/>
                  </a:solidFill>
                  <a:miter/>
                </a:ln>
                <a:effectLst>
                  <a:outerShdw algn="tl" blurRad="50760" dir="2700000" dist="37674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1" name="Rectangle 229"/>
                <p:cNvSpPr/>
                <p:nvPr/>
              </p:nvSpPr>
              <p:spPr>
                <a:xfrm>
                  <a:off x="7901640" y="3763080"/>
                  <a:ext cx="484920" cy="130320"/>
                </a:xfrm>
                <a:prstGeom prst="rect">
                  <a:avLst/>
                </a:prstGeom>
                <a:solidFill>
                  <a:srgbClr val="CC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2" name="Text Box 230"/>
                <p:cNvSpPr/>
                <p:nvPr/>
              </p:nvSpPr>
              <p:spPr>
                <a:xfrm>
                  <a:off x="7848720" y="3719880"/>
                  <a:ext cx="571680" cy="576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network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link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physical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143" name="Straight Connector 527"/>
                <p:cNvCxnSpPr/>
                <p:nvPr/>
              </p:nvCxnSpPr>
              <p:spPr>
                <a:xfrm>
                  <a:off x="7898760" y="388836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cxnSp>
              <p:nvCxnSpPr>
                <p:cNvPr id="1144" name="Straight Connector 528"/>
                <p:cNvCxnSpPr/>
                <p:nvPr/>
              </p:nvCxnSpPr>
              <p:spPr>
                <a:xfrm>
                  <a:off x="7898760" y="401148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</p:grpSp>
        </p:grpSp>
        <p:grpSp>
          <p:nvGrpSpPr>
            <p:cNvPr id="1145" name="Group 490"/>
            <p:cNvGrpSpPr/>
            <p:nvPr/>
          </p:nvGrpSpPr>
          <p:grpSpPr>
            <a:xfrm>
              <a:off x="8766360" y="2976840"/>
              <a:ext cx="571680" cy="576360"/>
              <a:chOff x="8766360" y="2976840"/>
              <a:chExt cx="571680" cy="576360"/>
            </a:xfrm>
          </p:grpSpPr>
          <p:sp>
            <p:nvSpPr>
              <p:cNvPr id="1146" name="Freeform 917"/>
              <p:cNvSpPr/>
              <p:nvPr/>
            </p:nvSpPr>
            <p:spPr>
              <a:xfrm flipH="1">
                <a:off x="8809560" y="3396600"/>
                <a:ext cx="487440" cy="154080"/>
              </a:xfrm>
              <a:custGeom>
                <a:avLst/>
                <a:gdLst>
                  <a:gd name="textAreaLeft" fmla="*/ 360 w 487440"/>
                  <a:gd name="textAreaRight" fmla="*/ 488160 w 487440"/>
                  <a:gd name="textAreaTop" fmla="*/ 0 h 154080"/>
                  <a:gd name="textAreaBottom" fmla="*/ 154440 h 154080"/>
                  <a:gd name="GluePoint1X" fmla="*/ 3097 w 14245"/>
                  <a:gd name="GluePoint1Y" fmla="*/ 10000 h 10000"/>
                  <a:gd name="GluePoint2X" fmla="*/ 689 w 14245"/>
                  <a:gd name="GluePoint2Y" fmla="*/ 7620 h 10000"/>
                  <a:gd name="GluePoint3X" fmla="*/ 0 w 14245"/>
                  <a:gd name="GluePoint3Y" fmla="*/ 0 h 10000"/>
                  <a:gd name="GluePoint4X" fmla="*/ 14245 w 14245"/>
                  <a:gd name="GluePoint4Y" fmla="*/ 633 h 10000"/>
                  <a:gd name="GluePoint5X" fmla="*/ 3097 w 14245"/>
                  <a:gd name="GluePoint5Y" fmla="*/ 10000 h 100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99000">
                    <a:srgbClr val="BFBFB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147" name="Group 516"/>
              <p:cNvGrpSpPr/>
              <p:nvPr/>
            </p:nvGrpSpPr>
            <p:grpSpPr>
              <a:xfrm>
                <a:off x="8766360" y="2976840"/>
                <a:ext cx="571680" cy="576360"/>
                <a:chOff x="8766360" y="2976840"/>
                <a:chExt cx="571680" cy="576360"/>
              </a:xfrm>
            </p:grpSpPr>
            <p:sp>
              <p:nvSpPr>
                <p:cNvPr id="1148" name="Rectangle 228"/>
                <p:cNvSpPr/>
                <p:nvPr/>
              </p:nvSpPr>
              <p:spPr>
                <a:xfrm>
                  <a:off x="8818920" y="3011760"/>
                  <a:ext cx="484560" cy="3888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00"/>
                  </a:solidFill>
                  <a:miter/>
                </a:ln>
                <a:effectLst>
                  <a:outerShdw algn="tl" blurRad="50760" dir="2700000" dist="37674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9" name="Rectangle 229"/>
                <p:cNvSpPr/>
                <p:nvPr/>
              </p:nvSpPr>
              <p:spPr>
                <a:xfrm>
                  <a:off x="8819280" y="3020040"/>
                  <a:ext cx="484920" cy="130320"/>
                </a:xfrm>
                <a:prstGeom prst="rect">
                  <a:avLst/>
                </a:prstGeom>
                <a:solidFill>
                  <a:srgbClr val="CC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0" name="Text Box 230"/>
                <p:cNvSpPr/>
                <p:nvPr/>
              </p:nvSpPr>
              <p:spPr>
                <a:xfrm>
                  <a:off x="8766360" y="2976840"/>
                  <a:ext cx="571680" cy="576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network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link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physical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151" name="Straight Connector 520"/>
                <p:cNvCxnSpPr/>
                <p:nvPr/>
              </p:nvCxnSpPr>
              <p:spPr>
                <a:xfrm>
                  <a:off x="8816400" y="314532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cxnSp>
              <p:nvCxnSpPr>
                <p:cNvPr id="1152" name="Straight Connector 521"/>
                <p:cNvCxnSpPr/>
                <p:nvPr/>
              </p:nvCxnSpPr>
              <p:spPr>
                <a:xfrm>
                  <a:off x="8816400" y="326808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</p:grpSp>
        </p:grpSp>
        <p:grpSp>
          <p:nvGrpSpPr>
            <p:cNvPr id="1153" name="Group 491"/>
            <p:cNvGrpSpPr/>
            <p:nvPr/>
          </p:nvGrpSpPr>
          <p:grpSpPr>
            <a:xfrm>
              <a:off x="9919800" y="3015360"/>
              <a:ext cx="571680" cy="606960"/>
              <a:chOff x="9919800" y="3015360"/>
              <a:chExt cx="571680" cy="606960"/>
            </a:xfrm>
          </p:grpSpPr>
          <p:sp>
            <p:nvSpPr>
              <p:cNvPr id="1154" name="Freeform 917"/>
              <p:cNvSpPr/>
              <p:nvPr/>
            </p:nvSpPr>
            <p:spPr>
              <a:xfrm>
                <a:off x="9978480" y="3439080"/>
                <a:ext cx="466200" cy="183240"/>
              </a:xfrm>
              <a:custGeom>
                <a:avLst/>
                <a:gdLst>
                  <a:gd name="textAreaLeft" fmla="*/ 0 w 466200"/>
                  <a:gd name="textAreaRight" fmla="*/ 466560 w 466200"/>
                  <a:gd name="textAreaTop" fmla="*/ 0 h 183240"/>
                  <a:gd name="textAreaBottom" fmla="*/ 183600 h 183240"/>
                  <a:gd name="GluePoint1X" fmla="*/ 1334 w 10000"/>
                  <a:gd name="GluePoint1Y" fmla="*/ 12676 h 12676"/>
                  <a:gd name="GluePoint2X" fmla="*/ 51 w 10000"/>
                  <a:gd name="GluePoint2Y" fmla="*/ 7461 h 12676"/>
                  <a:gd name="GluePoint3X" fmla="*/ 30 w 10000"/>
                  <a:gd name="GluePoint3Y" fmla="*/ 0 h 12676"/>
                  <a:gd name="GluePoint4X" fmla="*/ 10000 w 10000"/>
                  <a:gd name="GluePoint4Y" fmla="*/ 6 h 12676"/>
                  <a:gd name="GluePoint5X" fmla="*/ 1334 w 10000"/>
                  <a:gd name="GluePoint5Y" fmla="*/ 12676 h 1267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0000" h="12676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99000">
                    <a:srgbClr val="BFBFB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155" name="Group 509"/>
              <p:cNvGrpSpPr/>
              <p:nvPr/>
            </p:nvGrpSpPr>
            <p:grpSpPr>
              <a:xfrm>
                <a:off x="9919800" y="3015360"/>
                <a:ext cx="571680" cy="576360"/>
                <a:chOff x="9919800" y="3015360"/>
                <a:chExt cx="571680" cy="576360"/>
              </a:xfrm>
            </p:grpSpPr>
            <p:sp>
              <p:nvSpPr>
                <p:cNvPr id="1156" name="Rectangle 228"/>
                <p:cNvSpPr/>
                <p:nvPr/>
              </p:nvSpPr>
              <p:spPr>
                <a:xfrm>
                  <a:off x="9972360" y="3050280"/>
                  <a:ext cx="484560" cy="3888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00"/>
                  </a:solidFill>
                  <a:miter/>
                </a:ln>
                <a:effectLst>
                  <a:outerShdw algn="tl" blurRad="50760" dir="2700000" dist="37674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" name="Rectangle 229"/>
                <p:cNvSpPr/>
                <p:nvPr/>
              </p:nvSpPr>
              <p:spPr>
                <a:xfrm>
                  <a:off x="9972720" y="3058560"/>
                  <a:ext cx="484920" cy="130320"/>
                </a:xfrm>
                <a:prstGeom prst="rect">
                  <a:avLst/>
                </a:prstGeom>
                <a:solidFill>
                  <a:srgbClr val="CC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8" name="Text Box 230"/>
                <p:cNvSpPr/>
                <p:nvPr/>
              </p:nvSpPr>
              <p:spPr>
                <a:xfrm>
                  <a:off x="9919800" y="3015360"/>
                  <a:ext cx="571680" cy="576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network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link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physical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159" name="Straight Connector 513"/>
                <p:cNvCxnSpPr/>
                <p:nvPr/>
              </p:nvCxnSpPr>
              <p:spPr>
                <a:xfrm>
                  <a:off x="9969840" y="318420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cxnSp>
              <p:nvCxnSpPr>
                <p:cNvPr id="1160" name="Straight Connector 514"/>
                <p:cNvCxnSpPr/>
                <p:nvPr/>
              </p:nvCxnSpPr>
              <p:spPr>
                <a:xfrm>
                  <a:off x="9969840" y="330696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</p:grpSp>
        </p:grpSp>
        <p:grpSp>
          <p:nvGrpSpPr>
            <p:cNvPr id="1161" name="Group 492"/>
            <p:cNvGrpSpPr/>
            <p:nvPr/>
          </p:nvGrpSpPr>
          <p:grpSpPr>
            <a:xfrm>
              <a:off x="9628560" y="3813120"/>
              <a:ext cx="571680" cy="630360"/>
              <a:chOff x="9628560" y="3813120"/>
              <a:chExt cx="571680" cy="630360"/>
            </a:xfrm>
          </p:grpSpPr>
          <p:sp>
            <p:nvSpPr>
              <p:cNvPr id="1162" name="Freeform 917"/>
              <p:cNvSpPr/>
              <p:nvPr/>
            </p:nvSpPr>
            <p:spPr>
              <a:xfrm>
                <a:off x="9672120" y="4237560"/>
                <a:ext cx="466200" cy="205920"/>
              </a:xfrm>
              <a:custGeom>
                <a:avLst/>
                <a:gdLst>
                  <a:gd name="textAreaLeft" fmla="*/ 0 w 466200"/>
                  <a:gd name="textAreaRight" fmla="*/ 466560 w 466200"/>
                  <a:gd name="textAreaTop" fmla="*/ 0 h 205920"/>
                  <a:gd name="textAreaBottom" fmla="*/ 206280 h 205920"/>
                  <a:gd name="GluePoint1X" fmla="*/ 434 w 10000"/>
                  <a:gd name="GluePoint1Y" fmla="*/ 14237 h 14237"/>
                  <a:gd name="GluePoint2X" fmla="*/ 51 w 10000"/>
                  <a:gd name="GluePoint2Y" fmla="*/ 7461 h 14237"/>
                  <a:gd name="GluePoint3X" fmla="*/ 30 w 10000"/>
                  <a:gd name="GluePoint3Y" fmla="*/ 0 h 14237"/>
                  <a:gd name="GluePoint4X" fmla="*/ 10000 w 10000"/>
                  <a:gd name="GluePoint4Y" fmla="*/ 6 h 14237"/>
                  <a:gd name="GluePoint5X" fmla="*/ 434 w 10000"/>
                  <a:gd name="GluePoint5Y" fmla="*/ 14237 h 142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0000" h="14237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99000">
                    <a:srgbClr val="BFBFB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163" name="Group 502"/>
              <p:cNvGrpSpPr/>
              <p:nvPr/>
            </p:nvGrpSpPr>
            <p:grpSpPr>
              <a:xfrm>
                <a:off x="9628560" y="3813120"/>
                <a:ext cx="571680" cy="576360"/>
                <a:chOff x="9628560" y="3813120"/>
                <a:chExt cx="571680" cy="576360"/>
              </a:xfrm>
            </p:grpSpPr>
            <p:sp>
              <p:nvSpPr>
                <p:cNvPr id="1164" name="Rectangle 228"/>
                <p:cNvSpPr/>
                <p:nvPr/>
              </p:nvSpPr>
              <p:spPr>
                <a:xfrm>
                  <a:off x="9680760" y="3848040"/>
                  <a:ext cx="484560" cy="3888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00"/>
                  </a:solidFill>
                  <a:miter/>
                </a:ln>
                <a:effectLst>
                  <a:outerShdw algn="tl" blurRad="50760" dir="2700000" dist="37674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5" name="Rectangle 229"/>
                <p:cNvSpPr/>
                <p:nvPr/>
              </p:nvSpPr>
              <p:spPr>
                <a:xfrm>
                  <a:off x="9681480" y="3856320"/>
                  <a:ext cx="484920" cy="130320"/>
                </a:xfrm>
                <a:prstGeom prst="rect">
                  <a:avLst/>
                </a:prstGeom>
                <a:solidFill>
                  <a:srgbClr val="CC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6" name="Text Box 230"/>
                <p:cNvSpPr/>
                <p:nvPr/>
              </p:nvSpPr>
              <p:spPr>
                <a:xfrm>
                  <a:off x="9628560" y="3813120"/>
                  <a:ext cx="571680" cy="576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network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link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physical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167" name="Straight Connector 506"/>
                <p:cNvCxnSpPr/>
                <p:nvPr/>
              </p:nvCxnSpPr>
              <p:spPr>
                <a:xfrm>
                  <a:off x="9678600" y="398160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cxnSp>
              <p:nvCxnSpPr>
                <p:cNvPr id="1168" name="Straight Connector 507"/>
                <p:cNvCxnSpPr/>
                <p:nvPr/>
              </p:nvCxnSpPr>
              <p:spPr>
                <a:xfrm>
                  <a:off x="9678600" y="410472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</p:grpSp>
        </p:grpSp>
        <p:grpSp>
          <p:nvGrpSpPr>
            <p:cNvPr id="1169" name="Group 493"/>
            <p:cNvGrpSpPr/>
            <p:nvPr/>
          </p:nvGrpSpPr>
          <p:grpSpPr>
            <a:xfrm>
              <a:off x="10227600" y="4091040"/>
              <a:ext cx="628560" cy="576360"/>
              <a:chOff x="10227600" y="4091040"/>
              <a:chExt cx="628560" cy="576360"/>
            </a:xfrm>
          </p:grpSpPr>
          <p:sp>
            <p:nvSpPr>
              <p:cNvPr id="1170" name="Freeform 917"/>
              <p:cNvSpPr/>
              <p:nvPr/>
            </p:nvSpPr>
            <p:spPr>
              <a:xfrm>
                <a:off x="10227600" y="4516200"/>
                <a:ext cx="590040" cy="150840"/>
              </a:xfrm>
              <a:custGeom>
                <a:avLst/>
                <a:gdLst>
                  <a:gd name="textAreaLeft" fmla="*/ 0 w 590040"/>
                  <a:gd name="textAreaRight" fmla="*/ 590400 w 590040"/>
                  <a:gd name="textAreaTop" fmla="*/ 0 h 150840"/>
                  <a:gd name="textAreaBottom" fmla="*/ 151200 h 150840"/>
                  <a:gd name="GluePoint1X" fmla="*/ 175 w 12649"/>
                  <a:gd name="GluePoint1Y" fmla="*/ 10440 h 10440"/>
                  <a:gd name="GluePoint2X" fmla="*/ 0 w 12649"/>
                  <a:gd name="GluePoint2Y" fmla="*/ 6786 h 10440"/>
                  <a:gd name="GluePoint3X" fmla="*/ 2263 w 12649"/>
                  <a:gd name="GluePoint3Y" fmla="*/ 217 h 10440"/>
                  <a:gd name="GluePoint4X" fmla="*/ 12649 w 12649"/>
                  <a:gd name="GluePoint4Y" fmla="*/ 0 h 10440"/>
                  <a:gd name="GluePoint5X" fmla="*/ 175 w 12649"/>
                  <a:gd name="GluePoint5Y" fmla="*/ 10440 h 104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2649" h="10440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99000">
                    <a:srgbClr val="BFBFB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171" name="Group 495"/>
              <p:cNvGrpSpPr/>
              <p:nvPr/>
            </p:nvGrpSpPr>
            <p:grpSpPr>
              <a:xfrm>
                <a:off x="10284480" y="4091040"/>
                <a:ext cx="571680" cy="576360"/>
                <a:chOff x="10284480" y="4091040"/>
                <a:chExt cx="571680" cy="576360"/>
              </a:xfrm>
            </p:grpSpPr>
            <p:sp>
              <p:nvSpPr>
                <p:cNvPr id="1172" name="Rectangle 228"/>
                <p:cNvSpPr/>
                <p:nvPr/>
              </p:nvSpPr>
              <p:spPr>
                <a:xfrm>
                  <a:off x="10336680" y="4125960"/>
                  <a:ext cx="484560" cy="3888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00"/>
                  </a:solidFill>
                  <a:miter/>
                </a:ln>
                <a:effectLst>
                  <a:outerShdw algn="tl" blurRad="50760" dir="2700000" dist="37674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3" name="Rectangle 229"/>
                <p:cNvSpPr/>
                <p:nvPr/>
              </p:nvSpPr>
              <p:spPr>
                <a:xfrm>
                  <a:off x="10337400" y="4134240"/>
                  <a:ext cx="484920" cy="130320"/>
                </a:xfrm>
                <a:prstGeom prst="rect">
                  <a:avLst/>
                </a:prstGeom>
                <a:solidFill>
                  <a:srgbClr val="CC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4" name="Text Box 230"/>
                <p:cNvSpPr/>
                <p:nvPr/>
              </p:nvSpPr>
              <p:spPr>
                <a:xfrm>
                  <a:off x="10284480" y="4091040"/>
                  <a:ext cx="571680" cy="576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network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link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8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physical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175" name="Straight Connector 499"/>
                <p:cNvCxnSpPr/>
                <p:nvPr/>
              </p:nvCxnSpPr>
              <p:spPr>
                <a:xfrm>
                  <a:off x="10334520" y="425952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cxnSp>
              <p:nvCxnSpPr>
                <p:cNvPr id="1176" name="Straight Connector 500"/>
                <p:cNvCxnSpPr/>
                <p:nvPr/>
              </p:nvCxnSpPr>
              <p:spPr>
                <a:xfrm>
                  <a:off x="10334520" y="4382280"/>
                  <a:ext cx="484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</p:grpSp>
        </p:grpSp>
      </p:grpSp>
      <p:grpSp>
        <p:nvGrpSpPr>
          <p:cNvPr id="1177" name="Group 529"/>
          <p:cNvGrpSpPr/>
          <p:nvPr/>
        </p:nvGrpSpPr>
        <p:grpSpPr>
          <a:xfrm>
            <a:off x="9857160" y="4503240"/>
            <a:ext cx="393480" cy="218160"/>
            <a:chOff x="9857160" y="4503240"/>
            <a:chExt cx="393480" cy="218160"/>
          </a:xfrm>
        </p:grpSpPr>
        <p:sp>
          <p:nvSpPr>
            <p:cNvPr id="1178" name="Freeform 530"/>
            <p:cNvSpPr/>
            <p:nvPr/>
          </p:nvSpPr>
          <p:spPr>
            <a:xfrm>
              <a:off x="9857160" y="4578840"/>
              <a:ext cx="393480" cy="142560"/>
            </a:xfrm>
            <a:custGeom>
              <a:avLst/>
              <a:gdLst>
                <a:gd name="textAreaLeft" fmla="*/ 0 w 393480"/>
                <a:gd name="textAreaRight" fmla="*/ 393840 w 393480"/>
                <a:gd name="textAreaTop" fmla="*/ 0 h 142560"/>
                <a:gd name="textAreaBottom" fmla="*/ 142920 h 1425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9" name="Oval 531"/>
            <p:cNvSpPr/>
            <p:nvPr/>
          </p:nvSpPr>
          <p:spPr>
            <a:xfrm>
              <a:off x="9857520" y="4503240"/>
              <a:ext cx="392760" cy="14112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0" name="Group 532"/>
            <p:cNvGrpSpPr/>
            <p:nvPr/>
          </p:nvGrpSpPr>
          <p:grpSpPr>
            <a:xfrm>
              <a:off x="9915840" y="4521240"/>
              <a:ext cx="276480" cy="103320"/>
              <a:chOff x="9915840" y="4521240"/>
              <a:chExt cx="276480" cy="103320"/>
            </a:xfrm>
          </p:grpSpPr>
          <p:sp>
            <p:nvSpPr>
              <p:cNvPr id="1181" name="Freeform 533"/>
              <p:cNvSpPr/>
              <p:nvPr/>
            </p:nvSpPr>
            <p:spPr>
              <a:xfrm>
                <a:off x="9923400" y="4521240"/>
                <a:ext cx="261720" cy="57960"/>
              </a:xfrm>
              <a:custGeom>
                <a:avLst/>
                <a:gdLst>
                  <a:gd name="textAreaLeft" fmla="*/ 0 w 261720"/>
                  <a:gd name="textAreaRight" fmla="*/ 262080 w 261720"/>
                  <a:gd name="textAreaTop" fmla="*/ 0 h 57960"/>
                  <a:gd name="textAreaBottom" fmla="*/ 58320 h 579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3320" rIns="90000" bIns="133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82" name="Freeform 534"/>
              <p:cNvSpPr/>
              <p:nvPr/>
            </p:nvSpPr>
            <p:spPr>
              <a:xfrm>
                <a:off x="10094760" y="4570920"/>
                <a:ext cx="97560" cy="49680"/>
              </a:xfrm>
              <a:custGeom>
                <a:avLst/>
                <a:gdLst>
                  <a:gd name="textAreaLeft" fmla="*/ 0 w 97560"/>
                  <a:gd name="textAreaRight" fmla="*/ 97920 w 97560"/>
                  <a:gd name="textAreaTop" fmla="*/ 0 h 49680"/>
                  <a:gd name="textAreaBottom" fmla="*/ 50040 h 4968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5040" rIns="90000" bIns="5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83" name="Freeform 535"/>
              <p:cNvSpPr/>
              <p:nvPr/>
            </p:nvSpPr>
            <p:spPr>
              <a:xfrm>
                <a:off x="9915840" y="4570920"/>
                <a:ext cx="95760" cy="49320"/>
              </a:xfrm>
              <a:custGeom>
                <a:avLst/>
                <a:gdLst>
                  <a:gd name="textAreaLeft" fmla="*/ 0 w 95760"/>
                  <a:gd name="textAreaRight" fmla="*/ 96120 w 95760"/>
                  <a:gd name="textAreaTop" fmla="*/ 0 h 49320"/>
                  <a:gd name="textAreaBottom" fmla="*/ 49680 h 493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680" rIns="90000" bIns="4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84" name="Freeform 536"/>
              <p:cNvSpPr/>
              <p:nvPr/>
            </p:nvSpPr>
            <p:spPr>
              <a:xfrm>
                <a:off x="9948960" y="4546440"/>
                <a:ext cx="208440" cy="78120"/>
              </a:xfrm>
              <a:custGeom>
                <a:avLst/>
                <a:gdLst>
                  <a:gd name="textAreaLeft" fmla="*/ 0 w 208440"/>
                  <a:gd name="textAreaRight" fmla="*/ 208800 w 208440"/>
                  <a:gd name="textAreaTop" fmla="*/ 0 h 78120"/>
                  <a:gd name="textAreaBottom" fmla="*/ 78480 h 781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3480" rIns="90000" bIns="334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185" name="Freeform 537"/>
          <p:cNvSpPr/>
          <p:nvPr/>
        </p:nvSpPr>
        <p:spPr>
          <a:xfrm>
            <a:off x="7362360" y="2627640"/>
            <a:ext cx="3063600" cy="2683440"/>
          </a:xfrm>
          <a:custGeom>
            <a:avLst/>
            <a:gdLst>
              <a:gd name="textAreaLeft" fmla="*/ 0 w 3063600"/>
              <a:gd name="textAreaRight" fmla="*/ 3063960 w 3063600"/>
              <a:gd name="textAreaTop" fmla="*/ 0 h 2683440"/>
              <a:gd name="textAreaBottom" fmla="*/ 2683800 h 2683440"/>
              <a:gd name="GluePoint1X" fmla="*/ 0 w 3064097"/>
              <a:gd name="GluePoint1Y" fmla="*/ 0 h 2683755"/>
              <a:gd name="GluePoint2X" fmla="*/ 980661 w 3064097"/>
              <a:gd name="GluePoint2Y" fmla="*/ 1007165 h 2683755"/>
              <a:gd name="GluePoint3X" fmla="*/ 2014330 w 3064097"/>
              <a:gd name="GluePoint3Y" fmla="*/ 1011756 h 2683755"/>
              <a:gd name="GluePoint4X" fmla="*/ 2478156 w 3064097"/>
              <a:gd name="GluePoint4Y" fmla="*/ 1007165 h 2683755"/>
              <a:gd name="GluePoint5X" fmla="*/ 2054087 w 3064097"/>
              <a:gd name="GluePoint5Y" fmla="*/ 1709530 h 2683755"/>
              <a:gd name="GluePoint6X" fmla="*/ 2753026 w 3064097"/>
              <a:gd name="GluePoint6Y" fmla="*/ 2050143 h 2683755"/>
              <a:gd name="GluePoint7X" fmla="*/ 2769703 w 3064097"/>
              <a:gd name="GluePoint7Y" fmla="*/ 2675452 h 2683755"/>
              <a:gd name="GluePoint8X" fmla="*/ 3064097 w 3064097"/>
              <a:gd name="GluePoint8Y" fmla="*/ 2681787 h 268375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3064097" h="2683755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w="31750">
            <a:solidFill>
              <a:srgbClr val="C00000"/>
            </a:solidFill>
            <a:headEnd len="med" type="triangle" w="med"/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86" name="PlaceHolder 3"/>
          <p:cNvSpPr>
            <a:spLocks noGrp="1"/>
          </p:cNvSpPr>
          <p:nvPr>
            <p:ph type="sldNum" idx="1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F3832D47-0883-4B51-A7CF-9A6527F816AB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TextBox 2"/>
          <p:cNvSpPr/>
          <p:nvPr/>
        </p:nvSpPr>
        <p:spPr>
          <a:xfrm>
            <a:off x="0" y="6319440"/>
            <a:ext cx="3435120" cy="455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Routing algorithm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มักพยายามเลือก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path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ที่มี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ต่ำที่สุด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Box 4"/>
          <p:cNvSpPr/>
          <p:nvPr/>
        </p:nvSpPr>
        <p:spPr>
          <a:xfrm>
            <a:off x="0" y="6581160"/>
            <a:ext cx="5301720" cy="455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คำนวณจาก เช่น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bandwidth delay congestion reliability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จำนวน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hop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หรือค่าที่ผู้ดูแลกำหนดเอง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1" dur="500"/>
                                        <p:tgtEl>
                                          <p:spTgt spid="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6" dur="500"/>
                                        <p:tgtEl>
                                          <p:spTgt spid="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1" dur="500"/>
                                        <p:tgtEl>
                                          <p:spTgt spid="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6" dur="500"/>
                                        <p:tgtEl>
                                          <p:spTgt spid="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PlaceHolder 1"/>
          <p:cNvSpPr>
            <a:spLocks noGrp="1"/>
          </p:cNvSpPr>
          <p:nvPr>
            <p:ph type="title"/>
          </p:nvPr>
        </p:nvSpPr>
        <p:spPr>
          <a:xfrm>
            <a:off x="838080" y="348480"/>
            <a:ext cx="68601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Graph abstraction: link costs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90" name="PlaceHolder 2"/>
          <p:cNvSpPr>
            <a:spLocks noGrp="1"/>
          </p:cNvSpPr>
          <p:nvPr>
            <p:ph type="sldNum" idx="1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FA2421F2-5406-4A9C-972B-A3D7D0FC55D6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91" name="Group 2"/>
          <p:cNvGrpSpPr/>
          <p:nvPr/>
        </p:nvGrpSpPr>
        <p:grpSpPr>
          <a:xfrm>
            <a:off x="1238760" y="1288440"/>
            <a:ext cx="3571560" cy="2236320"/>
            <a:chOff x="1238760" y="1288440"/>
            <a:chExt cx="3571560" cy="2236320"/>
          </a:xfrm>
        </p:grpSpPr>
        <p:sp>
          <p:nvSpPr>
            <p:cNvPr id="1192" name="Freeform 3"/>
            <p:cNvSpPr/>
            <p:nvPr/>
          </p:nvSpPr>
          <p:spPr>
            <a:xfrm>
              <a:off x="1238760" y="128844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3" name="Freeform 4"/>
            <p:cNvSpPr/>
            <p:nvPr/>
          </p:nvSpPr>
          <p:spPr>
            <a:xfrm>
              <a:off x="1772280" y="216000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Oval 5"/>
            <p:cNvSpPr/>
            <p:nvPr/>
          </p:nvSpPr>
          <p:spPr>
            <a:xfrm>
              <a:off x="1359360" y="25441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Line 6"/>
            <p:cNvSpPr/>
            <p:nvPr/>
          </p:nvSpPr>
          <p:spPr>
            <a:xfrm>
              <a:off x="1359360" y="25329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6" name="Line 7"/>
            <p:cNvSpPr/>
            <p:nvPr/>
          </p:nvSpPr>
          <p:spPr>
            <a:xfrm>
              <a:off x="1856160" y="25329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7" name="Rectangle 8"/>
            <p:cNvSpPr/>
            <p:nvPr/>
          </p:nvSpPr>
          <p:spPr>
            <a:xfrm>
              <a:off x="1359360" y="25329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8" name="Oval 9"/>
            <p:cNvSpPr/>
            <p:nvPr/>
          </p:nvSpPr>
          <p:spPr>
            <a:xfrm>
              <a:off x="1354680" y="24393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9" name="Oval 10"/>
            <p:cNvSpPr/>
            <p:nvPr/>
          </p:nvSpPr>
          <p:spPr>
            <a:xfrm>
              <a:off x="2112120" y="31586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Line 11"/>
            <p:cNvSpPr/>
            <p:nvPr/>
          </p:nvSpPr>
          <p:spPr>
            <a:xfrm>
              <a:off x="2111760" y="31474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Line 12"/>
            <p:cNvSpPr/>
            <p:nvPr/>
          </p:nvSpPr>
          <p:spPr>
            <a:xfrm>
              <a:off x="2608560" y="31474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Rectangle 13"/>
            <p:cNvSpPr/>
            <p:nvPr/>
          </p:nvSpPr>
          <p:spPr>
            <a:xfrm>
              <a:off x="2112120" y="31474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Oval 14"/>
            <p:cNvSpPr/>
            <p:nvPr/>
          </p:nvSpPr>
          <p:spPr>
            <a:xfrm>
              <a:off x="2107080" y="30538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4" name="Oval 15"/>
            <p:cNvSpPr/>
            <p:nvPr/>
          </p:nvSpPr>
          <p:spPr>
            <a:xfrm>
              <a:off x="2105640" y="20631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5" name="Line 16"/>
            <p:cNvSpPr/>
            <p:nvPr/>
          </p:nvSpPr>
          <p:spPr>
            <a:xfrm>
              <a:off x="2105280" y="20520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6" name="Line 17"/>
            <p:cNvSpPr/>
            <p:nvPr/>
          </p:nvSpPr>
          <p:spPr>
            <a:xfrm>
              <a:off x="2602440" y="20520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Rectangle 18"/>
            <p:cNvSpPr/>
            <p:nvPr/>
          </p:nvSpPr>
          <p:spPr>
            <a:xfrm>
              <a:off x="2105640" y="20520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Oval 19"/>
            <p:cNvSpPr/>
            <p:nvPr/>
          </p:nvSpPr>
          <p:spPr>
            <a:xfrm>
              <a:off x="2100960" y="19584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" name="Oval 20"/>
            <p:cNvSpPr/>
            <p:nvPr/>
          </p:nvSpPr>
          <p:spPr>
            <a:xfrm>
              <a:off x="3189960" y="205704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" name="Line 21"/>
            <p:cNvSpPr/>
            <p:nvPr/>
          </p:nvSpPr>
          <p:spPr>
            <a:xfrm>
              <a:off x="3189600" y="20455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" name="Line 22"/>
            <p:cNvSpPr/>
            <p:nvPr/>
          </p:nvSpPr>
          <p:spPr>
            <a:xfrm>
              <a:off x="3684960" y="20455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" name="Rectangle 23"/>
            <p:cNvSpPr/>
            <p:nvPr/>
          </p:nvSpPr>
          <p:spPr>
            <a:xfrm>
              <a:off x="3189960" y="204588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" name="Oval 24"/>
            <p:cNvSpPr/>
            <p:nvPr/>
          </p:nvSpPr>
          <p:spPr>
            <a:xfrm>
              <a:off x="3194640" y="195696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Oval 25"/>
            <p:cNvSpPr/>
            <p:nvPr/>
          </p:nvSpPr>
          <p:spPr>
            <a:xfrm>
              <a:off x="3205800" y="31539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Line 26"/>
            <p:cNvSpPr/>
            <p:nvPr/>
          </p:nvSpPr>
          <p:spPr>
            <a:xfrm>
              <a:off x="3205440" y="31424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6" name="Line 27"/>
            <p:cNvSpPr/>
            <p:nvPr/>
          </p:nvSpPr>
          <p:spPr>
            <a:xfrm>
              <a:off x="3702600" y="31424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7" name="Rectangle 28"/>
            <p:cNvSpPr/>
            <p:nvPr/>
          </p:nvSpPr>
          <p:spPr>
            <a:xfrm>
              <a:off x="3205800" y="31428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8" name="Oval 29"/>
            <p:cNvSpPr/>
            <p:nvPr/>
          </p:nvSpPr>
          <p:spPr>
            <a:xfrm>
              <a:off x="3201120" y="30492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Oval 30"/>
            <p:cNvSpPr/>
            <p:nvPr/>
          </p:nvSpPr>
          <p:spPr>
            <a:xfrm>
              <a:off x="4102560" y="2612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Line 31"/>
            <p:cNvSpPr/>
            <p:nvPr/>
          </p:nvSpPr>
          <p:spPr>
            <a:xfrm>
              <a:off x="4102560" y="26013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1" name="Line 32"/>
            <p:cNvSpPr/>
            <p:nvPr/>
          </p:nvSpPr>
          <p:spPr>
            <a:xfrm>
              <a:off x="4599360" y="26013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2" name="Rectangle 33"/>
            <p:cNvSpPr/>
            <p:nvPr/>
          </p:nvSpPr>
          <p:spPr>
            <a:xfrm>
              <a:off x="4102560" y="2601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3" name="Oval 34"/>
            <p:cNvSpPr/>
            <p:nvPr/>
          </p:nvSpPr>
          <p:spPr>
            <a:xfrm>
              <a:off x="4097880" y="2507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eform 35"/>
            <p:cNvSpPr/>
            <p:nvPr/>
          </p:nvSpPr>
          <p:spPr>
            <a:xfrm>
              <a:off x="3453480" y="220284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eform 36"/>
            <p:cNvSpPr/>
            <p:nvPr/>
          </p:nvSpPr>
          <p:spPr>
            <a:xfrm>
              <a:off x="2353320" y="221256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6" name="Freeform 37"/>
            <p:cNvSpPr/>
            <p:nvPr/>
          </p:nvSpPr>
          <p:spPr>
            <a:xfrm>
              <a:off x="2615400" y="218880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7" name="Freeform 38"/>
            <p:cNvSpPr/>
            <p:nvPr/>
          </p:nvSpPr>
          <p:spPr>
            <a:xfrm>
              <a:off x="3705840" y="274104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8" name="Freeform 39"/>
            <p:cNvSpPr/>
            <p:nvPr/>
          </p:nvSpPr>
          <p:spPr>
            <a:xfrm>
              <a:off x="2624760" y="31888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9" name="Freeform 40"/>
            <p:cNvSpPr/>
            <p:nvPr/>
          </p:nvSpPr>
          <p:spPr>
            <a:xfrm>
              <a:off x="1686600" y="267444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0" name="Freeform 41"/>
            <p:cNvSpPr/>
            <p:nvPr/>
          </p:nvSpPr>
          <p:spPr>
            <a:xfrm>
              <a:off x="2615400" y="209340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1" name="Freeform 42"/>
            <p:cNvSpPr/>
            <p:nvPr/>
          </p:nvSpPr>
          <p:spPr>
            <a:xfrm>
              <a:off x="3686760" y="208872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2" name="Freeform 43"/>
            <p:cNvSpPr/>
            <p:nvPr/>
          </p:nvSpPr>
          <p:spPr>
            <a:xfrm>
              <a:off x="1595880" y="140760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3" name="Group 44"/>
            <p:cNvGrpSpPr/>
            <p:nvPr/>
          </p:nvGrpSpPr>
          <p:grpSpPr>
            <a:xfrm>
              <a:off x="1438560" y="2356920"/>
              <a:ext cx="322560" cy="395280"/>
              <a:chOff x="1438560" y="2356920"/>
              <a:chExt cx="322560" cy="395280"/>
            </a:xfrm>
          </p:grpSpPr>
          <p:sp>
            <p:nvSpPr>
              <p:cNvPr id="1234" name="Rectangle 45"/>
              <p:cNvSpPr/>
              <p:nvPr/>
            </p:nvSpPr>
            <p:spPr>
              <a:xfrm>
                <a:off x="1481040" y="246024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Text Box 46"/>
              <p:cNvSpPr/>
              <p:nvPr/>
            </p:nvSpPr>
            <p:spPr>
              <a:xfrm>
                <a:off x="1438560" y="235692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36" name="Group 47"/>
            <p:cNvGrpSpPr/>
            <p:nvPr/>
          </p:nvGrpSpPr>
          <p:grpSpPr>
            <a:xfrm>
              <a:off x="3302280" y="2966400"/>
              <a:ext cx="308160" cy="395280"/>
              <a:chOff x="3302280" y="2966400"/>
              <a:chExt cx="308160" cy="395280"/>
            </a:xfrm>
          </p:grpSpPr>
          <p:sp>
            <p:nvSpPr>
              <p:cNvPr id="1237" name="Rectangle 48"/>
              <p:cNvSpPr/>
              <p:nvPr/>
            </p:nvSpPr>
            <p:spPr>
              <a:xfrm>
                <a:off x="3338640" y="30697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8" name="Text Box 49"/>
              <p:cNvSpPr/>
              <p:nvPr/>
            </p:nvSpPr>
            <p:spPr>
              <a:xfrm>
                <a:off x="3302280" y="296640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39" name="Group 50"/>
            <p:cNvGrpSpPr/>
            <p:nvPr/>
          </p:nvGrpSpPr>
          <p:grpSpPr>
            <a:xfrm>
              <a:off x="2208600" y="2914200"/>
              <a:ext cx="333360" cy="456120"/>
              <a:chOff x="2208600" y="2914200"/>
              <a:chExt cx="333360" cy="456120"/>
            </a:xfrm>
          </p:grpSpPr>
          <p:sp>
            <p:nvSpPr>
              <p:cNvPr id="1240" name="Rectangle 51"/>
              <p:cNvSpPr/>
              <p:nvPr/>
            </p:nvSpPr>
            <p:spPr>
              <a:xfrm>
                <a:off x="2256120" y="306504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Text Box 52"/>
              <p:cNvSpPr/>
              <p:nvPr/>
            </p:nvSpPr>
            <p:spPr>
              <a:xfrm>
                <a:off x="2208600" y="291420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42" name="Group 53"/>
            <p:cNvGrpSpPr/>
            <p:nvPr/>
          </p:nvGrpSpPr>
          <p:grpSpPr>
            <a:xfrm>
              <a:off x="3265920" y="1871280"/>
              <a:ext cx="365040" cy="395280"/>
              <a:chOff x="3265920" y="1871280"/>
              <a:chExt cx="365040" cy="395280"/>
            </a:xfrm>
          </p:grpSpPr>
          <p:sp>
            <p:nvSpPr>
              <p:cNvPr id="1243" name="Rectangle 54"/>
              <p:cNvSpPr/>
              <p:nvPr/>
            </p:nvSpPr>
            <p:spPr>
              <a:xfrm>
                <a:off x="3328920" y="197424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4" name="Text Box 55"/>
              <p:cNvSpPr/>
              <p:nvPr/>
            </p:nvSpPr>
            <p:spPr>
              <a:xfrm>
                <a:off x="3265920" y="187128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45" name="Group 56"/>
            <p:cNvGrpSpPr/>
            <p:nvPr/>
          </p:nvGrpSpPr>
          <p:grpSpPr>
            <a:xfrm>
              <a:off x="2206800" y="1871280"/>
              <a:ext cx="308160" cy="395280"/>
              <a:chOff x="2206800" y="1871280"/>
              <a:chExt cx="308160" cy="395280"/>
            </a:xfrm>
          </p:grpSpPr>
          <p:sp>
            <p:nvSpPr>
              <p:cNvPr id="1246" name="Rectangle 57"/>
              <p:cNvSpPr/>
              <p:nvPr/>
            </p:nvSpPr>
            <p:spPr>
              <a:xfrm>
                <a:off x="2243160" y="197424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Text Box 58"/>
              <p:cNvSpPr/>
              <p:nvPr/>
            </p:nvSpPr>
            <p:spPr>
              <a:xfrm>
                <a:off x="2206800" y="1871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48" name="Group 59"/>
            <p:cNvGrpSpPr/>
            <p:nvPr/>
          </p:nvGrpSpPr>
          <p:grpSpPr>
            <a:xfrm>
              <a:off x="4197960" y="2376000"/>
              <a:ext cx="333360" cy="456120"/>
              <a:chOff x="4197960" y="2376000"/>
              <a:chExt cx="333360" cy="456120"/>
            </a:xfrm>
          </p:grpSpPr>
          <p:sp>
            <p:nvSpPr>
              <p:cNvPr id="1249" name="Rectangle 60"/>
              <p:cNvSpPr/>
              <p:nvPr/>
            </p:nvSpPr>
            <p:spPr>
              <a:xfrm>
                <a:off x="4248360" y="252684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Text Box 61"/>
              <p:cNvSpPr/>
              <p:nvPr/>
            </p:nvSpPr>
            <p:spPr>
              <a:xfrm>
                <a:off x="4197960" y="237600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Text Box 62"/>
            <p:cNvSpPr/>
            <p:nvPr/>
          </p:nvSpPr>
          <p:spPr>
            <a:xfrm>
              <a:off x="1765440" y="20775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Text Box 63"/>
            <p:cNvSpPr/>
            <p:nvPr/>
          </p:nvSpPr>
          <p:spPr>
            <a:xfrm>
              <a:off x="2317680" y="24253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Text Box 64"/>
            <p:cNvSpPr/>
            <p:nvPr/>
          </p:nvSpPr>
          <p:spPr>
            <a:xfrm>
              <a:off x="1627200" y="27633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4" name="Text Box 65"/>
            <p:cNvSpPr/>
            <p:nvPr/>
          </p:nvSpPr>
          <p:spPr>
            <a:xfrm>
              <a:off x="2927520" y="25729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5" name="Text Box 66"/>
            <p:cNvSpPr/>
            <p:nvPr/>
          </p:nvSpPr>
          <p:spPr>
            <a:xfrm>
              <a:off x="2827440" y="31348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Text Box 67"/>
            <p:cNvSpPr/>
            <p:nvPr/>
          </p:nvSpPr>
          <p:spPr>
            <a:xfrm>
              <a:off x="3399120" y="245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Text Box 68"/>
            <p:cNvSpPr/>
            <p:nvPr/>
          </p:nvSpPr>
          <p:spPr>
            <a:xfrm>
              <a:off x="3970440" y="2872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8" name="Text Box 69"/>
            <p:cNvSpPr/>
            <p:nvPr/>
          </p:nvSpPr>
          <p:spPr>
            <a:xfrm>
              <a:off x="3927600" y="20203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9" name="Text Box 70"/>
            <p:cNvSpPr/>
            <p:nvPr/>
          </p:nvSpPr>
          <p:spPr>
            <a:xfrm>
              <a:off x="2760840" y="17823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0" name="Text Box 71"/>
            <p:cNvSpPr/>
            <p:nvPr/>
          </p:nvSpPr>
          <p:spPr>
            <a:xfrm>
              <a:off x="2203560" y="13582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1" name="Text Box 72"/>
          <p:cNvSpPr/>
          <p:nvPr/>
        </p:nvSpPr>
        <p:spPr>
          <a:xfrm>
            <a:off x="1411920" y="3898080"/>
            <a:ext cx="27216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graph: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G = (N,E)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TextBox 1"/>
          <p:cNvSpPr/>
          <p:nvPr/>
        </p:nvSpPr>
        <p:spPr>
          <a:xfrm>
            <a:off x="5456880" y="1415880"/>
            <a:ext cx="5884200" cy="31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400" b="0" i="1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a,b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 of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direct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link connecting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and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e.g., c</a:t>
            </a:r>
            <a:r>
              <a:rPr lang="en-US" sz="2400" b="0" i="1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w,z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 5,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400" b="0" i="1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u,z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1720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 defined by network operator: could always be 1, or inversely related to bandwidth, or inversely related to congestion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Text Box 72"/>
          <p:cNvSpPr/>
          <p:nvPr/>
        </p:nvSpPr>
        <p:spPr>
          <a:xfrm>
            <a:off x="1638360" y="4537080"/>
            <a:ext cx="56926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set of routers = {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u, v, w, x, y, z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}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Text Box 72"/>
          <p:cNvSpPr/>
          <p:nvPr/>
        </p:nvSpPr>
        <p:spPr>
          <a:xfrm>
            <a:off x="1638360" y="5106600"/>
            <a:ext cx="10653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E: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set of links =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{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(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u,v), (u,x), (v,x), (v,w), (x,w), (x,y), (w,y), (w,z), (y,z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)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}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Box 3"/>
          <p:cNvSpPr/>
          <p:nvPr/>
        </p:nvSpPr>
        <p:spPr>
          <a:xfrm>
            <a:off x="0" y="6587640"/>
            <a:ext cx="5369400" cy="455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c(u,z) = ∞ </a:t>
            </a:r>
            <a:r>
              <a:rPr lang="hi-IN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ในสไลด์หมายถึง </a:t>
            </a:r>
            <a:r>
              <a:rPr lang="hi-IN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ไม่มี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direct link u–z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</a:t>
            </a:r>
            <a:r>
              <a:rPr lang="hi-IN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ไม่ได้หมายความว่าไม่มีเส้นทางจาก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 </a:t>
            </a:r>
            <a:r>
              <a:rPr lang="hi-IN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ไป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 </a:t>
            </a:r>
            <a:r>
              <a:rPr lang="hi-IN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ใน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Box 6"/>
          <p:cNvSpPr/>
          <p:nvPr/>
        </p:nvSpPr>
        <p:spPr>
          <a:xfrm>
            <a:off x="0" y="6312600"/>
            <a:ext cx="5369400" cy="455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algorithm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เราจะมอง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แต่ละตัวเป็น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node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และ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เป็น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edge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แล้วใส่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ให้แต่ละ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Box 8"/>
          <p:cNvSpPr/>
          <p:nvPr/>
        </p:nvSpPr>
        <p:spPr>
          <a:xfrm>
            <a:off x="5369760" y="6581160"/>
            <a:ext cx="2328480" cy="455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 → x → y → z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มี 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path cost 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87" dur="indefinite" restart="never" nodeType="tmRoot">
          <p:childTnLst>
            <p:seq>
              <p:cTn id="188" dur="indefinite" nodeType="mainSeq">
                <p:childTnLst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3" dur="500"/>
                                        <p:tgtEl>
                                          <p:spTgt spid="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8" dur="5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3" dur="500"/>
                                        <p:tgtEl>
                                          <p:spTgt spid="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PlaceHolder 1"/>
          <p:cNvSpPr>
            <a:spLocks noGrp="1"/>
          </p:cNvSpPr>
          <p:nvPr>
            <p:ph type="title"/>
          </p:nvPr>
        </p:nvSpPr>
        <p:spPr>
          <a:xfrm>
            <a:off x="838080" y="348480"/>
            <a:ext cx="832032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Routing algorithm classification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269" name="PlaceHolder 2"/>
          <p:cNvSpPr>
            <a:spLocks noGrp="1"/>
          </p:cNvSpPr>
          <p:nvPr>
            <p:ph type="sldNum" idx="2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77FE635D-2B67-4127-886B-05E24D5045BD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270" name="Straight Arrow Connector 3"/>
          <p:cNvCxnSpPr/>
          <p:nvPr/>
        </p:nvCxnSpPr>
        <p:spPr>
          <a:xfrm>
            <a:off x="6090840" y="1147320"/>
            <a:ext cx="360" cy="5044320"/>
          </a:xfrm>
          <a:prstGeom prst="straightConnector1">
            <a:avLst/>
          </a:prstGeom>
          <a:ln w="25400">
            <a:solidFill>
              <a:srgbClr val="0000A8"/>
            </a:solidFill>
            <a:headEnd len="med" type="triangle" w="med"/>
            <a:tailEnd len="med" type="triangle" w="med"/>
          </a:ln>
        </p:spPr>
      </p:cxnSp>
      <p:cxnSp>
        <p:nvCxnSpPr>
          <p:cNvPr id="1271" name="Straight Arrow Connector 77"/>
          <p:cNvCxnSpPr/>
          <p:nvPr/>
        </p:nvCxnSpPr>
        <p:spPr>
          <a:xfrm flipH="1">
            <a:off x="235800" y="3276000"/>
            <a:ext cx="11666160" cy="360"/>
          </a:xfrm>
          <a:prstGeom prst="straightConnector1">
            <a:avLst/>
          </a:prstGeom>
          <a:ln w="25400">
            <a:solidFill>
              <a:srgbClr val="0000A8"/>
            </a:solidFill>
            <a:headEnd len="med" type="triangle" w="med"/>
            <a:tailEnd len="med" type="triangle" w="med"/>
          </a:ln>
        </p:spPr>
      </p:cxnSp>
      <p:sp>
        <p:nvSpPr>
          <p:cNvPr id="1272" name="TextBox 6"/>
          <p:cNvSpPr/>
          <p:nvPr/>
        </p:nvSpPr>
        <p:spPr>
          <a:xfrm>
            <a:off x="4542480" y="6147360"/>
            <a:ext cx="388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global or decentralized information?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3" name="Group 9"/>
          <p:cNvGrpSpPr/>
          <p:nvPr/>
        </p:nvGrpSpPr>
        <p:grpSpPr>
          <a:xfrm>
            <a:off x="3996720" y="1309680"/>
            <a:ext cx="4512600" cy="1208880"/>
            <a:chOff x="3996720" y="1309680"/>
            <a:chExt cx="4512600" cy="1208880"/>
          </a:xfrm>
        </p:grpSpPr>
        <p:sp>
          <p:nvSpPr>
            <p:cNvPr id="1274" name="Rectangle 8"/>
            <p:cNvSpPr/>
            <p:nvPr/>
          </p:nvSpPr>
          <p:spPr>
            <a:xfrm>
              <a:off x="5987880" y="1353960"/>
              <a:ext cx="221040" cy="1164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75" name="Rectangle 3"/>
            <p:cNvSpPr/>
            <p:nvPr/>
          </p:nvSpPr>
          <p:spPr>
            <a:xfrm>
              <a:off x="3996720" y="1309680"/>
              <a:ext cx="4512600" cy="12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rmAutofit fontScale="92500" lnSpcReduction="9999"/>
            </a:bodyPr>
            <a:p>
              <a:pPr marL="130320" defTabSz="914400">
                <a:lnSpc>
                  <a:spcPct val="90000"/>
                </a:lnSpc>
                <a:spcBef>
                  <a:spcPts val="400"/>
                </a:spcBef>
                <a:tabLst>
                  <a:tab pos="0" algn="l"/>
                </a:tabLst>
              </a:pPr>
              <a:r>
                <a:rPr lang="en-US" sz="2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global: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all routers have 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complete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topology, link cost info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400"/>
                </a:spcBef>
                <a:buClr>
                  <a:srgbClr val="0000A3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“link state”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algorithms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pos="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6" name="Group 11"/>
          <p:cNvGrpSpPr/>
          <p:nvPr/>
        </p:nvGrpSpPr>
        <p:grpSpPr>
          <a:xfrm>
            <a:off x="3465720" y="4161240"/>
            <a:ext cx="6179040" cy="2457720"/>
            <a:chOff x="3465720" y="4161240"/>
            <a:chExt cx="6179040" cy="2457720"/>
          </a:xfrm>
        </p:grpSpPr>
        <p:sp>
          <p:nvSpPr>
            <p:cNvPr id="1277" name="Rectangle 10"/>
            <p:cNvSpPr/>
            <p:nvPr/>
          </p:nvSpPr>
          <p:spPr>
            <a:xfrm>
              <a:off x="6002640" y="4200480"/>
              <a:ext cx="147240" cy="1798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78" name="Rectangle 3"/>
            <p:cNvSpPr/>
            <p:nvPr/>
          </p:nvSpPr>
          <p:spPr>
            <a:xfrm>
              <a:off x="3465720" y="4161240"/>
              <a:ext cx="6179040" cy="245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rmAutofit/>
            </a:bodyPr>
            <a:p>
              <a:pPr marL="130320" defTabSz="914400">
                <a:lnSpc>
                  <a:spcPct val="90000"/>
                </a:lnSpc>
                <a:spcBef>
                  <a:spcPts val="400"/>
                </a:spcBef>
                <a:tabLst>
                  <a:tab pos="0" algn="l"/>
                </a:tabLst>
              </a:pPr>
              <a:r>
                <a:rPr lang="en-US" sz="2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decentralized: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iterative process of computation, exchange of info with neighbors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07880" indent="-233280" defTabSz="914400">
                <a:lnSpc>
                  <a:spcPct val="90000"/>
                </a:lnSpc>
                <a:spcBef>
                  <a:spcPts val="400"/>
                </a:spcBef>
                <a:buClr>
                  <a:srgbClr val="0000A8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routers initially only know link costs to attached neighbors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07880" indent="-233280" defTabSz="914400">
                <a:lnSpc>
                  <a:spcPct val="90000"/>
                </a:lnSpc>
                <a:spcBef>
                  <a:spcPts val="400"/>
                </a:spcBef>
                <a:buClr>
                  <a:srgbClr val="0000A8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“distance vector”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algorithms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9" name="TextBox 90"/>
          <p:cNvSpPr/>
          <p:nvPr/>
        </p:nvSpPr>
        <p:spPr>
          <a:xfrm>
            <a:off x="250560" y="2658600"/>
            <a:ext cx="125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fast do routes change?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Rectangle 93"/>
          <p:cNvSpPr/>
          <p:nvPr/>
        </p:nvSpPr>
        <p:spPr>
          <a:xfrm>
            <a:off x="10171440" y="1019520"/>
            <a:ext cx="176760" cy="1032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281" name="Group 16"/>
          <p:cNvGrpSpPr/>
          <p:nvPr/>
        </p:nvGrpSpPr>
        <p:grpSpPr>
          <a:xfrm>
            <a:off x="8740440" y="2455920"/>
            <a:ext cx="3451320" cy="2373120"/>
            <a:chOff x="8740440" y="2455920"/>
            <a:chExt cx="3451320" cy="2373120"/>
          </a:xfrm>
        </p:grpSpPr>
        <p:sp>
          <p:nvSpPr>
            <p:cNvPr id="1282" name="Rectangle 14"/>
            <p:cNvSpPr/>
            <p:nvPr/>
          </p:nvSpPr>
          <p:spPr>
            <a:xfrm>
              <a:off x="8922600" y="3149640"/>
              <a:ext cx="2580480" cy="209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3" name="Rectangle 4"/>
            <p:cNvSpPr/>
            <p:nvPr/>
          </p:nvSpPr>
          <p:spPr>
            <a:xfrm>
              <a:off x="8740440" y="2455920"/>
              <a:ext cx="3451320" cy="237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marL="57240" indent="-57240" defTabSz="914400">
                <a:lnSpc>
                  <a:spcPct val="90000"/>
                </a:lnSpc>
                <a:spcBef>
                  <a:spcPts val="1001"/>
                </a:spcBef>
                <a:tabLst>
                  <a:tab pos="0" algn="l"/>
                </a:tabLst>
              </a:pPr>
              <a:r>
                <a:rPr lang="en-US" sz="2800" b="0" u="none" strike="noStrike">
                  <a:solidFill>
                    <a:srgbClr val="CC0000"/>
                  </a:solidFill>
                  <a:effectLst/>
                  <a:uFillTx/>
                  <a:latin typeface="Calibri"/>
                </a:rPr>
                <a:t>dynamic</a:t>
              </a:r>
              <a:r>
                <a:rPr lang="en-US" sz="2400" b="0" i="1" u="none" strike="noStrike">
                  <a:solidFill>
                    <a:srgbClr val="CC0000"/>
                  </a:solidFill>
                  <a:effectLst/>
                  <a:uFillTx/>
                  <a:latin typeface="Calibri"/>
                </a:rPr>
                <a:t>: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routes change more quickly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9200" lvl="1" indent="-233280" defTabSz="914400">
                <a:lnSpc>
                  <a:spcPct val="90000"/>
                </a:lnSpc>
                <a:spcBef>
                  <a:spcPts val="400"/>
                </a:spcBef>
                <a:buClr>
                  <a:srgbClr val="0000A8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periodic updates or in response to link cost changes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84" name="Group 15"/>
          <p:cNvGrpSpPr/>
          <p:nvPr/>
        </p:nvGrpSpPr>
        <p:grpSpPr>
          <a:xfrm>
            <a:off x="1313640" y="2848320"/>
            <a:ext cx="3021840" cy="1208880"/>
            <a:chOff x="1313640" y="2848320"/>
            <a:chExt cx="3021840" cy="1208880"/>
          </a:xfrm>
        </p:grpSpPr>
        <p:sp>
          <p:nvSpPr>
            <p:cNvPr id="1285" name="Rectangle 97"/>
            <p:cNvSpPr/>
            <p:nvPr/>
          </p:nvSpPr>
          <p:spPr>
            <a:xfrm>
              <a:off x="1464840" y="3149640"/>
              <a:ext cx="2531520" cy="224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6" name="Rectangle 3"/>
            <p:cNvSpPr/>
            <p:nvPr/>
          </p:nvSpPr>
          <p:spPr>
            <a:xfrm>
              <a:off x="1313640" y="2848320"/>
              <a:ext cx="3021840" cy="12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rmAutofit/>
            </a:bodyPr>
            <a:p>
              <a:pPr marL="130320" defTabSz="914400">
                <a:lnSpc>
                  <a:spcPct val="90000"/>
                </a:lnSpc>
                <a:spcBef>
                  <a:spcPts val="400"/>
                </a:spcBef>
                <a:tabLst>
                  <a:tab pos="0" algn="l"/>
                </a:tabLst>
              </a:pPr>
              <a:r>
                <a:rPr lang="en-US" sz="2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static: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routes change slowly over time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7" name="Oval 17"/>
          <p:cNvSpPr/>
          <p:nvPr/>
        </p:nvSpPr>
        <p:spPr>
          <a:xfrm>
            <a:off x="4365360" y="1899720"/>
            <a:ext cx="1621800" cy="73692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8" name="Oval 101"/>
          <p:cNvSpPr/>
          <p:nvPr/>
        </p:nvSpPr>
        <p:spPr>
          <a:xfrm>
            <a:off x="3883680" y="5459040"/>
            <a:ext cx="2280600" cy="73692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9" name="TextBox 2"/>
          <p:cNvSpPr/>
          <p:nvPr/>
        </p:nvSpPr>
        <p:spPr>
          <a:xfrm>
            <a:off x="0" y="6584040"/>
            <a:ext cx="6485760" cy="455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ข้อมูลที่ใช้ในการคำนวณเส้นทาง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(information available / computation model ) / 2.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การเปลี่ยนแปลง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ตามเวลา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04" dur="indefinite" restart="never" nodeType="tmRoot">
          <p:childTnLst>
            <p:seq>
              <p:cTn id="205" dur="indefinite" nodeType="mainSeq">
                <p:childTnLst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0" dur="5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5" dur="500"/>
                                        <p:tgtEl>
                                          <p:spTgt spid="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0"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22" dur="500"/>
                                        <p:tgtEl>
                                          <p:spTgt spid="1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8" dur="500"/>
                                        <p:tgtEl>
                                          <p:spTgt spid="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3" dur="500"/>
                                        <p:tgtEl>
                                          <p:spTgt spid="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35" dur="500"/>
                                        <p:tgtEl>
                                          <p:spTgt spid="1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1" dur="500"/>
                                        <p:tgtEl>
                                          <p:spTgt spid="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291" name="Rectangle 4"/>
          <p:cNvSpPr/>
          <p:nvPr/>
        </p:nvSpPr>
        <p:spPr>
          <a:xfrm>
            <a:off x="6761520" y="4144680"/>
            <a:ext cx="506628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link state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distance vector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PlaceHolder 2"/>
          <p:cNvSpPr>
            <a:spLocks noGrp="1"/>
          </p:cNvSpPr>
          <p:nvPr>
            <p:ph type="sldNum" idx="2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56049D2E-B5C4-45D4-B219-4D72F44E02F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4" name="Picture 2"/>
          <p:cNvPicPr/>
          <p:nvPr/>
        </p:nvPicPr>
        <p:blipFill>
          <a:blip r:embed="rId1"/>
          <a:stretch/>
        </p:blipFill>
        <p:spPr>
          <a:xfrm>
            <a:off x="6904800" y="163404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PlaceHolder 1"/>
          <p:cNvSpPr>
            <a:spLocks noGrp="1"/>
          </p:cNvSpPr>
          <p:nvPr>
            <p:ph type="title"/>
          </p:nvPr>
        </p:nvSpPr>
        <p:spPr>
          <a:xfrm>
            <a:off x="838080" y="348480"/>
            <a:ext cx="98391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link-state routing algorithm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296" name="PlaceHolder 2"/>
          <p:cNvSpPr>
            <a:spLocks noGrp="1"/>
          </p:cNvSpPr>
          <p:nvPr>
            <p:ph type="sldNum" idx="2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1A828519-42A0-4B39-BAEA-8D1786B28D08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12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Rectangle 3"/>
          <p:cNvSpPr/>
          <p:nvPr/>
        </p:nvSpPr>
        <p:spPr>
          <a:xfrm>
            <a:off x="750960" y="1541160"/>
            <a:ext cx="5708520" cy="49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centralized: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 topology, link costs known to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nodes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accomplished via “link state broadcast”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nodes have same info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computes least cost paths from one node (“source”) to all other nodes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gives </a:t>
            </a:r>
            <a:r>
              <a:rPr lang="en-US" sz="2400" b="0" i="1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forwarding table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for that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iterative: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after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iterations, know least cost path to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destinations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8" name="Group 4"/>
          <p:cNvGrpSpPr/>
          <p:nvPr/>
        </p:nvGrpSpPr>
        <p:grpSpPr>
          <a:xfrm>
            <a:off x="7315200" y="1523880"/>
            <a:ext cx="4440960" cy="4881960"/>
            <a:chOff x="7315200" y="1523880"/>
            <a:chExt cx="4440960" cy="4881960"/>
          </a:xfrm>
        </p:grpSpPr>
        <p:sp>
          <p:nvSpPr>
            <p:cNvPr id="1299" name="Rectangle 4"/>
            <p:cNvSpPr/>
            <p:nvPr/>
          </p:nvSpPr>
          <p:spPr>
            <a:xfrm>
              <a:off x="7387920" y="2167920"/>
              <a:ext cx="4310280" cy="423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marL="403200" indent="-272880" defTabSz="914400">
                <a:lnSpc>
                  <a:spcPct val="85000"/>
                </a:lnSpc>
                <a:spcBef>
                  <a:spcPts val="6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lang="en-US" sz="28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c</a:t>
              </a:r>
              <a:r>
                <a:rPr lang="en-US" sz="2800" b="0" i="1" u="none" strike="noStrike" baseline="-25000">
                  <a:solidFill>
                    <a:srgbClr val="000099"/>
                  </a:solidFill>
                  <a:effectLst/>
                  <a:uFillTx/>
                  <a:latin typeface="Calibri"/>
                </a:rPr>
                <a:t>x,y</a:t>
              </a:r>
              <a:r>
                <a:rPr lang="en-US" sz="28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: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r>
                <a:rPr lang="en-US" sz="2400" b="0" u="sng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direct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link cost from node 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to 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;  = ∞ if not direct neighbors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03200" indent="-272880" defTabSz="914400">
                <a:lnSpc>
                  <a:spcPct val="85000"/>
                </a:lnSpc>
                <a:spcBef>
                  <a:spcPts val="6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lang="en-US" sz="28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D(v):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current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estimate of cost of least-cost-path from source to destination 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v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03200" indent="-272880" defTabSz="914400">
                <a:lnSpc>
                  <a:spcPct val="85000"/>
                </a:lnSpc>
                <a:spcBef>
                  <a:spcPts val="6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lang="en-US" sz="28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p(v):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predecessor node along path from source to 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v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03200" indent="-272880" defTabSz="914400">
                <a:lnSpc>
                  <a:spcPct val="85000"/>
                </a:lnSpc>
                <a:spcBef>
                  <a:spcPts val="6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lang="en-US" sz="28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N</a:t>
              </a:r>
              <a:r>
                <a:rPr lang="en-US" sz="28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</a:rPr>
                <a:t>':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set of nodes whose least-cost-path 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definitively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known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75000"/>
                </a:lnSpc>
                <a:spcBef>
                  <a:spcPts val="1001"/>
                </a:spcBef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Rectangle 1"/>
            <p:cNvSpPr/>
            <p:nvPr/>
          </p:nvSpPr>
          <p:spPr>
            <a:xfrm>
              <a:off x="7315200" y="1828800"/>
              <a:ext cx="4440960" cy="433944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1" name="TextBox 2"/>
            <p:cNvSpPr/>
            <p:nvPr/>
          </p:nvSpPr>
          <p:spPr>
            <a:xfrm>
              <a:off x="7823160" y="1523880"/>
              <a:ext cx="1802520" cy="5781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notation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2" name="TextBox 6"/>
          <p:cNvSpPr/>
          <p:nvPr/>
        </p:nvSpPr>
        <p:spPr>
          <a:xfrm>
            <a:off x="0" y="6584040"/>
            <a:ext cx="6140160" cy="2732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Dijkstra’s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อ่านว่า ไดก์สตราส์ มาจากชื่อ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Edsger Dijkstra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นักวิทยาการคอมพิวเตอร์ชาวดัตช์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TextBox 8"/>
          <p:cNvSpPr/>
          <p:nvPr/>
        </p:nvSpPr>
        <p:spPr>
          <a:xfrm>
            <a:off x="0" y="6227640"/>
            <a:ext cx="10696320" cy="638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c=direct-link cost, D=</a:t>
            </a:r>
            <a:r>
              <a:rPr lang="th-TH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ค่าประมาณปัจจุบันของ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least-cost path,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 predecessor </a:t>
            </a:r>
            <a:r>
              <a:rPr lang="th-TH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บน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path </a:t>
            </a:r>
            <a:r>
              <a:rPr lang="th-TH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ที่กำลังเลือก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N′ = </a:t>
            </a:r>
            <a:r>
              <a:rPr lang="th-TH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เซตของ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nodes </a:t>
            </a:r>
            <a:r>
              <a:rPr lang="th-TH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ที่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least-cost path </a:t>
            </a:r>
            <a:r>
              <a:rPr lang="th-TH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ถูกยืนยันแล้ว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42" dur="indefinite" restart="never" nodeType="tmRoot">
          <p:childTnLst>
            <p:seq>
              <p:cTn id="243" dur="indefinite" nodeType="mainSeq">
                <p:childTnLst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8" dur="500"/>
                                        <p:tgtEl>
                                          <p:spTgt spid="1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1" dur="500"/>
                                        <p:tgtEl>
                                          <p:spTgt spid="1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4" dur="500"/>
                                        <p:tgtEl>
                                          <p:spTgt spid="1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9" dur="500"/>
                                        <p:tgtEl>
                                          <p:spTgt spid="1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2" dur="500"/>
                                        <p:tgtEl>
                                          <p:spTgt spid="1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7" dur="500"/>
                                        <p:tgtEl>
                                          <p:spTgt spid="1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2"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roup 11"/>
          <p:cNvGrpSpPr/>
          <p:nvPr/>
        </p:nvGrpSpPr>
        <p:grpSpPr>
          <a:xfrm>
            <a:off x="1088640" y="3643200"/>
            <a:ext cx="1668960" cy="2786400"/>
            <a:chOff x="1088640" y="3643200"/>
            <a:chExt cx="1668960" cy="2786400"/>
          </a:xfrm>
        </p:grpSpPr>
        <p:sp>
          <p:nvSpPr>
            <p:cNvPr id="1305" name="Oval 3"/>
            <p:cNvSpPr/>
            <p:nvPr/>
          </p:nvSpPr>
          <p:spPr>
            <a:xfrm>
              <a:off x="1088640" y="3643200"/>
              <a:ext cx="1479960" cy="2786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6" name="Rectangle 4"/>
            <p:cNvSpPr/>
            <p:nvPr/>
          </p:nvSpPr>
          <p:spPr>
            <a:xfrm>
              <a:off x="1857960" y="3759120"/>
              <a:ext cx="899640" cy="2583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307" name="Straight Arrow Connector 9"/>
            <p:cNvCxnSpPr/>
            <p:nvPr/>
          </p:nvCxnSpPr>
          <p:spPr>
            <a:xfrm>
              <a:off x="2074320" y="3723120"/>
              <a:ext cx="144720" cy="10800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len="med" type="triangle" w="med"/>
            </a:ln>
          </p:spPr>
        </p:cxnSp>
      </p:grpSp>
      <p:sp>
        <p:nvSpPr>
          <p:cNvPr id="1308" name="PlaceHolder 1"/>
          <p:cNvSpPr>
            <a:spLocks noGrp="1"/>
          </p:cNvSpPr>
          <p:nvPr>
            <p:ph type="title"/>
          </p:nvPr>
        </p:nvSpPr>
        <p:spPr>
          <a:xfrm>
            <a:off x="838080" y="348480"/>
            <a:ext cx="98391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link-state routing algorithm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309" name="PlaceHolder 2"/>
          <p:cNvSpPr>
            <a:spLocks noGrp="1"/>
          </p:cNvSpPr>
          <p:nvPr>
            <p:ph type="sldNum" idx="2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37284816-50CB-47B9-ACF1-2E7293B5F1CC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13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Text Box 3"/>
          <p:cNvSpPr/>
          <p:nvPr/>
        </p:nvSpPr>
        <p:spPr>
          <a:xfrm>
            <a:off x="2157480" y="1225800"/>
            <a:ext cx="9798840" cy="29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Initialization: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2  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N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= {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}                              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/* compute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least cost path from u to all other nodes */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3    for all nodes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v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4      if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v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adjacent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/*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initially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knows direct-path-cost only to  direct neighbors    */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5          then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D(v) = c</a:t>
            </a:r>
            <a:r>
              <a:rPr lang="en-US" sz="2400" b="0" i="1" u="none" strike="noStrike" baseline="-25000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u,v      </a:t>
            </a:r>
            <a:r>
              <a:rPr lang="en-US" sz="18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 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/* but may not be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minimum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cost!                                                    */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6      else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D(v)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=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∞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7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Text Box 3"/>
          <p:cNvSpPr/>
          <p:nvPr/>
        </p:nvSpPr>
        <p:spPr>
          <a:xfrm>
            <a:off x="2179080" y="3195000"/>
            <a:ext cx="3371040" cy="33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10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15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until all nodes in N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Text Box 3"/>
          <p:cNvSpPr/>
          <p:nvPr/>
        </p:nvSpPr>
        <p:spPr>
          <a:xfrm>
            <a:off x="2766960" y="3547080"/>
            <a:ext cx="8365680" cy="26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find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D(w)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add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update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D(v)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for all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v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adjacent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and not in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    D(v) = </a:t>
            </a:r>
            <a:r>
              <a:rPr lang="en-US" sz="2400" b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min</a:t>
            </a:r>
            <a:r>
              <a:rPr lang="en-US" sz="24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( </a:t>
            </a:r>
            <a:r>
              <a:rPr lang="en-US" sz="24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D(v),  D(w) + c</a:t>
            </a:r>
            <a:r>
              <a:rPr lang="en-US" sz="2400" b="1" i="1" u="none" strike="noStrike" baseline="-25000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w,v  </a:t>
            </a:r>
            <a:r>
              <a:rPr lang="en-US" sz="2400" b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)</a:t>
            </a:r>
            <a:r>
              <a:rPr lang="en-US" sz="24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/* new least-path-cost to </a:t>
            </a: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v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is either old least-cost-path to</a:t>
            </a: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v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or known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least-cost-path to </a:t>
            </a: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plus direct-cost from </a:t>
            </a: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v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*/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73" dur="indefinite" restart="never" nodeType="tmRoot">
          <p:childTnLst>
            <p:seq>
              <p:cTn id="274" dur="indefinite" nodeType="mainSeq">
                <p:childTnLst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9"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4"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500"/>
                            </p:stCondLst>
                            <p:childTnLst>
                              <p:par>
                                <p:cTn id="286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8" dur="5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3" dur="500"/>
                                        <p:tgtEl>
                                          <p:spTgt spid="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314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21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1322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3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4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5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6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7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8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9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0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1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2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3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4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5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6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7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8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9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1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3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4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5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7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0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1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7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9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63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1364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5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6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1367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8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9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1370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1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72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1373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4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75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1376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7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78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1379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0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81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3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4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7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8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9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0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1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Text Box 6"/>
          <p:cNvSpPr/>
          <p:nvPr/>
        </p:nvSpPr>
        <p:spPr>
          <a:xfrm>
            <a:off x="13837680" y="2958840"/>
            <a:ext cx="128340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5,u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3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1394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5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8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9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0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401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402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403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404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1405" name="TextBox 3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TextBox 520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TextBox 521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TextBox 522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TextBox 523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Rectangle 52"/>
          <p:cNvSpPr/>
          <p:nvPr/>
        </p:nvSpPr>
        <p:spPr>
          <a:xfrm>
            <a:off x="4413600" y="4056840"/>
            <a:ext cx="6164640" cy="11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13A3"/>
                </a:solidFill>
                <a:effectLst/>
                <a:uFillTx/>
                <a:latin typeface="Calibri"/>
              </a:rPr>
              <a:t>Initialization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(step 0):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For all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: if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adjacent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then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D(a) = c</a:t>
            </a:r>
            <a:r>
              <a:rPr lang="en-US" sz="2400" b="0" i="1" u="none" strike="noStrike" baseline="-25000">
                <a:solidFill>
                  <a:srgbClr val="000000"/>
                </a:solidFill>
                <a:effectLst/>
                <a:uFillTx/>
                <a:latin typeface="Calibri"/>
              </a:rPr>
              <a:t>u,a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94" dur="indefinite" restart="never" nodeType="tmRoot">
          <p:childTnLst>
            <p:seq>
              <p:cTn id="295" dur="indefinite" nodeType="mainSeq">
                <p:childTnLst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00" dur="1000"/>
                                        <p:tgtEl>
                                          <p:spTgt spid="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412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 Box 6"/>
          <p:cNvSpPr/>
          <p:nvPr/>
        </p:nvSpPr>
        <p:spPr>
          <a:xfrm>
            <a:off x="13837680" y="2958840"/>
            <a:ext cx="128340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5,u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21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1422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3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4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5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6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27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28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429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430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431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432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1433" name="Text Box 3"/>
          <p:cNvSpPr/>
          <p:nvPr/>
        </p:nvSpPr>
        <p:spPr>
          <a:xfrm>
            <a:off x="5517360" y="3427200"/>
            <a:ext cx="1336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35" name="Group 9"/>
          <p:cNvGrpSpPr/>
          <p:nvPr/>
        </p:nvGrpSpPr>
        <p:grpSpPr>
          <a:xfrm>
            <a:off x="3119400" y="1277280"/>
            <a:ext cx="4176000" cy="1355040"/>
            <a:chOff x="3119400" y="1277280"/>
            <a:chExt cx="4176000" cy="1355040"/>
          </a:xfrm>
        </p:grpSpPr>
        <p:sp>
          <p:nvSpPr>
            <p:cNvPr id="1436" name="Oval 168"/>
            <p:cNvSpPr/>
            <p:nvPr/>
          </p:nvSpPr>
          <p:spPr>
            <a:xfrm>
              <a:off x="6845040" y="1277280"/>
              <a:ext cx="450360" cy="4024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437" name="Straight Arrow Connector 169"/>
            <p:cNvCxnSpPr>
              <a:stCxn id="1436" idx="2"/>
              <a:endCxn id="1438" idx="6"/>
            </p:cNvCxnSpPr>
            <p:nvPr/>
          </p:nvCxnSpPr>
          <p:spPr>
            <a:xfrm flipH="1">
              <a:off x="3421080" y="1478520"/>
              <a:ext cx="3424320" cy="100656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1438" name="Oval 170"/>
            <p:cNvSpPr/>
            <p:nvPr/>
          </p:nvSpPr>
          <p:spPr>
            <a:xfrm>
              <a:off x="3119400" y="2337120"/>
              <a:ext cx="30168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39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40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6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1447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8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9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0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1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2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3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4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5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6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7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8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9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0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1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2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3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4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5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6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7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8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9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0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1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2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4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5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7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8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9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0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1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2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3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4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5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6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7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88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1489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0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91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1492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3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94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1495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6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97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1498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9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00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1501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2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03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1504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5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06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7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8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9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0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1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2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3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4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5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516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01" dur="indefinite" restart="never" nodeType="tmRoot">
          <p:childTnLst>
            <p:seq>
              <p:cTn id="302" dur="indefinite" nodeType="mainSeq">
                <p:childTnLst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7" dur="500"/>
                                        <p:tgtEl>
                                          <p:spTgt spid="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12" dur="500"/>
                                        <p:tgtEl>
                                          <p:spTgt spid="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00"/>
                            </p:stCondLst>
                            <p:childTnLst>
                              <p:par>
                                <p:cTn id="314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16" dur="500"/>
                                        <p:tgtEl>
                                          <p:spTgt spid="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21" dur="5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7" name="Group 200"/>
          <p:cNvGrpSpPr/>
          <p:nvPr/>
        </p:nvGrpSpPr>
        <p:grpSpPr>
          <a:xfrm>
            <a:off x="4453920" y="3833640"/>
            <a:ext cx="1668960" cy="2786400"/>
            <a:chOff x="4453920" y="3833640"/>
            <a:chExt cx="1668960" cy="2786400"/>
          </a:xfrm>
        </p:grpSpPr>
        <p:sp>
          <p:nvSpPr>
            <p:cNvPr id="1518" name="Oval 201"/>
            <p:cNvSpPr/>
            <p:nvPr/>
          </p:nvSpPr>
          <p:spPr>
            <a:xfrm>
              <a:off x="4453920" y="3833640"/>
              <a:ext cx="1479960" cy="2786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19" name="Rectangle 202"/>
            <p:cNvSpPr/>
            <p:nvPr/>
          </p:nvSpPr>
          <p:spPr>
            <a:xfrm>
              <a:off x="5223240" y="3949560"/>
              <a:ext cx="899640" cy="1510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520" name="Straight Arrow Connector 203"/>
            <p:cNvCxnSpPr/>
            <p:nvPr/>
          </p:nvCxnSpPr>
          <p:spPr>
            <a:xfrm>
              <a:off x="5439960" y="3913560"/>
              <a:ext cx="144720" cy="10800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len="med" type="triangle" w="med"/>
            </a:ln>
          </p:spPr>
        </p:cxnSp>
      </p:grpSp>
      <p:sp>
        <p:nvSpPr>
          <p:cNvPr id="1521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522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Text Box 6"/>
          <p:cNvSpPr/>
          <p:nvPr/>
        </p:nvSpPr>
        <p:spPr>
          <a:xfrm>
            <a:off x="13837680" y="2958840"/>
            <a:ext cx="128340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5,u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1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1532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3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4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5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6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37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8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539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540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541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542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1543" name="Text Box 3"/>
          <p:cNvSpPr/>
          <p:nvPr/>
        </p:nvSpPr>
        <p:spPr>
          <a:xfrm>
            <a:off x="5517360" y="3427200"/>
            <a:ext cx="13366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11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546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52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1553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4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5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6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7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8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9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0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1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2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3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4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5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6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7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8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9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0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1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2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3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4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5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6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7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8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9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0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1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2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3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4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5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6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7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8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9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0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1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2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3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94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1595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6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97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1598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9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00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1601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2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03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1604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5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06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1607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8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09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1610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1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612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3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4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5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6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7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8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9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0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1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622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sp>
        <p:nvSpPr>
          <p:cNvPr id="1623" name="Text Box 3"/>
          <p:cNvSpPr/>
          <p:nvPr/>
        </p:nvSpPr>
        <p:spPr>
          <a:xfrm>
            <a:off x="6149160" y="4883040"/>
            <a:ext cx="647100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update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D(b)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for all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b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adjacent to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and not in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: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    D(b) = </a:t>
            </a:r>
            <a:r>
              <a:rPr lang="en-US" sz="2200" b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min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( D(b), D(a) + c</a:t>
            </a:r>
            <a:r>
              <a:rPr lang="en-US" sz="2200" b="1" i="1" u="none" strike="noStrike" baseline="-25000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a,b 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)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24" name="Group 108"/>
          <p:cNvGrpSpPr/>
          <p:nvPr/>
        </p:nvGrpSpPr>
        <p:grpSpPr>
          <a:xfrm>
            <a:off x="4268880" y="2255760"/>
            <a:ext cx="5673600" cy="411480"/>
            <a:chOff x="4268880" y="2255760"/>
            <a:chExt cx="5673600" cy="411480"/>
          </a:xfrm>
        </p:grpSpPr>
        <p:sp>
          <p:nvSpPr>
            <p:cNvPr id="1625" name="Text Box 9"/>
            <p:cNvSpPr/>
            <p:nvPr/>
          </p:nvSpPr>
          <p:spPr>
            <a:xfrm>
              <a:off x="9598680" y="23018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6" name="Text Box 8"/>
            <p:cNvSpPr/>
            <p:nvPr/>
          </p:nvSpPr>
          <p:spPr>
            <a:xfrm>
              <a:off x="8211960" y="226044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7" name="Text Box 6"/>
            <p:cNvSpPr/>
            <p:nvPr/>
          </p:nvSpPr>
          <p:spPr>
            <a:xfrm>
              <a:off x="5571720" y="2271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8" name="Text Box 5"/>
            <p:cNvSpPr/>
            <p:nvPr/>
          </p:nvSpPr>
          <p:spPr>
            <a:xfrm>
              <a:off x="4268880" y="22557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9" name="Group 3"/>
          <p:cNvGrpSpPr/>
          <p:nvPr/>
        </p:nvGrpSpPr>
        <p:grpSpPr>
          <a:xfrm>
            <a:off x="6514200" y="5635080"/>
            <a:ext cx="5505120" cy="1070640"/>
            <a:chOff x="6514200" y="5635080"/>
            <a:chExt cx="5505120" cy="1070640"/>
          </a:xfrm>
        </p:grpSpPr>
        <p:sp>
          <p:nvSpPr>
            <p:cNvPr id="1630" name="Rectangle 1"/>
            <p:cNvSpPr/>
            <p:nvPr/>
          </p:nvSpPr>
          <p:spPr>
            <a:xfrm>
              <a:off x="6550560" y="5711400"/>
              <a:ext cx="5066280" cy="9291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31" name="Text Box 3"/>
            <p:cNvSpPr/>
            <p:nvPr/>
          </p:nvSpPr>
          <p:spPr>
            <a:xfrm>
              <a:off x="6556680" y="5635080"/>
              <a:ext cx="5271120" cy="43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D(v) = min ( D(v), D(x) + c</a:t>
              </a:r>
              <a:r>
                <a:rPr lang="en-US" sz="2000" b="0" i="1" u="none" strike="noStrike" baseline="-25000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x,v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) = min(2, 1+2) = 2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2" name="Text Box 3"/>
            <p:cNvSpPr/>
            <p:nvPr/>
          </p:nvSpPr>
          <p:spPr>
            <a:xfrm>
              <a:off x="6514200" y="5952240"/>
              <a:ext cx="5505120" cy="43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D(w) = min ( D(w), D(x) + c</a:t>
              </a:r>
              <a:r>
                <a:rPr lang="en-US" sz="2000" b="0" i="1" u="none" strike="noStrike" baseline="-25000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x,w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) = min (5, 1+3) = 4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3" name="Text Box 3"/>
            <p:cNvSpPr/>
            <p:nvPr/>
          </p:nvSpPr>
          <p:spPr>
            <a:xfrm>
              <a:off x="6591600" y="6269400"/>
              <a:ext cx="5424840" cy="43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D(y) = min ( D(y), D(x) + c</a:t>
              </a:r>
              <a:r>
                <a:rPr lang="en-US" sz="2000" b="0" i="1" u="none" strike="noStrike" baseline="-25000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x,y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) = min(inf,1+1) = 2 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4" name="Group 9"/>
          <p:cNvGrpSpPr/>
          <p:nvPr/>
        </p:nvGrpSpPr>
        <p:grpSpPr>
          <a:xfrm>
            <a:off x="11325240" y="5891040"/>
            <a:ext cx="706320" cy="802440"/>
            <a:chOff x="11325240" y="5891040"/>
            <a:chExt cx="706320" cy="802440"/>
          </a:xfrm>
        </p:grpSpPr>
        <p:pic>
          <p:nvPicPr>
            <p:cNvPr id="1635" name="Picture 7" descr="A picture containing object, drawing, room, lamp&#10;&#10;Description automatically generated"/>
            <p:cNvPicPr/>
            <p:nvPr/>
          </p:nvPicPr>
          <p:blipFill>
            <a:blip r:embed="rId1"/>
            <a:stretch/>
          </p:blipFill>
          <p:spPr>
            <a:xfrm>
              <a:off x="11533680" y="5891040"/>
              <a:ext cx="497880" cy="449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36" name="Picture 167" descr="A picture containing object, drawing, room, lamp&#10;&#10;Description automatically generated"/>
            <p:cNvPicPr/>
            <p:nvPr/>
          </p:nvPicPr>
          <p:blipFill>
            <a:blip r:embed="rId2"/>
            <a:stretch/>
          </p:blipFill>
          <p:spPr>
            <a:xfrm>
              <a:off x="11325240" y="6244200"/>
              <a:ext cx="497880" cy="4492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22" dur="indefinite" restart="never" nodeType="tmRoot">
          <p:childTnLst>
            <p:seq>
              <p:cTn id="323" dur="indefinite" nodeType="mainSeq">
                <p:childTnLst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28" dur="500"/>
                                        <p:tgtEl>
                                          <p:spTgt spid="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33" dur="500"/>
                                        <p:tgtEl>
                                          <p:spTgt spid="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38" dur="1000"/>
                                        <p:tgtEl>
                                          <p:spTgt spid="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43" dur="5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638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Text Box 6"/>
          <p:cNvSpPr/>
          <p:nvPr/>
        </p:nvSpPr>
        <p:spPr>
          <a:xfrm>
            <a:off x="13837680" y="2958840"/>
            <a:ext cx="128340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5,u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47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1648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9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0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1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2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53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4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655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656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657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658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1659" name="Text Box 3"/>
          <p:cNvSpPr/>
          <p:nvPr/>
        </p:nvSpPr>
        <p:spPr>
          <a:xfrm>
            <a:off x="5517360" y="3427200"/>
            <a:ext cx="13366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62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5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68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1669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0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1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2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3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4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5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6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7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8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9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0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1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2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3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4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5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6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7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8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9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0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1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2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3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4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5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6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7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8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9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0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1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2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3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4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5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6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7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8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9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10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1711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2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13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1714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5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16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1717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8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19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1720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1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22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1723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4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25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1726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7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28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9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0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1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2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3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4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5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6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7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738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sp>
        <p:nvSpPr>
          <p:cNvPr id="1739" name="Text Box 9"/>
          <p:cNvSpPr/>
          <p:nvPr/>
        </p:nvSpPr>
        <p:spPr>
          <a:xfrm>
            <a:off x="9598680" y="230184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0" name="Text Box 8"/>
          <p:cNvSpPr/>
          <p:nvPr/>
        </p:nvSpPr>
        <p:spPr>
          <a:xfrm>
            <a:off x="8211960" y="2260440"/>
            <a:ext cx="520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2,x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1" name="Text Box 6"/>
          <p:cNvSpPr/>
          <p:nvPr/>
        </p:nvSpPr>
        <p:spPr>
          <a:xfrm>
            <a:off x="5571720" y="2271960"/>
            <a:ext cx="520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2" name="Text Box 5"/>
          <p:cNvSpPr/>
          <p:nvPr/>
        </p:nvSpPr>
        <p:spPr>
          <a:xfrm>
            <a:off x="4268880" y="2255760"/>
            <a:ext cx="5346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2,u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43" name="Group 169"/>
          <p:cNvGrpSpPr/>
          <p:nvPr/>
        </p:nvGrpSpPr>
        <p:grpSpPr>
          <a:xfrm>
            <a:off x="3117600" y="1351800"/>
            <a:ext cx="5480640" cy="1571760"/>
            <a:chOff x="3117600" y="1351800"/>
            <a:chExt cx="5480640" cy="1571760"/>
          </a:xfrm>
        </p:grpSpPr>
        <p:sp>
          <p:nvSpPr>
            <p:cNvPr id="1744" name="Oval 205"/>
            <p:cNvSpPr/>
            <p:nvPr/>
          </p:nvSpPr>
          <p:spPr>
            <a:xfrm>
              <a:off x="8233200" y="1351800"/>
              <a:ext cx="365040" cy="33624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745" name="Straight Arrow Connector 206"/>
            <p:cNvCxnSpPr>
              <a:stCxn id="1744" idx="2"/>
              <a:endCxn id="1746" idx="6"/>
            </p:cNvCxnSpPr>
            <p:nvPr/>
          </p:nvCxnSpPr>
          <p:spPr>
            <a:xfrm flipH="1">
              <a:off x="3419280" y="1519920"/>
              <a:ext cx="4814280" cy="12564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1746" name="Oval 207"/>
            <p:cNvSpPr/>
            <p:nvPr/>
          </p:nvSpPr>
          <p:spPr>
            <a:xfrm>
              <a:off x="3117600" y="2628360"/>
              <a:ext cx="30168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747" name="Oval 114"/>
          <p:cNvSpPr/>
          <p:nvPr/>
        </p:nvSpPr>
        <p:spPr>
          <a:xfrm>
            <a:off x="8195760" y="231696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748" name="Text Box 4"/>
          <p:cNvSpPr/>
          <p:nvPr/>
        </p:nvSpPr>
        <p:spPr>
          <a:xfrm>
            <a:off x="2823480" y="2546640"/>
            <a:ext cx="576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49" name="Straight Arrow Connector 209"/>
          <p:cNvCxnSpPr/>
          <p:nvPr/>
        </p:nvCxnSpPr>
        <p:spPr>
          <a:xfrm>
            <a:off x="2017440" y="6020640"/>
            <a:ext cx="58716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44" dur="indefinite" restart="never" nodeType="tmRoot">
          <p:childTnLst>
            <p:seq>
              <p:cTn id="345" dur="indefinite" nodeType="mainSeq">
                <p:childTnLst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50" dur="500"/>
                                        <p:tgtEl>
                                          <p:spTgt spid="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55" dur="500"/>
                                        <p:tgtEl>
                                          <p:spTgt spid="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500"/>
                            </p:stCondLst>
                            <p:childTnLst>
                              <p:par>
                                <p:cTn id="357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59" dur="500"/>
                                        <p:tgtEl>
                                          <p:spTgt spid="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64" dur="500"/>
                                        <p:tgtEl>
                                          <p:spTgt spid="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0" name="Group 202"/>
          <p:cNvGrpSpPr/>
          <p:nvPr/>
        </p:nvGrpSpPr>
        <p:grpSpPr>
          <a:xfrm>
            <a:off x="4453920" y="3833640"/>
            <a:ext cx="1668960" cy="2786400"/>
            <a:chOff x="4453920" y="3833640"/>
            <a:chExt cx="1668960" cy="2786400"/>
          </a:xfrm>
        </p:grpSpPr>
        <p:sp>
          <p:nvSpPr>
            <p:cNvPr id="1751" name="Oval 203"/>
            <p:cNvSpPr/>
            <p:nvPr/>
          </p:nvSpPr>
          <p:spPr>
            <a:xfrm>
              <a:off x="4453920" y="3833640"/>
              <a:ext cx="1479960" cy="2786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52" name="Rectangle 204"/>
            <p:cNvSpPr/>
            <p:nvPr/>
          </p:nvSpPr>
          <p:spPr>
            <a:xfrm>
              <a:off x="5223240" y="3949560"/>
              <a:ext cx="899640" cy="1510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753" name="Straight Arrow Connector 209"/>
            <p:cNvCxnSpPr/>
            <p:nvPr/>
          </p:nvCxnSpPr>
          <p:spPr>
            <a:xfrm>
              <a:off x="5439960" y="3913560"/>
              <a:ext cx="144720" cy="10800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len="med" type="triangle" w="med"/>
            </a:ln>
          </p:spPr>
        </p:cxnSp>
      </p:grpSp>
      <p:sp>
        <p:nvSpPr>
          <p:cNvPr id="1754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755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7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0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1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2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63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1764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5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6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7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8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9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70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771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772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773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774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1775" name="Text Box 3"/>
          <p:cNvSpPr/>
          <p:nvPr/>
        </p:nvSpPr>
        <p:spPr>
          <a:xfrm>
            <a:off x="5517360" y="3427200"/>
            <a:ext cx="133668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6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7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778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9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1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2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4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1785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6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7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8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9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0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1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2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3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4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5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6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7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8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9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0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1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2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3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4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5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6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7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8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9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0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1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2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3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4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5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6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7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8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9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0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1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2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3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4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5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26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1827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8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29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1830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1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32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1833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4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35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1836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7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38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1839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0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41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1842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3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44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5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6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7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8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9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0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1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2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3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54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1855" name="Group 108"/>
          <p:cNvGrpSpPr/>
          <p:nvPr/>
        </p:nvGrpSpPr>
        <p:grpSpPr>
          <a:xfrm>
            <a:off x="4268880" y="2255760"/>
            <a:ext cx="5673600" cy="411480"/>
            <a:chOff x="4268880" y="2255760"/>
            <a:chExt cx="5673600" cy="411480"/>
          </a:xfrm>
        </p:grpSpPr>
        <p:sp>
          <p:nvSpPr>
            <p:cNvPr id="1856" name="Text Box 9"/>
            <p:cNvSpPr/>
            <p:nvPr/>
          </p:nvSpPr>
          <p:spPr>
            <a:xfrm>
              <a:off x="9598680" y="23018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7" name="Text Box 8"/>
            <p:cNvSpPr/>
            <p:nvPr/>
          </p:nvSpPr>
          <p:spPr>
            <a:xfrm>
              <a:off x="8211960" y="226044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8" name="Text Box 6"/>
            <p:cNvSpPr/>
            <p:nvPr/>
          </p:nvSpPr>
          <p:spPr>
            <a:xfrm>
              <a:off x="5571720" y="2271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9" name="Text Box 5"/>
            <p:cNvSpPr/>
            <p:nvPr/>
          </p:nvSpPr>
          <p:spPr>
            <a:xfrm>
              <a:off x="4268880" y="22557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60" name="Oval 114"/>
          <p:cNvSpPr/>
          <p:nvPr/>
        </p:nvSpPr>
        <p:spPr>
          <a:xfrm>
            <a:off x="8195760" y="231696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861" name="Text Box 4"/>
          <p:cNvSpPr/>
          <p:nvPr/>
        </p:nvSpPr>
        <p:spPr>
          <a:xfrm>
            <a:off x="2823480" y="2546640"/>
            <a:ext cx="576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2" name="Text Box 3"/>
          <p:cNvSpPr/>
          <p:nvPr/>
        </p:nvSpPr>
        <p:spPr>
          <a:xfrm>
            <a:off x="6149160" y="4883040"/>
            <a:ext cx="647100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update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D(b)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for all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b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adjacent to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and not in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: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    D(b) = </a:t>
            </a:r>
            <a:r>
              <a:rPr lang="en-US" sz="2200" b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min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( D(b), D(a) + c</a:t>
            </a:r>
            <a:r>
              <a:rPr lang="en-US" sz="2200" b="1" i="1" u="none" strike="noStrike" baseline="-25000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a,b 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)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63" name="Group 165"/>
          <p:cNvGrpSpPr/>
          <p:nvPr/>
        </p:nvGrpSpPr>
        <p:grpSpPr>
          <a:xfrm>
            <a:off x="4268880" y="2547000"/>
            <a:ext cx="5747400" cy="423000"/>
            <a:chOff x="4268880" y="2547000"/>
            <a:chExt cx="5747400" cy="423000"/>
          </a:xfrm>
        </p:grpSpPr>
        <p:sp>
          <p:nvSpPr>
            <p:cNvPr id="1864" name="Text Box 9"/>
            <p:cNvSpPr/>
            <p:nvPr/>
          </p:nvSpPr>
          <p:spPr>
            <a:xfrm>
              <a:off x="9496080" y="25470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5" name="Text Box 6"/>
            <p:cNvSpPr/>
            <p:nvPr/>
          </p:nvSpPr>
          <p:spPr>
            <a:xfrm>
              <a:off x="5571720" y="257472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6" name="Text Box 5"/>
            <p:cNvSpPr/>
            <p:nvPr/>
          </p:nvSpPr>
          <p:spPr>
            <a:xfrm>
              <a:off x="4268880" y="255852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7" name="Group 210"/>
          <p:cNvGrpSpPr/>
          <p:nvPr/>
        </p:nvGrpSpPr>
        <p:grpSpPr>
          <a:xfrm>
            <a:off x="6497280" y="5402160"/>
            <a:ext cx="5492520" cy="1071000"/>
            <a:chOff x="6497280" y="5402160"/>
            <a:chExt cx="5492520" cy="1071000"/>
          </a:xfrm>
        </p:grpSpPr>
        <p:sp>
          <p:nvSpPr>
            <p:cNvPr id="1868" name="Rectangle 211"/>
            <p:cNvSpPr/>
            <p:nvPr/>
          </p:nvSpPr>
          <p:spPr>
            <a:xfrm>
              <a:off x="6534000" y="5716800"/>
              <a:ext cx="5066280" cy="690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69" name="Text Box 3"/>
            <p:cNvSpPr/>
            <p:nvPr/>
          </p:nvSpPr>
          <p:spPr>
            <a:xfrm>
              <a:off x="6539760" y="5402160"/>
              <a:ext cx="18432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US" sz="2000" b="0" i="1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70" name="Text Box 3"/>
            <p:cNvSpPr/>
            <p:nvPr/>
          </p:nvSpPr>
          <p:spPr>
            <a:xfrm>
              <a:off x="6497280" y="5719680"/>
              <a:ext cx="5492520" cy="43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D(w) = min ( D(w), D(y) + c</a:t>
              </a:r>
              <a:r>
                <a:rPr lang="en-US" sz="2000" b="0" i="1" u="none" strike="noStrike" baseline="-25000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y,w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) = min (4, 2+1) = 3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1" name="Text Box 3"/>
            <p:cNvSpPr/>
            <p:nvPr/>
          </p:nvSpPr>
          <p:spPr>
            <a:xfrm>
              <a:off x="6574680" y="6036840"/>
              <a:ext cx="5397840" cy="43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D(z) = min ( D(z), D(y) + c</a:t>
              </a:r>
              <a:r>
                <a:rPr lang="en-US" sz="2000" b="0" i="1" u="none" strike="noStrike" baseline="-25000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y,z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) = min(inf,2+2) = 4 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72" name="Group 215"/>
          <p:cNvGrpSpPr/>
          <p:nvPr/>
        </p:nvGrpSpPr>
        <p:grpSpPr>
          <a:xfrm>
            <a:off x="11325240" y="5675040"/>
            <a:ext cx="706320" cy="802080"/>
            <a:chOff x="11325240" y="5675040"/>
            <a:chExt cx="706320" cy="802080"/>
          </a:xfrm>
        </p:grpSpPr>
        <p:pic>
          <p:nvPicPr>
            <p:cNvPr id="1873" name="Picture 216" descr="A picture containing object, drawing, room, lamp&#10;&#10;Description automatically generated"/>
            <p:cNvPicPr/>
            <p:nvPr/>
          </p:nvPicPr>
          <p:blipFill>
            <a:blip r:embed="rId1"/>
            <a:stretch/>
          </p:blipFill>
          <p:spPr>
            <a:xfrm>
              <a:off x="11533680" y="5675040"/>
              <a:ext cx="497880" cy="449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74" name="Picture 217" descr="A picture containing object, drawing, room, lamp&#10;&#10;Description automatically generated"/>
            <p:cNvPicPr/>
            <p:nvPr/>
          </p:nvPicPr>
          <p:blipFill>
            <a:blip r:embed="rId2"/>
            <a:stretch/>
          </p:blipFill>
          <p:spPr>
            <a:xfrm>
              <a:off x="11325240" y="6027840"/>
              <a:ext cx="497880" cy="44928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875" name="Straight Arrow Connector 218"/>
          <p:cNvCxnSpPr/>
          <p:nvPr/>
        </p:nvCxnSpPr>
        <p:spPr>
          <a:xfrm>
            <a:off x="2017440" y="6020640"/>
            <a:ext cx="58716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65" dur="indefinite" restart="never" nodeType="tmRoot">
          <p:childTnLst>
            <p:seq>
              <p:cTn id="366" dur="indefinite" nodeType="mainSeq">
                <p:childTnLst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71" dur="500"/>
                                        <p:tgtEl>
                                          <p:spTgt spid="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76" dur="500"/>
                                        <p:tgtEl>
                                          <p:spTgt spid="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1" dur="1000"/>
                                        <p:tgtEl>
                                          <p:spTgt spid="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86" dur="500"/>
                                        <p:tgtEl>
                                          <p:spTgt spid="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877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0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1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2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3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4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5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1886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7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8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9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0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1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92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893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894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895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896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1897" name="Text Box 3"/>
          <p:cNvSpPr/>
          <p:nvPr/>
        </p:nvSpPr>
        <p:spPr>
          <a:xfrm>
            <a:off x="5517360" y="3427200"/>
            <a:ext cx="13366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8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9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900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1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2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3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4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5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06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1907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8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9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0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1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2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3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4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5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6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7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8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9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0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1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2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3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4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5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6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7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8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9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0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1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2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3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4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5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6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7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8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9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0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1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2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3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4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5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6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7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8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1949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0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51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1952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3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54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1955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6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57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1958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9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60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1961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2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63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1964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5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66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7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8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9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0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1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2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3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4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5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976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1977" name="Group 108"/>
          <p:cNvGrpSpPr/>
          <p:nvPr/>
        </p:nvGrpSpPr>
        <p:grpSpPr>
          <a:xfrm>
            <a:off x="4268880" y="2255760"/>
            <a:ext cx="5673600" cy="411480"/>
            <a:chOff x="4268880" y="2255760"/>
            <a:chExt cx="5673600" cy="411480"/>
          </a:xfrm>
        </p:grpSpPr>
        <p:sp>
          <p:nvSpPr>
            <p:cNvPr id="1978" name="Text Box 9"/>
            <p:cNvSpPr/>
            <p:nvPr/>
          </p:nvSpPr>
          <p:spPr>
            <a:xfrm>
              <a:off x="9598680" y="23018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9" name="Text Box 8"/>
            <p:cNvSpPr/>
            <p:nvPr/>
          </p:nvSpPr>
          <p:spPr>
            <a:xfrm>
              <a:off x="8211960" y="226044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0" name="Text Box 6"/>
            <p:cNvSpPr/>
            <p:nvPr/>
          </p:nvSpPr>
          <p:spPr>
            <a:xfrm>
              <a:off x="5571720" y="2271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1" name="Text Box 5"/>
            <p:cNvSpPr/>
            <p:nvPr/>
          </p:nvSpPr>
          <p:spPr>
            <a:xfrm>
              <a:off x="4268880" y="22557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82" name="Oval 114"/>
          <p:cNvSpPr/>
          <p:nvPr/>
        </p:nvSpPr>
        <p:spPr>
          <a:xfrm>
            <a:off x="8195760" y="231696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983" name="Text Box 4"/>
          <p:cNvSpPr/>
          <p:nvPr/>
        </p:nvSpPr>
        <p:spPr>
          <a:xfrm>
            <a:off x="2823480" y="2546640"/>
            <a:ext cx="576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84" name="Group 165"/>
          <p:cNvGrpSpPr/>
          <p:nvPr/>
        </p:nvGrpSpPr>
        <p:grpSpPr>
          <a:xfrm>
            <a:off x="4268880" y="2547000"/>
            <a:ext cx="5747400" cy="423000"/>
            <a:chOff x="4268880" y="2547000"/>
            <a:chExt cx="5747400" cy="423000"/>
          </a:xfrm>
        </p:grpSpPr>
        <p:sp>
          <p:nvSpPr>
            <p:cNvPr id="1985" name="Text Box 9"/>
            <p:cNvSpPr/>
            <p:nvPr/>
          </p:nvSpPr>
          <p:spPr>
            <a:xfrm>
              <a:off x="9496080" y="25470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6" name="Text Box 6"/>
            <p:cNvSpPr/>
            <p:nvPr/>
          </p:nvSpPr>
          <p:spPr>
            <a:xfrm>
              <a:off x="5571720" y="257472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7" name="Text Box 5"/>
            <p:cNvSpPr/>
            <p:nvPr/>
          </p:nvSpPr>
          <p:spPr>
            <a:xfrm>
              <a:off x="4268880" y="255852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88" name="Group 6"/>
          <p:cNvGrpSpPr/>
          <p:nvPr/>
        </p:nvGrpSpPr>
        <p:grpSpPr>
          <a:xfrm>
            <a:off x="3109320" y="1355400"/>
            <a:ext cx="1541520" cy="1873440"/>
            <a:chOff x="3109320" y="1355400"/>
            <a:chExt cx="1541520" cy="1873440"/>
          </a:xfrm>
        </p:grpSpPr>
        <p:sp>
          <p:nvSpPr>
            <p:cNvPr id="1989" name="Oval 206"/>
            <p:cNvSpPr/>
            <p:nvPr/>
          </p:nvSpPr>
          <p:spPr>
            <a:xfrm>
              <a:off x="4336200" y="135540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990" name="Straight Arrow Connector 207"/>
            <p:cNvCxnSpPr>
              <a:stCxn id="1989" idx="2"/>
              <a:endCxn id="1991" idx="6"/>
            </p:cNvCxnSpPr>
            <p:nvPr/>
          </p:nvCxnSpPr>
          <p:spPr>
            <a:xfrm flipH="1">
              <a:off x="3411000" y="1503000"/>
              <a:ext cx="925560" cy="15786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1991" name="Oval 218"/>
            <p:cNvSpPr/>
            <p:nvPr/>
          </p:nvSpPr>
          <p:spPr>
            <a:xfrm>
              <a:off x="3109320" y="2933640"/>
              <a:ext cx="30168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992" name="Oval 114"/>
          <p:cNvSpPr/>
          <p:nvPr/>
        </p:nvSpPr>
        <p:spPr>
          <a:xfrm>
            <a:off x="4252680" y="26082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993" name="Text Box 4"/>
          <p:cNvSpPr/>
          <p:nvPr/>
        </p:nvSpPr>
        <p:spPr>
          <a:xfrm>
            <a:off x="2705760" y="2856600"/>
            <a:ext cx="704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94" name="Straight Arrow Connector 220"/>
          <p:cNvCxnSpPr/>
          <p:nvPr/>
        </p:nvCxnSpPr>
        <p:spPr>
          <a:xfrm>
            <a:off x="2017440" y="6020640"/>
            <a:ext cx="58716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1995" name="Straight Arrow Connector 221"/>
          <p:cNvCxnSpPr/>
          <p:nvPr/>
        </p:nvCxnSpPr>
        <p:spPr>
          <a:xfrm flipV="1">
            <a:off x="1137600" y="5040000"/>
            <a:ext cx="502560" cy="2822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87" dur="indefinite" restart="never" nodeType="tmRoot">
          <p:childTnLst>
            <p:seq>
              <p:cTn id="388" dur="indefinite" nodeType="mainSeq">
                <p:childTnLst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93" dur="500"/>
                                        <p:tgtEl>
                                          <p:spTgt spid="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98" dur="500"/>
                                        <p:tgtEl>
                                          <p:spTgt spid="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500"/>
                            </p:stCondLst>
                            <p:childTnLst>
                              <p:par>
                                <p:cTn id="400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02" dur="500"/>
                                        <p:tgtEl>
                                          <p:spTgt spid="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07" dur="500"/>
                                        <p:tgtEl>
                                          <p:spTgt spid="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6" name="Group 164"/>
          <p:cNvGrpSpPr/>
          <p:nvPr/>
        </p:nvGrpSpPr>
        <p:grpSpPr>
          <a:xfrm>
            <a:off x="4453920" y="3833640"/>
            <a:ext cx="1668960" cy="2786400"/>
            <a:chOff x="4453920" y="3833640"/>
            <a:chExt cx="1668960" cy="2786400"/>
          </a:xfrm>
        </p:grpSpPr>
        <p:sp>
          <p:nvSpPr>
            <p:cNvPr id="1997" name="Oval 168"/>
            <p:cNvSpPr/>
            <p:nvPr/>
          </p:nvSpPr>
          <p:spPr>
            <a:xfrm>
              <a:off x="4453920" y="3833640"/>
              <a:ext cx="1479960" cy="2786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98" name="Rectangle 202"/>
            <p:cNvSpPr/>
            <p:nvPr/>
          </p:nvSpPr>
          <p:spPr>
            <a:xfrm>
              <a:off x="5223240" y="3949560"/>
              <a:ext cx="899640" cy="1510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999" name="Straight Arrow Connector 203"/>
            <p:cNvCxnSpPr/>
            <p:nvPr/>
          </p:nvCxnSpPr>
          <p:spPr>
            <a:xfrm>
              <a:off x="5439960" y="3913560"/>
              <a:ext cx="144720" cy="10800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len="med" type="triangle" w="med"/>
            </a:ln>
          </p:spPr>
        </p:cxnSp>
      </p:grpSp>
      <p:sp>
        <p:nvSpPr>
          <p:cNvPr id="2000" name="Text Box 3"/>
          <p:cNvSpPr/>
          <p:nvPr/>
        </p:nvSpPr>
        <p:spPr>
          <a:xfrm>
            <a:off x="6149160" y="4883040"/>
            <a:ext cx="647100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update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D(b)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for all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b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adjacent to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and not in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: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    D(b) = </a:t>
            </a:r>
            <a:r>
              <a:rPr lang="en-US" sz="2200" b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min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( D(b), D(a) + c</a:t>
            </a:r>
            <a:r>
              <a:rPr lang="en-US" sz="2200" b="1" i="1" u="none" strike="noStrike" baseline="-25000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a,b 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)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01" name="Group 205"/>
          <p:cNvGrpSpPr/>
          <p:nvPr/>
        </p:nvGrpSpPr>
        <p:grpSpPr>
          <a:xfrm>
            <a:off x="6497280" y="5402160"/>
            <a:ext cx="5492520" cy="753840"/>
            <a:chOff x="6497280" y="5402160"/>
            <a:chExt cx="5492520" cy="753840"/>
          </a:xfrm>
        </p:grpSpPr>
        <p:sp>
          <p:nvSpPr>
            <p:cNvPr id="2002" name="Rectangle 209"/>
            <p:cNvSpPr/>
            <p:nvPr/>
          </p:nvSpPr>
          <p:spPr>
            <a:xfrm>
              <a:off x="6534000" y="5716800"/>
              <a:ext cx="5066280" cy="434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03" name="Text Box 3"/>
            <p:cNvSpPr/>
            <p:nvPr/>
          </p:nvSpPr>
          <p:spPr>
            <a:xfrm>
              <a:off x="6539760" y="5402160"/>
              <a:ext cx="18432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US" sz="2000" b="0" i="1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04" name="Text Box 3"/>
            <p:cNvSpPr/>
            <p:nvPr/>
          </p:nvSpPr>
          <p:spPr>
            <a:xfrm>
              <a:off x="6497280" y="5719680"/>
              <a:ext cx="5492520" cy="43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D(w) = min ( D(w), D(v) + c</a:t>
              </a:r>
              <a:r>
                <a:rPr lang="en-US" sz="2000" b="0" i="1" u="none" strike="noStrike" baseline="-25000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v,w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) = min (3, 2+3) = 3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5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006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7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8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9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0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1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2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3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14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2015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6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7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8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9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20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21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022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023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024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025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2026" name="Text Box 3"/>
          <p:cNvSpPr/>
          <p:nvPr/>
        </p:nvSpPr>
        <p:spPr>
          <a:xfrm>
            <a:off x="5517360" y="3427200"/>
            <a:ext cx="133668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7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8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29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0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1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2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3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4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35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2036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7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8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9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0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1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2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3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4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5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6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7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8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9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0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1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2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3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4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5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6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7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8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9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0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1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2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3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4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5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6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7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8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9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0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1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2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3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4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5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6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77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2078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9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80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2081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2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83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2084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5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86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2087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8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89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2090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1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92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2093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4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95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6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7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8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9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0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1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2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3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4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105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106" name="Group 108"/>
          <p:cNvGrpSpPr/>
          <p:nvPr/>
        </p:nvGrpSpPr>
        <p:grpSpPr>
          <a:xfrm>
            <a:off x="4268880" y="2255760"/>
            <a:ext cx="5673600" cy="411480"/>
            <a:chOff x="4268880" y="2255760"/>
            <a:chExt cx="5673600" cy="411480"/>
          </a:xfrm>
        </p:grpSpPr>
        <p:sp>
          <p:nvSpPr>
            <p:cNvPr id="2107" name="Text Box 9"/>
            <p:cNvSpPr/>
            <p:nvPr/>
          </p:nvSpPr>
          <p:spPr>
            <a:xfrm>
              <a:off x="9598680" y="23018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8" name="Text Box 8"/>
            <p:cNvSpPr/>
            <p:nvPr/>
          </p:nvSpPr>
          <p:spPr>
            <a:xfrm>
              <a:off x="8211960" y="226044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9" name="Text Box 6"/>
            <p:cNvSpPr/>
            <p:nvPr/>
          </p:nvSpPr>
          <p:spPr>
            <a:xfrm>
              <a:off x="5571720" y="2271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0" name="Text Box 5"/>
            <p:cNvSpPr/>
            <p:nvPr/>
          </p:nvSpPr>
          <p:spPr>
            <a:xfrm>
              <a:off x="4268880" y="22557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1" name="Oval 114"/>
          <p:cNvSpPr/>
          <p:nvPr/>
        </p:nvSpPr>
        <p:spPr>
          <a:xfrm>
            <a:off x="8195760" y="231696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12" name="Text Box 4"/>
          <p:cNvSpPr/>
          <p:nvPr/>
        </p:nvSpPr>
        <p:spPr>
          <a:xfrm>
            <a:off x="2823480" y="2546640"/>
            <a:ext cx="576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13" name="Group 165"/>
          <p:cNvGrpSpPr/>
          <p:nvPr/>
        </p:nvGrpSpPr>
        <p:grpSpPr>
          <a:xfrm>
            <a:off x="4268880" y="2547000"/>
            <a:ext cx="5747400" cy="423000"/>
            <a:chOff x="4268880" y="2547000"/>
            <a:chExt cx="5747400" cy="423000"/>
          </a:xfrm>
        </p:grpSpPr>
        <p:sp>
          <p:nvSpPr>
            <p:cNvPr id="2114" name="Text Box 9"/>
            <p:cNvSpPr/>
            <p:nvPr/>
          </p:nvSpPr>
          <p:spPr>
            <a:xfrm>
              <a:off x="9496080" y="25470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5" name="Text Box 6"/>
            <p:cNvSpPr/>
            <p:nvPr/>
          </p:nvSpPr>
          <p:spPr>
            <a:xfrm>
              <a:off x="5571720" y="257472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6" name="Text Box 5"/>
            <p:cNvSpPr/>
            <p:nvPr/>
          </p:nvSpPr>
          <p:spPr>
            <a:xfrm>
              <a:off x="4268880" y="255852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7" name="Oval 114"/>
          <p:cNvSpPr/>
          <p:nvPr/>
        </p:nvSpPr>
        <p:spPr>
          <a:xfrm>
            <a:off x="4252680" y="26082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18" name="Text Box 4"/>
          <p:cNvSpPr/>
          <p:nvPr/>
        </p:nvSpPr>
        <p:spPr>
          <a:xfrm>
            <a:off x="2705760" y="2856600"/>
            <a:ext cx="704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19" name="Straight Arrow Connector 220"/>
          <p:cNvCxnSpPr/>
          <p:nvPr/>
        </p:nvCxnSpPr>
        <p:spPr>
          <a:xfrm>
            <a:off x="2017440" y="6020640"/>
            <a:ext cx="58716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120" name="Group 216"/>
          <p:cNvGrpSpPr/>
          <p:nvPr/>
        </p:nvGrpSpPr>
        <p:grpSpPr>
          <a:xfrm>
            <a:off x="5560200" y="2865960"/>
            <a:ext cx="4456080" cy="402120"/>
            <a:chOff x="5560200" y="2865960"/>
            <a:chExt cx="4456080" cy="402120"/>
          </a:xfrm>
        </p:grpSpPr>
        <p:sp>
          <p:nvSpPr>
            <p:cNvPr id="2121" name="Text Box 9"/>
            <p:cNvSpPr/>
            <p:nvPr/>
          </p:nvSpPr>
          <p:spPr>
            <a:xfrm>
              <a:off x="9496080" y="28728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2" name="Text Box 6"/>
            <p:cNvSpPr/>
            <p:nvPr/>
          </p:nvSpPr>
          <p:spPr>
            <a:xfrm>
              <a:off x="5560200" y="2865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123" name="Straight Arrow Connector 222"/>
          <p:cNvCxnSpPr/>
          <p:nvPr/>
        </p:nvCxnSpPr>
        <p:spPr>
          <a:xfrm flipV="1">
            <a:off x="1170720" y="5023080"/>
            <a:ext cx="502920" cy="2826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08" dur="indefinite" restart="never" nodeType="tmRoot">
          <p:childTnLst>
            <p:seq>
              <p:cTn id="409" dur="indefinite" nodeType="mainSeq">
                <p:childTnLst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14" dur="500"/>
                                        <p:tgtEl>
                                          <p:spTgt spid="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19" dur="1000"/>
                                        <p:tgtEl>
                                          <p:spTgt spid="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24" dur="500"/>
                                        <p:tgtEl>
                                          <p:spTgt spid="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125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6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7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8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9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0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1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2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33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2134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5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6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7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8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39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40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141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142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143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144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2145" name="Text Box 3"/>
          <p:cNvSpPr/>
          <p:nvPr/>
        </p:nvSpPr>
        <p:spPr>
          <a:xfrm>
            <a:off x="5517360" y="3427200"/>
            <a:ext cx="13366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6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7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48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9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0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1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2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3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54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2155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6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7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8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9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0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1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2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3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4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5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6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7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8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9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0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1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2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3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4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5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6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7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8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9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0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1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2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3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4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5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6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7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8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9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0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1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2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3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4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5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96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2197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8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99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2200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1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02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2203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4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05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2206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7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08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2209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0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11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2212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3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14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5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6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7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8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9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0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1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2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3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24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225" name="Group 108"/>
          <p:cNvGrpSpPr/>
          <p:nvPr/>
        </p:nvGrpSpPr>
        <p:grpSpPr>
          <a:xfrm>
            <a:off x="4268880" y="2255760"/>
            <a:ext cx="5673600" cy="411480"/>
            <a:chOff x="4268880" y="2255760"/>
            <a:chExt cx="5673600" cy="411480"/>
          </a:xfrm>
        </p:grpSpPr>
        <p:sp>
          <p:nvSpPr>
            <p:cNvPr id="2226" name="Text Box 9"/>
            <p:cNvSpPr/>
            <p:nvPr/>
          </p:nvSpPr>
          <p:spPr>
            <a:xfrm>
              <a:off x="9598680" y="23018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7" name="Text Box 8"/>
            <p:cNvSpPr/>
            <p:nvPr/>
          </p:nvSpPr>
          <p:spPr>
            <a:xfrm>
              <a:off x="8211960" y="226044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8" name="Text Box 6"/>
            <p:cNvSpPr/>
            <p:nvPr/>
          </p:nvSpPr>
          <p:spPr>
            <a:xfrm>
              <a:off x="5571720" y="2271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9" name="Text Box 5"/>
            <p:cNvSpPr/>
            <p:nvPr/>
          </p:nvSpPr>
          <p:spPr>
            <a:xfrm>
              <a:off x="4268880" y="22557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30" name="Oval 114"/>
          <p:cNvSpPr/>
          <p:nvPr/>
        </p:nvSpPr>
        <p:spPr>
          <a:xfrm>
            <a:off x="8195760" y="231696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231" name="Text Box 4"/>
          <p:cNvSpPr/>
          <p:nvPr/>
        </p:nvSpPr>
        <p:spPr>
          <a:xfrm>
            <a:off x="2823480" y="2546640"/>
            <a:ext cx="576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32" name="Group 165"/>
          <p:cNvGrpSpPr/>
          <p:nvPr/>
        </p:nvGrpSpPr>
        <p:grpSpPr>
          <a:xfrm>
            <a:off x="4268880" y="2547000"/>
            <a:ext cx="5747400" cy="423000"/>
            <a:chOff x="4268880" y="2547000"/>
            <a:chExt cx="5747400" cy="423000"/>
          </a:xfrm>
        </p:grpSpPr>
        <p:sp>
          <p:nvSpPr>
            <p:cNvPr id="2233" name="Text Box 9"/>
            <p:cNvSpPr/>
            <p:nvPr/>
          </p:nvSpPr>
          <p:spPr>
            <a:xfrm>
              <a:off x="9496080" y="25470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4" name="Text Box 6"/>
            <p:cNvSpPr/>
            <p:nvPr/>
          </p:nvSpPr>
          <p:spPr>
            <a:xfrm>
              <a:off x="5571720" y="257472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5" name="Text Box 5"/>
            <p:cNvSpPr/>
            <p:nvPr/>
          </p:nvSpPr>
          <p:spPr>
            <a:xfrm>
              <a:off x="4268880" y="255852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36" name="Oval 114"/>
          <p:cNvSpPr/>
          <p:nvPr/>
        </p:nvSpPr>
        <p:spPr>
          <a:xfrm>
            <a:off x="4252680" y="26082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237" name="Text Box 4"/>
          <p:cNvSpPr/>
          <p:nvPr/>
        </p:nvSpPr>
        <p:spPr>
          <a:xfrm>
            <a:off x="2705760" y="2856600"/>
            <a:ext cx="704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8" name="Straight Arrow Connector 220"/>
          <p:cNvCxnSpPr/>
          <p:nvPr/>
        </p:nvCxnSpPr>
        <p:spPr>
          <a:xfrm>
            <a:off x="2017440" y="6020640"/>
            <a:ext cx="58716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239" name="Group 216"/>
          <p:cNvGrpSpPr/>
          <p:nvPr/>
        </p:nvGrpSpPr>
        <p:grpSpPr>
          <a:xfrm>
            <a:off x="5560200" y="2865960"/>
            <a:ext cx="4456080" cy="402120"/>
            <a:chOff x="5560200" y="2865960"/>
            <a:chExt cx="4456080" cy="402120"/>
          </a:xfrm>
        </p:grpSpPr>
        <p:sp>
          <p:nvSpPr>
            <p:cNvPr id="2240" name="Text Box 9"/>
            <p:cNvSpPr/>
            <p:nvPr/>
          </p:nvSpPr>
          <p:spPr>
            <a:xfrm>
              <a:off x="9496080" y="28728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1" name="Text Box 6"/>
            <p:cNvSpPr/>
            <p:nvPr/>
          </p:nvSpPr>
          <p:spPr>
            <a:xfrm>
              <a:off x="5560200" y="2865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42" name="Straight Arrow Connector 206"/>
          <p:cNvCxnSpPr/>
          <p:nvPr/>
        </p:nvCxnSpPr>
        <p:spPr>
          <a:xfrm flipV="1">
            <a:off x="1170720" y="5023080"/>
            <a:ext cx="502920" cy="2826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243" name="Group 212"/>
          <p:cNvGrpSpPr/>
          <p:nvPr/>
        </p:nvGrpSpPr>
        <p:grpSpPr>
          <a:xfrm>
            <a:off x="3082680" y="1345320"/>
            <a:ext cx="2890440" cy="2191680"/>
            <a:chOff x="3082680" y="1345320"/>
            <a:chExt cx="2890440" cy="2191680"/>
          </a:xfrm>
        </p:grpSpPr>
        <p:sp>
          <p:nvSpPr>
            <p:cNvPr id="2244" name="Oval 215"/>
            <p:cNvSpPr/>
            <p:nvPr/>
          </p:nvSpPr>
          <p:spPr>
            <a:xfrm>
              <a:off x="5658480" y="134532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2245" name="Straight Arrow Connector 218"/>
            <p:cNvCxnSpPr>
              <a:stCxn id="2244" idx="2"/>
              <a:endCxn id="2246" idx="6"/>
            </p:cNvCxnSpPr>
            <p:nvPr/>
          </p:nvCxnSpPr>
          <p:spPr>
            <a:xfrm flipH="1">
              <a:off x="3384360" y="1492920"/>
              <a:ext cx="2274480" cy="189684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2246" name="Oval 222"/>
            <p:cNvSpPr/>
            <p:nvPr/>
          </p:nvSpPr>
          <p:spPr>
            <a:xfrm>
              <a:off x="3082680" y="3241800"/>
              <a:ext cx="30168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247" name="Oval 114"/>
          <p:cNvSpPr/>
          <p:nvPr/>
        </p:nvSpPr>
        <p:spPr>
          <a:xfrm>
            <a:off x="5545080" y="29304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248" name="Text Box 4"/>
          <p:cNvSpPr/>
          <p:nvPr/>
        </p:nvSpPr>
        <p:spPr>
          <a:xfrm>
            <a:off x="2531520" y="3178800"/>
            <a:ext cx="8877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49" name="Straight Arrow Connector 224"/>
          <p:cNvCxnSpPr/>
          <p:nvPr/>
        </p:nvCxnSpPr>
        <p:spPr>
          <a:xfrm flipV="1">
            <a:off x="2879280" y="5005080"/>
            <a:ext cx="360" cy="8838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25" dur="indefinite" restart="never" nodeType="tmRoot">
          <p:childTnLst>
            <p:seq>
              <p:cTn id="426" dur="indefinite" nodeType="mainSeq">
                <p:childTnLst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31" dur="500"/>
                                        <p:tgtEl>
                                          <p:spTgt spid="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36" dur="500"/>
                                        <p:tgtEl>
                                          <p:spTgt spid="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500"/>
                            </p:stCondLst>
                            <p:childTnLst>
                              <p:par>
                                <p:cTn id="438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40" dur="500"/>
                                        <p:tgtEl>
                                          <p:spTgt spid="2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45" dur="500"/>
                                        <p:tgtEl>
                                          <p:spTgt spid="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0" name="Group 164"/>
          <p:cNvGrpSpPr/>
          <p:nvPr/>
        </p:nvGrpSpPr>
        <p:grpSpPr>
          <a:xfrm>
            <a:off x="4453920" y="3833640"/>
            <a:ext cx="1668960" cy="2786400"/>
            <a:chOff x="4453920" y="3833640"/>
            <a:chExt cx="1668960" cy="2786400"/>
          </a:xfrm>
        </p:grpSpPr>
        <p:sp>
          <p:nvSpPr>
            <p:cNvPr id="2251" name="Oval 168"/>
            <p:cNvSpPr/>
            <p:nvPr/>
          </p:nvSpPr>
          <p:spPr>
            <a:xfrm>
              <a:off x="4453920" y="3833640"/>
              <a:ext cx="1479960" cy="2786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52" name="Rectangle 202"/>
            <p:cNvSpPr/>
            <p:nvPr/>
          </p:nvSpPr>
          <p:spPr>
            <a:xfrm>
              <a:off x="5223240" y="3949560"/>
              <a:ext cx="899640" cy="1510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2253" name="Straight Arrow Connector 203"/>
            <p:cNvCxnSpPr/>
            <p:nvPr/>
          </p:nvCxnSpPr>
          <p:spPr>
            <a:xfrm>
              <a:off x="5439960" y="3913560"/>
              <a:ext cx="144720" cy="10800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len="med" type="triangle" w="med"/>
            </a:ln>
          </p:spPr>
        </p:cxnSp>
      </p:grpSp>
      <p:sp>
        <p:nvSpPr>
          <p:cNvPr id="2254" name="Text Box 3"/>
          <p:cNvSpPr/>
          <p:nvPr/>
        </p:nvSpPr>
        <p:spPr>
          <a:xfrm>
            <a:off x="6149160" y="4883040"/>
            <a:ext cx="647100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update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D(b)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for all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b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adjacent to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and not in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: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    D(b) = </a:t>
            </a:r>
            <a:r>
              <a:rPr lang="en-US" sz="2200" b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min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( D(b), D(a) + c</a:t>
            </a:r>
            <a:r>
              <a:rPr lang="en-US" sz="2200" b="1" i="1" u="none" strike="noStrike" baseline="-25000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a,b 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)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55" name="Group 205"/>
          <p:cNvGrpSpPr/>
          <p:nvPr/>
        </p:nvGrpSpPr>
        <p:grpSpPr>
          <a:xfrm>
            <a:off x="6497280" y="5402160"/>
            <a:ext cx="5412960" cy="753840"/>
            <a:chOff x="6497280" y="5402160"/>
            <a:chExt cx="5412960" cy="753840"/>
          </a:xfrm>
        </p:grpSpPr>
        <p:sp>
          <p:nvSpPr>
            <p:cNvPr id="2256" name="Rectangle 207"/>
            <p:cNvSpPr/>
            <p:nvPr/>
          </p:nvSpPr>
          <p:spPr>
            <a:xfrm>
              <a:off x="6534000" y="5716800"/>
              <a:ext cx="5066280" cy="434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57" name="Text Box 3"/>
            <p:cNvSpPr/>
            <p:nvPr/>
          </p:nvSpPr>
          <p:spPr>
            <a:xfrm>
              <a:off x="6539760" y="5402160"/>
              <a:ext cx="18432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US" sz="2000" b="0" i="1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58" name="Text Box 3"/>
            <p:cNvSpPr/>
            <p:nvPr/>
          </p:nvSpPr>
          <p:spPr>
            <a:xfrm>
              <a:off x="6497280" y="5719680"/>
              <a:ext cx="5412960" cy="43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D(z) = min ( D(z), D(w) + c</a:t>
              </a:r>
              <a:r>
                <a:rPr lang="en-US" sz="2000" b="0" i="1" u="none" strike="noStrike" baseline="-25000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w,z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) = min (4, 3+5) = 4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59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260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1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2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3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4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5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6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7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68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2269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0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1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2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3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74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75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276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277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278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279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2280" name="Text Box 3"/>
          <p:cNvSpPr/>
          <p:nvPr/>
        </p:nvSpPr>
        <p:spPr>
          <a:xfrm>
            <a:off x="5517360" y="3427200"/>
            <a:ext cx="133668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1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2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283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4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5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6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7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8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89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2290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1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2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3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4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5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6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7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8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9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0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1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2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3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4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5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6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7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8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9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0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1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2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3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4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5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6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7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8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9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0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1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2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3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4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5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6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7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8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9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0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31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2332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3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4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2335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6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7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2338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9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40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2341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2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43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2344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5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46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2347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8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49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0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1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2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3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4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5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6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7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8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359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360" name="Group 108"/>
          <p:cNvGrpSpPr/>
          <p:nvPr/>
        </p:nvGrpSpPr>
        <p:grpSpPr>
          <a:xfrm>
            <a:off x="4268880" y="2255760"/>
            <a:ext cx="5673600" cy="411480"/>
            <a:chOff x="4268880" y="2255760"/>
            <a:chExt cx="5673600" cy="411480"/>
          </a:xfrm>
        </p:grpSpPr>
        <p:sp>
          <p:nvSpPr>
            <p:cNvPr id="2361" name="Text Box 9"/>
            <p:cNvSpPr/>
            <p:nvPr/>
          </p:nvSpPr>
          <p:spPr>
            <a:xfrm>
              <a:off x="9598680" y="23018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2" name="Text Box 8"/>
            <p:cNvSpPr/>
            <p:nvPr/>
          </p:nvSpPr>
          <p:spPr>
            <a:xfrm>
              <a:off x="8211960" y="226044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3" name="Text Box 6"/>
            <p:cNvSpPr/>
            <p:nvPr/>
          </p:nvSpPr>
          <p:spPr>
            <a:xfrm>
              <a:off x="5571720" y="2271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4" name="Text Box 5"/>
            <p:cNvSpPr/>
            <p:nvPr/>
          </p:nvSpPr>
          <p:spPr>
            <a:xfrm>
              <a:off x="4268880" y="22557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65" name="Oval 114"/>
          <p:cNvSpPr/>
          <p:nvPr/>
        </p:nvSpPr>
        <p:spPr>
          <a:xfrm>
            <a:off x="8195760" y="231696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66" name="Text Box 4"/>
          <p:cNvSpPr/>
          <p:nvPr/>
        </p:nvSpPr>
        <p:spPr>
          <a:xfrm>
            <a:off x="2823480" y="2546640"/>
            <a:ext cx="576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7" name="Group 165"/>
          <p:cNvGrpSpPr/>
          <p:nvPr/>
        </p:nvGrpSpPr>
        <p:grpSpPr>
          <a:xfrm>
            <a:off x="4268880" y="2547000"/>
            <a:ext cx="5747400" cy="423000"/>
            <a:chOff x="4268880" y="2547000"/>
            <a:chExt cx="5747400" cy="423000"/>
          </a:xfrm>
        </p:grpSpPr>
        <p:sp>
          <p:nvSpPr>
            <p:cNvPr id="2368" name="Text Box 9"/>
            <p:cNvSpPr/>
            <p:nvPr/>
          </p:nvSpPr>
          <p:spPr>
            <a:xfrm>
              <a:off x="9496080" y="25470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9" name="Text Box 6"/>
            <p:cNvSpPr/>
            <p:nvPr/>
          </p:nvSpPr>
          <p:spPr>
            <a:xfrm>
              <a:off x="5571720" y="257472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0" name="Text Box 5"/>
            <p:cNvSpPr/>
            <p:nvPr/>
          </p:nvSpPr>
          <p:spPr>
            <a:xfrm>
              <a:off x="4268880" y="255852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1" name="Oval 114"/>
          <p:cNvSpPr/>
          <p:nvPr/>
        </p:nvSpPr>
        <p:spPr>
          <a:xfrm>
            <a:off x="4252680" y="26082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72" name="Text Box 4"/>
          <p:cNvSpPr/>
          <p:nvPr/>
        </p:nvSpPr>
        <p:spPr>
          <a:xfrm>
            <a:off x="2705760" y="2856600"/>
            <a:ext cx="704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3" name="Straight Arrow Connector 220"/>
          <p:cNvCxnSpPr/>
          <p:nvPr/>
        </p:nvCxnSpPr>
        <p:spPr>
          <a:xfrm>
            <a:off x="2017440" y="6020640"/>
            <a:ext cx="58716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374" name="Group 216"/>
          <p:cNvGrpSpPr/>
          <p:nvPr/>
        </p:nvGrpSpPr>
        <p:grpSpPr>
          <a:xfrm>
            <a:off x="5560200" y="2865960"/>
            <a:ext cx="4456080" cy="402120"/>
            <a:chOff x="5560200" y="2865960"/>
            <a:chExt cx="4456080" cy="402120"/>
          </a:xfrm>
        </p:grpSpPr>
        <p:sp>
          <p:nvSpPr>
            <p:cNvPr id="2375" name="Text Box 9"/>
            <p:cNvSpPr/>
            <p:nvPr/>
          </p:nvSpPr>
          <p:spPr>
            <a:xfrm>
              <a:off x="9496080" y="28728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6" name="Text Box 6"/>
            <p:cNvSpPr/>
            <p:nvPr/>
          </p:nvSpPr>
          <p:spPr>
            <a:xfrm>
              <a:off x="5560200" y="2865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377" name="Straight Arrow Connector 206"/>
          <p:cNvCxnSpPr/>
          <p:nvPr/>
        </p:nvCxnSpPr>
        <p:spPr>
          <a:xfrm flipV="1">
            <a:off x="1170720" y="5023080"/>
            <a:ext cx="502920" cy="2826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sp>
        <p:nvSpPr>
          <p:cNvPr id="2378" name="Oval 114"/>
          <p:cNvSpPr/>
          <p:nvPr/>
        </p:nvSpPr>
        <p:spPr>
          <a:xfrm>
            <a:off x="5545080" y="29304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79" name="Text Box 4"/>
          <p:cNvSpPr/>
          <p:nvPr/>
        </p:nvSpPr>
        <p:spPr>
          <a:xfrm>
            <a:off x="2531520" y="3178800"/>
            <a:ext cx="8877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0" name="Text Box 9"/>
          <p:cNvSpPr/>
          <p:nvPr/>
        </p:nvSpPr>
        <p:spPr>
          <a:xfrm>
            <a:off x="9502560" y="3197520"/>
            <a:ext cx="520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81" name="Straight Arrow Connector 211"/>
          <p:cNvCxnSpPr/>
          <p:nvPr/>
        </p:nvCxnSpPr>
        <p:spPr>
          <a:xfrm flipV="1">
            <a:off x="2879280" y="5005080"/>
            <a:ext cx="360" cy="8838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46" dur="indefinite" restart="never" nodeType="tmRoot">
          <p:childTnLst>
            <p:seq>
              <p:cTn id="447" dur="indefinite" nodeType="mainSeq">
                <p:childTnLst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52" dur="500"/>
                                        <p:tgtEl>
                                          <p:spTgt spid="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57" dur="500"/>
                                        <p:tgtEl>
                                          <p:spTgt spid="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62" dur="500"/>
                                        <p:tgtEl>
                                          <p:spTgt spid="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383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4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5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6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7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8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9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0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91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2392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3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4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5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6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97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98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399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400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401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402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2403" name="Text Box 3"/>
          <p:cNvSpPr/>
          <p:nvPr/>
        </p:nvSpPr>
        <p:spPr>
          <a:xfrm>
            <a:off x="5517360" y="3427200"/>
            <a:ext cx="13366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4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5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06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7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8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9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0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1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12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2413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4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5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6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7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8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9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0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1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2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3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4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5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6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7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8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9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0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1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2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3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4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5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6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7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8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9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0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1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2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3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4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5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6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7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8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9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0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1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2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3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54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2455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6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57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2458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9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60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2461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2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63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2464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5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66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2467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8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69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2470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1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72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3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4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5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6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7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8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9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0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1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482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483" name="Group 108"/>
          <p:cNvGrpSpPr/>
          <p:nvPr/>
        </p:nvGrpSpPr>
        <p:grpSpPr>
          <a:xfrm>
            <a:off x="4268880" y="2255760"/>
            <a:ext cx="5673600" cy="411480"/>
            <a:chOff x="4268880" y="2255760"/>
            <a:chExt cx="5673600" cy="411480"/>
          </a:xfrm>
        </p:grpSpPr>
        <p:sp>
          <p:nvSpPr>
            <p:cNvPr id="2484" name="Text Box 9"/>
            <p:cNvSpPr/>
            <p:nvPr/>
          </p:nvSpPr>
          <p:spPr>
            <a:xfrm>
              <a:off x="9598680" y="23018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5" name="Text Box 8"/>
            <p:cNvSpPr/>
            <p:nvPr/>
          </p:nvSpPr>
          <p:spPr>
            <a:xfrm>
              <a:off x="8211960" y="226044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6" name="Text Box 6"/>
            <p:cNvSpPr/>
            <p:nvPr/>
          </p:nvSpPr>
          <p:spPr>
            <a:xfrm>
              <a:off x="5571720" y="2271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7" name="Text Box 5"/>
            <p:cNvSpPr/>
            <p:nvPr/>
          </p:nvSpPr>
          <p:spPr>
            <a:xfrm>
              <a:off x="4268880" y="22557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88" name="Oval 114"/>
          <p:cNvSpPr/>
          <p:nvPr/>
        </p:nvSpPr>
        <p:spPr>
          <a:xfrm>
            <a:off x="8195760" y="231696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89" name="Text Box 4"/>
          <p:cNvSpPr/>
          <p:nvPr/>
        </p:nvSpPr>
        <p:spPr>
          <a:xfrm>
            <a:off x="2823480" y="2546640"/>
            <a:ext cx="576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90" name="Group 165"/>
          <p:cNvGrpSpPr/>
          <p:nvPr/>
        </p:nvGrpSpPr>
        <p:grpSpPr>
          <a:xfrm>
            <a:off x="4268880" y="2547000"/>
            <a:ext cx="5747400" cy="423000"/>
            <a:chOff x="4268880" y="2547000"/>
            <a:chExt cx="5747400" cy="423000"/>
          </a:xfrm>
        </p:grpSpPr>
        <p:sp>
          <p:nvSpPr>
            <p:cNvPr id="2491" name="Text Box 9"/>
            <p:cNvSpPr/>
            <p:nvPr/>
          </p:nvSpPr>
          <p:spPr>
            <a:xfrm>
              <a:off x="9496080" y="25470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2" name="Text Box 6"/>
            <p:cNvSpPr/>
            <p:nvPr/>
          </p:nvSpPr>
          <p:spPr>
            <a:xfrm>
              <a:off x="5571720" y="257472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3" name="Text Box 5"/>
            <p:cNvSpPr/>
            <p:nvPr/>
          </p:nvSpPr>
          <p:spPr>
            <a:xfrm>
              <a:off x="4268880" y="255852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94" name="Oval 114"/>
          <p:cNvSpPr/>
          <p:nvPr/>
        </p:nvSpPr>
        <p:spPr>
          <a:xfrm>
            <a:off x="4252680" y="26082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95" name="Text Box 4"/>
          <p:cNvSpPr/>
          <p:nvPr/>
        </p:nvSpPr>
        <p:spPr>
          <a:xfrm>
            <a:off x="2705760" y="2856600"/>
            <a:ext cx="704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96" name="Straight Arrow Connector 220"/>
          <p:cNvCxnSpPr/>
          <p:nvPr/>
        </p:nvCxnSpPr>
        <p:spPr>
          <a:xfrm>
            <a:off x="2017440" y="6020640"/>
            <a:ext cx="58716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497" name="Group 216"/>
          <p:cNvGrpSpPr/>
          <p:nvPr/>
        </p:nvGrpSpPr>
        <p:grpSpPr>
          <a:xfrm>
            <a:off x="5560200" y="2865960"/>
            <a:ext cx="4456080" cy="402120"/>
            <a:chOff x="5560200" y="2865960"/>
            <a:chExt cx="4456080" cy="402120"/>
          </a:xfrm>
        </p:grpSpPr>
        <p:sp>
          <p:nvSpPr>
            <p:cNvPr id="2498" name="Text Box 9"/>
            <p:cNvSpPr/>
            <p:nvPr/>
          </p:nvSpPr>
          <p:spPr>
            <a:xfrm>
              <a:off x="9496080" y="28728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9" name="Text Box 6"/>
            <p:cNvSpPr/>
            <p:nvPr/>
          </p:nvSpPr>
          <p:spPr>
            <a:xfrm>
              <a:off x="5560200" y="2865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500" name="Straight Arrow Connector 206"/>
          <p:cNvCxnSpPr/>
          <p:nvPr/>
        </p:nvCxnSpPr>
        <p:spPr>
          <a:xfrm flipV="1">
            <a:off x="1170720" y="5023080"/>
            <a:ext cx="502920" cy="2826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sp>
        <p:nvSpPr>
          <p:cNvPr id="2501" name="Oval 114"/>
          <p:cNvSpPr/>
          <p:nvPr/>
        </p:nvSpPr>
        <p:spPr>
          <a:xfrm>
            <a:off x="5545080" y="29304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502" name="Text Box 4"/>
          <p:cNvSpPr/>
          <p:nvPr/>
        </p:nvSpPr>
        <p:spPr>
          <a:xfrm>
            <a:off x="2531520" y="3178800"/>
            <a:ext cx="8877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3" name="Text Box 9"/>
          <p:cNvSpPr/>
          <p:nvPr/>
        </p:nvSpPr>
        <p:spPr>
          <a:xfrm>
            <a:off x="9502560" y="3197520"/>
            <a:ext cx="520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04" name="Group 212"/>
          <p:cNvGrpSpPr/>
          <p:nvPr/>
        </p:nvGrpSpPr>
        <p:grpSpPr>
          <a:xfrm>
            <a:off x="3084840" y="1369440"/>
            <a:ext cx="6736320" cy="2493720"/>
            <a:chOff x="3084840" y="1369440"/>
            <a:chExt cx="6736320" cy="2493720"/>
          </a:xfrm>
        </p:grpSpPr>
        <p:sp>
          <p:nvSpPr>
            <p:cNvPr id="2505" name="Oval 222"/>
            <p:cNvSpPr/>
            <p:nvPr/>
          </p:nvSpPr>
          <p:spPr>
            <a:xfrm>
              <a:off x="9506520" y="136944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2506" name="Straight Arrow Connector 224"/>
            <p:cNvCxnSpPr>
              <a:stCxn id="2505" idx="2"/>
              <a:endCxn id="2507" idx="6"/>
            </p:cNvCxnSpPr>
            <p:nvPr/>
          </p:nvCxnSpPr>
          <p:spPr>
            <a:xfrm flipH="1">
              <a:off x="3386520" y="1517040"/>
              <a:ext cx="6120360" cy="219888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2507" name="Oval 225"/>
            <p:cNvSpPr/>
            <p:nvPr/>
          </p:nvSpPr>
          <p:spPr>
            <a:xfrm>
              <a:off x="3084840" y="3567960"/>
              <a:ext cx="30168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508" name="Oval 114"/>
          <p:cNvSpPr/>
          <p:nvPr/>
        </p:nvSpPr>
        <p:spPr>
          <a:xfrm>
            <a:off x="9438120" y="326808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509" name="Text Box 4"/>
          <p:cNvSpPr/>
          <p:nvPr/>
        </p:nvSpPr>
        <p:spPr>
          <a:xfrm>
            <a:off x="2390760" y="3488040"/>
            <a:ext cx="1015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0" name="Straight Arrow Connector 228"/>
          <p:cNvCxnSpPr/>
          <p:nvPr/>
        </p:nvCxnSpPr>
        <p:spPr>
          <a:xfrm flipV="1">
            <a:off x="2879280" y="5005080"/>
            <a:ext cx="360" cy="8838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511" name="Straight Arrow Connector 229"/>
          <p:cNvCxnSpPr/>
          <p:nvPr/>
        </p:nvCxnSpPr>
        <p:spPr>
          <a:xfrm flipV="1">
            <a:off x="3059640" y="5610240"/>
            <a:ext cx="606960" cy="4482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63" dur="indefinite" restart="never" nodeType="tmRoot">
          <p:childTnLst>
            <p:seq>
              <p:cTn id="464" dur="indefinite" nodeType="mainSeq">
                <p:childTnLst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69" dur="500"/>
                                        <p:tgtEl>
                                          <p:spTgt spid="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500"/>
                            </p:stCondLst>
                            <p:childTnLst>
                              <p:par>
                                <p:cTn id="471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73" dur="500"/>
                                        <p:tgtEl>
                                          <p:spTgt spid="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indefinite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78" dur="500"/>
                                        <p:tgtEl>
                                          <p:spTgt spid="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513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4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5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6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7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8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9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0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21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2522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3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4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5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6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27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28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529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530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531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532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2533" name="Text Box 3"/>
          <p:cNvSpPr/>
          <p:nvPr/>
        </p:nvSpPr>
        <p:spPr>
          <a:xfrm>
            <a:off x="5517360" y="3427200"/>
            <a:ext cx="133668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4" name="Text Box 3"/>
          <p:cNvSpPr/>
          <p:nvPr/>
        </p:nvSpPr>
        <p:spPr>
          <a:xfrm>
            <a:off x="6076440" y="3750120"/>
            <a:ext cx="648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find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add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5" name="Oval 114"/>
          <p:cNvSpPr/>
          <p:nvPr/>
        </p:nvSpPr>
        <p:spPr>
          <a:xfrm>
            <a:off x="6843600" y="202572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536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7" name="TextBox 111"/>
          <p:cNvSpPr/>
          <p:nvPr/>
        </p:nvSpPr>
        <p:spPr>
          <a:xfrm>
            <a:off x="4322880" y="1212120"/>
            <a:ext cx="3603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8" name="TextBox 112"/>
          <p:cNvSpPr/>
          <p:nvPr/>
        </p:nvSpPr>
        <p:spPr>
          <a:xfrm>
            <a:off x="5598000" y="1206360"/>
            <a:ext cx="459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9" name="TextBox 113"/>
          <p:cNvSpPr/>
          <p:nvPr/>
        </p:nvSpPr>
        <p:spPr>
          <a:xfrm>
            <a:off x="6908040" y="1200960"/>
            <a:ext cx="36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0" name="TextBox 114"/>
          <p:cNvSpPr/>
          <p:nvPr/>
        </p:nvSpPr>
        <p:spPr>
          <a:xfrm>
            <a:off x="8240760" y="1206720"/>
            <a:ext cx="361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1" name="TextBox 115"/>
          <p:cNvSpPr/>
          <p:nvPr/>
        </p:nvSpPr>
        <p:spPr>
          <a:xfrm>
            <a:off x="9504360" y="1224360"/>
            <a:ext cx="347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42" name="Group 16"/>
          <p:cNvGrpSpPr/>
          <p:nvPr/>
        </p:nvGrpSpPr>
        <p:grpSpPr>
          <a:xfrm>
            <a:off x="644400" y="4117320"/>
            <a:ext cx="3571560" cy="2236320"/>
            <a:chOff x="644400" y="4117320"/>
            <a:chExt cx="3571560" cy="2236320"/>
          </a:xfrm>
        </p:grpSpPr>
        <p:sp>
          <p:nvSpPr>
            <p:cNvPr id="2543" name="Freeform 17"/>
            <p:cNvSpPr/>
            <p:nvPr/>
          </p:nvSpPr>
          <p:spPr>
            <a:xfrm>
              <a:off x="644400" y="41173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4" name="Freeform 18"/>
            <p:cNvSpPr/>
            <p:nvPr/>
          </p:nvSpPr>
          <p:spPr>
            <a:xfrm>
              <a:off x="1177920" y="49888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5" name="Oval 19"/>
            <p:cNvSpPr/>
            <p:nvPr/>
          </p:nvSpPr>
          <p:spPr>
            <a:xfrm>
              <a:off x="765000" y="53730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6" name="Line 20"/>
            <p:cNvSpPr/>
            <p:nvPr/>
          </p:nvSpPr>
          <p:spPr>
            <a:xfrm>
              <a:off x="76464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7" name="Line 21"/>
            <p:cNvSpPr/>
            <p:nvPr/>
          </p:nvSpPr>
          <p:spPr>
            <a:xfrm>
              <a:off x="1261800" y="53618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8" name="Rectangle 22"/>
            <p:cNvSpPr/>
            <p:nvPr/>
          </p:nvSpPr>
          <p:spPr>
            <a:xfrm>
              <a:off x="765000" y="53618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9" name="Oval 23"/>
            <p:cNvSpPr/>
            <p:nvPr/>
          </p:nvSpPr>
          <p:spPr>
            <a:xfrm>
              <a:off x="760320" y="52682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0" name="Oval 24"/>
            <p:cNvSpPr/>
            <p:nvPr/>
          </p:nvSpPr>
          <p:spPr>
            <a:xfrm>
              <a:off x="1517400" y="5987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1" name="Line 25"/>
            <p:cNvSpPr/>
            <p:nvPr/>
          </p:nvSpPr>
          <p:spPr>
            <a:xfrm>
              <a:off x="15174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2" name="Line 26"/>
            <p:cNvSpPr/>
            <p:nvPr/>
          </p:nvSpPr>
          <p:spPr>
            <a:xfrm>
              <a:off x="2014200" y="5976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3" name="Rectangle 27"/>
            <p:cNvSpPr/>
            <p:nvPr/>
          </p:nvSpPr>
          <p:spPr>
            <a:xfrm>
              <a:off x="1517400" y="5976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4" name="Oval 28"/>
            <p:cNvSpPr/>
            <p:nvPr/>
          </p:nvSpPr>
          <p:spPr>
            <a:xfrm>
              <a:off x="1512720" y="5882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5" name="Oval 29"/>
            <p:cNvSpPr/>
            <p:nvPr/>
          </p:nvSpPr>
          <p:spPr>
            <a:xfrm>
              <a:off x="1511280" y="48920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6" name="Line 30"/>
            <p:cNvSpPr/>
            <p:nvPr/>
          </p:nvSpPr>
          <p:spPr>
            <a:xfrm>
              <a:off x="15109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7" name="Line 31"/>
            <p:cNvSpPr/>
            <p:nvPr/>
          </p:nvSpPr>
          <p:spPr>
            <a:xfrm>
              <a:off x="2007720" y="48808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8" name="Rectangle 32"/>
            <p:cNvSpPr/>
            <p:nvPr/>
          </p:nvSpPr>
          <p:spPr>
            <a:xfrm>
              <a:off x="1511280" y="48808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9" name="Oval 33"/>
            <p:cNvSpPr/>
            <p:nvPr/>
          </p:nvSpPr>
          <p:spPr>
            <a:xfrm>
              <a:off x="1506240" y="478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0" name="Oval 34"/>
            <p:cNvSpPr/>
            <p:nvPr/>
          </p:nvSpPr>
          <p:spPr>
            <a:xfrm>
              <a:off x="2595240" y="48855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1" name="Line 35"/>
            <p:cNvSpPr/>
            <p:nvPr/>
          </p:nvSpPr>
          <p:spPr>
            <a:xfrm>
              <a:off x="259524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2" name="Line 36"/>
            <p:cNvSpPr/>
            <p:nvPr/>
          </p:nvSpPr>
          <p:spPr>
            <a:xfrm>
              <a:off x="3090600" y="4874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3" name="Rectangle 37"/>
            <p:cNvSpPr/>
            <p:nvPr/>
          </p:nvSpPr>
          <p:spPr>
            <a:xfrm>
              <a:off x="2595240" y="487476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4" name="Oval 38"/>
            <p:cNvSpPr/>
            <p:nvPr/>
          </p:nvSpPr>
          <p:spPr>
            <a:xfrm>
              <a:off x="2600280" y="478584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5" name="Oval 39"/>
            <p:cNvSpPr/>
            <p:nvPr/>
          </p:nvSpPr>
          <p:spPr>
            <a:xfrm>
              <a:off x="2611080" y="59828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6" name="Line 40"/>
            <p:cNvSpPr/>
            <p:nvPr/>
          </p:nvSpPr>
          <p:spPr>
            <a:xfrm>
              <a:off x="26110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7" name="Line 41"/>
            <p:cNvSpPr/>
            <p:nvPr/>
          </p:nvSpPr>
          <p:spPr>
            <a:xfrm>
              <a:off x="3107880" y="59713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8" name="Rectangle 42"/>
            <p:cNvSpPr/>
            <p:nvPr/>
          </p:nvSpPr>
          <p:spPr>
            <a:xfrm>
              <a:off x="2611080" y="59716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9" name="Oval 43"/>
            <p:cNvSpPr/>
            <p:nvPr/>
          </p:nvSpPr>
          <p:spPr>
            <a:xfrm>
              <a:off x="2606400" y="58780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0" name="Oval 44"/>
            <p:cNvSpPr/>
            <p:nvPr/>
          </p:nvSpPr>
          <p:spPr>
            <a:xfrm>
              <a:off x="3508200" y="5441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1" name="Line 45"/>
            <p:cNvSpPr/>
            <p:nvPr/>
          </p:nvSpPr>
          <p:spPr>
            <a:xfrm>
              <a:off x="350784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2" name="Line 46"/>
            <p:cNvSpPr/>
            <p:nvPr/>
          </p:nvSpPr>
          <p:spPr>
            <a:xfrm>
              <a:off x="4005000" y="5429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3" name="Rectangle 47"/>
            <p:cNvSpPr/>
            <p:nvPr/>
          </p:nvSpPr>
          <p:spPr>
            <a:xfrm>
              <a:off x="3508200" y="5430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4" name="Oval 48"/>
            <p:cNvSpPr/>
            <p:nvPr/>
          </p:nvSpPr>
          <p:spPr>
            <a:xfrm>
              <a:off x="3503520" y="5336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5" name="Freeform 49"/>
            <p:cNvSpPr/>
            <p:nvPr/>
          </p:nvSpPr>
          <p:spPr>
            <a:xfrm>
              <a:off x="2858760" y="50317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6" name="Freeform 50"/>
            <p:cNvSpPr/>
            <p:nvPr/>
          </p:nvSpPr>
          <p:spPr>
            <a:xfrm>
              <a:off x="1758600" y="504144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7" name="Freeform 51"/>
            <p:cNvSpPr/>
            <p:nvPr/>
          </p:nvSpPr>
          <p:spPr>
            <a:xfrm>
              <a:off x="2020680" y="50173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8" name="Freeform 52"/>
            <p:cNvSpPr/>
            <p:nvPr/>
          </p:nvSpPr>
          <p:spPr>
            <a:xfrm>
              <a:off x="3111480" y="55699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9" name="Freeform 53"/>
            <p:cNvSpPr/>
            <p:nvPr/>
          </p:nvSpPr>
          <p:spPr>
            <a:xfrm>
              <a:off x="2030400" y="601776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0" name="Freeform 54"/>
            <p:cNvSpPr/>
            <p:nvPr/>
          </p:nvSpPr>
          <p:spPr>
            <a:xfrm>
              <a:off x="1091880" y="550332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1" name="Freeform 55"/>
            <p:cNvSpPr/>
            <p:nvPr/>
          </p:nvSpPr>
          <p:spPr>
            <a:xfrm>
              <a:off x="2020680" y="492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2" name="Freeform 56"/>
            <p:cNvSpPr/>
            <p:nvPr/>
          </p:nvSpPr>
          <p:spPr>
            <a:xfrm>
              <a:off x="3092400" y="491760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3" name="Freeform 57"/>
            <p:cNvSpPr/>
            <p:nvPr/>
          </p:nvSpPr>
          <p:spPr>
            <a:xfrm>
              <a:off x="1001520" y="423648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84" name="Group 58"/>
            <p:cNvGrpSpPr/>
            <p:nvPr/>
          </p:nvGrpSpPr>
          <p:grpSpPr>
            <a:xfrm>
              <a:off x="843840" y="5185800"/>
              <a:ext cx="322560" cy="395280"/>
              <a:chOff x="843840" y="5185800"/>
              <a:chExt cx="322560" cy="395280"/>
            </a:xfrm>
          </p:grpSpPr>
          <p:sp>
            <p:nvSpPr>
              <p:cNvPr id="2585" name="Rectangle 59"/>
              <p:cNvSpPr/>
              <p:nvPr/>
            </p:nvSpPr>
            <p:spPr>
              <a:xfrm>
                <a:off x="886680" y="5289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6" name="Text Box 60"/>
              <p:cNvSpPr/>
              <p:nvPr/>
            </p:nvSpPr>
            <p:spPr>
              <a:xfrm>
                <a:off x="843840" y="51858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87" name="Group 61"/>
            <p:cNvGrpSpPr/>
            <p:nvPr/>
          </p:nvGrpSpPr>
          <p:grpSpPr>
            <a:xfrm>
              <a:off x="2707560" y="5795280"/>
              <a:ext cx="308160" cy="395280"/>
              <a:chOff x="2707560" y="5795280"/>
              <a:chExt cx="308160" cy="395280"/>
            </a:xfrm>
          </p:grpSpPr>
          <p:sp>
            <p:nvSpPr>
              <p:cNvPr id="2588" name="Rectangle 62"/>
              <p:cNvSpPr/>
              <p:nvPr/>
            </p:nvSpPr>
            <p:spPr>
              <a:xfrm>
                <a:off x="2743920" y="58986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9" name="Text Box 63"/>
              <p:cNvSpPr/>
              <p:nvPr/>
            </p:nvSpPr>
            <p:spPr>
              <a:xfrm>
                <a:off x="2707560" y="57952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90" name="Group 64"/>
            <p:cNvGrpSpPr/>
            <p:nvPr/>
          </p:nvGrpSpPr>
          <p:grpSpPr>
            <a:xfrm>
              <a:off x="1614240" y="5743080"/>
              <a:ext cx="333360" cy="456120"/>
              <a:chOff x="1614240" y="5743080"/>
              <a:chExt cx="333360" cy="456120"/>
            </a:xfrm>
          </p:grpSpPr>
          <p:sp>
            <p:nvSpPr>
              <p:cNvPr id="2591" name="Rectangle 65"/>
              <p:cNvSpPr/>
              <p:nvPr/>
            </p:nvSpPr>
            <p:spPr>
              <a:xfrm>
                <a:off x="1661760" y="589392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2" name="Text Box 66"/>
              <p:cNvSpPr/>
              <p:nvPr/>
            </p:nvSpPr>
            <p:spPr>
              <a:xfrm>
                <a:off x="1614240" y="57430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93" name="Group 67"/>
            <p:cNvGrpSpPr/>
            <p:nvPr/>
          </p:nvGrpSpPr>
          <p:grpSpPr>
            <a:xfrm>
              <a:off x="2670480" y="4700160"/>
              <a:ext cx="365040" cy="395280"/>
              <a:chOff x="2670480" y="4700160"/>
              <a:chExt cx="365040" cy="395280"/>
            </a:xfrm>
          </p:grpSpPr>
          <p:sp>
            <p:nvSpPr>
              <p:cNvPr id="2594" name="Rectangle 68"/>
              <p:cNvSpPr/>
              <p:nvPr/>
            </p:nvSpPr>
            <p:spPr>
              <a:xfrm>
                <a:off x="2734200" y="48031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5" name="Text Box 69"/>
              <p:cNvSpPr/>
              <p:nvPr/>
            </p:nvSpPr>
            <p:spPr>
              <a:xfrm>
                <a:off x="2670480" y="47001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96" name="Group 70"/>
            <p:cNvGrpSpPr/>
            <p:nvPr/>
          </p:nvGrpSpPr>
          <p:grpSpPr>
            <a:xfrm>
              <a:off x="1612080" y="4700160"/>
              <a:ext cx="308160" cy="395280"/>
              <a:chOff x="1612080" y="4700160"/>
              <a:chExt cx="308160" cy="395280"/>
            </a:xfrm>
          </p:grpSpPr>
          <p:sp>
            <p:nvSpPr>
              <p:cNvPr id="2597" name="Rectangle 71"/>
              <p:cNvSpPr/>
              <p:nvPr/>
            </p:nvSpPr>
            <p:spPr>
              <a:xfrm>
                <a:off x="1648800" y="48031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8" name="Text Box 72"/>
              <p:cNvSpPr/>
              <p:nvPr/>
            </p:nvSpPr>
            <p:spPr>
              <a:xfrm>
                <a:off x="1612080" y="470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99" name="Group 73"/>
            <p:cNvGrpSpPr/>
            <p:nvPr/>
          </p:nvGrpSpPr>
          <p:grpSpPr>
            <a:xfrm>
              <a:off x="3603240" y="5204880"/>
              <a:ext cx="333360" cy="456120"/>
              <a:chOff x="3603240" y="5204880"/>
              <a:chExt cx="333360" cy="456120"/>
            </a:xfrm>
          </p:grpSpPr>
          <p:sp>
            <p:nvSpPr>
              <p:cNvPr id="2600" name="Rectangle 74"/>
              <p:cNvSpPr/>
              <p:nvPr/>
            </p:nvSpPr>
            <p:spPr>
              <a:xfrm>
                <a:off x="3653640" y="535572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1" name="Text Box 75"/>
              <p:cNvSpPr/>
              <p:nvPr/>
            </p:nvSpPr>
            <p:spPr>
              <a:xfrm>
                <a:off x="3603240" y="520488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602" name="Text Box 76"/>
            <p:cNvSpPr/>
            <p:nvPr/>
          </p:nvSpPr>
          <p:spPr>
            <a:xfrm>
              <a:off x="1170720" y="4906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3" name="Text Box 77"/>
            <p:cNvSpPr/>
            <p:nvPr/>
          </p:nvSpPr>
          <p:spPr>
            <a:xfrm>
              <a:off x="1723320" y="5254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4" name="Text Box 78"/>
            <p:cNvSpPr/>
            <p:nvPr/>
          </p:nvSpPr>
          <p:spPr>
            <a:xfrm>
              <a:off x="1032840" y="5592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5" name="Text Box 79"/>
            <p:cNvSpPr/>
            <p:nvPr/>
          </p:nvSpPr>
          <p:spPr>
            <a:xfrm>
              <a:off x="2332800" y="5401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6" name="Text Box 80"/>
            <p:cNvSpPr/>
            <p:nvPr/>
          </p:nvSpPr>
          <p:spPr>
            <a:xfrm>
              <a:off x="2233080" y="5963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7" name="Text Box 81"/>
            <p:cNvSpPr/>
            <p:nvPr/>
          </p:nvSpPr>
          <p:spPr>
            <a:xfrm>
              <a:off x="2804400" y="52826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8" name="Text Box 82"/>
            <p:cNvSpPr/>
            <p:nvPr/>
          </p:nvSpPr>
          <p:spPr>
            <a:xfrm>
              <a:off x="3376080" y="5701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9" name="Text Box 83"/>
            <p:cNvSpPr/>
            <p:nvPr/>
          </p:nvSpPr>
          <p:spPr>
            <a:xfrm>
              <a:off x="3332880" y="4849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0" name="Text Box 84"/>
            <p:cNvSpPr/>
            <p:nvPr/>
          </p:nvSpPr>
          <p:spPr>
            <a:xfrm>
              <a:off x="2166120" y="4611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1" name="Text Box 85"/>
            <p:cNvSpPr/>
            <p:nvPr/>
          </p:nvSpPr>
          <p:spPr>
            <a:xfrm>
              <a:off x="1609200" y="4187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612" name="Straight Arrow Connector 199"/>
          <p:cNvCxnSpPr/>
          <p:nvPr/>
        </p:nvCxnSpPr>
        <p:spPr>
          <a:xfrm>
            <a:off x="1118160" y="5514120"/>
            <a:ext cx="43956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613" name="Group 108"/>
          <p:cNvGrpSpPr/>
          <p:nvPr/>
        </p:nvGrpSpPr>
        <p:grpSpPr>
          <a:xfrm>
            <a:off x="4268880" y="2255760"/>
            <a:ext cx="5673600" cy="411480"/>
            <a:chOff x="4268880" y="2255760"/>
            <a:chExt cx="5673600" cy="411480"/>
          </a:xfrm>
        </p:grpSpPr>
        <p:sp>
          <p:nvSpPr>
            <p:cNvPr id="2614" name="Text Box 9"/>
            <p:cNvSpPr/>
            <p:nvPr/>
          </p:nvSpPr>
          <p:spPr>
            <a:xfrm>
              <a:off x="9598680" y="23018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5" name="Text Box 8"/>
            <p:cNvSpPr/>
            <p:nvPr/>
          </p:nvSpPr>
          <p:spPr>
            <a:xfrm>
              <a:off x="8211960" y="226044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6" name="Text Box 6"/>
            <p:cNvSpPr/>
            <p:nvPr/>
          </p:nvSpPr>
          <p:spPr>
            <a:xfrm>
              <a:off x="5571720" y="2271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7" name="Text Box 5"/>
            <p:cNvSpPr/>
            <p:nvPr/>
          </p:nvSpPr>
          <p:spPr>
            <a:xfrm>
              <a:off x="4268880" y="22557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18" name="Oval 114"/>
          <p:cNvSpPr/>
          <p:nvPr/>
        </p:nvSpPr>
        <p:spPr>
          <a:xfrm>
            <a:off x="8195760" y="231696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19" name="Text Box 4"/>
          <p:cNvSpPr/>
          <p:nvPr/>
        </p:nvSpPr>
        <p:spPr>
          <a:xfrm>
            <a:off x="2823480" y="2546640"/>
            <a:ext cx="576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20" name="Group 165"/>
          <p:cNvGrpSpPr/>
          <p:nvPr/>
        </p:nvGrpSpPr>
        <p:grpSpPr>
          <a:xfrm>
            <a:off x="4268880" y="2547000"/>
            <a:ext cx="5747400" cy="423000"/>
            <a:chOff x="4268880" y="2547000"/>
            <a:chExt cx="5747400" cy="423000"/>
          </a:xfrm>
        </p:grpSpPr>
        <p:sp>
          <p:nvSpPr>
            <p:cNvPr id="2621" name="Text Box 9"/>
            <p:cNvSpPr/>
            <p:nvPr/>
          </p:nvSpPr>
          <p:spPr>
            <a:xfrm>
              <a:off x="9496080" y="25470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2" name="Text Box 6"/>
            <p:cNvSpPr/>
            <p:nvPr/>
          </p:nvSpPr>
          <p:spPr>
            <a:xfrm>
              <a:off x="5571720" y="257472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3" name="Text Box 5"/>
            <p:cNvSpPr/>
            <p:nvPr/>
          </p:nvSpPr>
          <p:spPr>
            <a:xfrm>
              <a:off x="4268880" y="255852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4" name="Oval 114"/>
          <p:cNvSpPr/>
          <p:nvPr/>
        </p:nvSpPr>
        <p:spPr>
          <a:xfrm>
            <a:off x="4252680" y="26082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25" name="Text Box 4"/>
          <p:cNvSpPr/>
          <p:nvPr/>
        </p:nvSpPr>
        <p:spPr>
          <a:xfrm>
            <a:off x="2705760" y="2856600"/>
            <a:ext cx="704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26" name="Straight Arrow Connector 220"/>
          <p:cNvCxnSpPr/>
          <p:nvPr/>
        </p:nvCxnSpPr>
        <p:spPr>
          <a:xfrm>
            <a:off x="2017440" y="6020640"/>
            <a:ext cx="58716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627" name="Group 216"/>
          <p:cNvGrpSpPr/>
          <p:nvPr/>
        </p:nvGrpSpPr>
        <p:grpSpPr>
          <a:xfrm>
            <a:off x="5560200" y="2865960"/>
            <a:ext cx="4456080" cy="402120"/>
            <a:chOff x="5560200" y="2865960"/>
            <a:chExt cx="4456080" cy="402120"/>
          </a:xfrm>
        </p:grpSpPr>
        <p:sp>
          <p:nvSpPr>
            <p:cNvPr id="2628" name="Text Box 9"/>
            <p:cNvSpPr/>
            <p:nvPr/>
          </p:nvSpPr>
          <p:spPr>
            <a:xfrm>
              <a:off x="9496080" y="28728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9" name="Text Box 6"/>
            <p:cNvSpPr/>
            <p:nvPr/>
          </p:nvSpPr>
          <p:spPr>
            <a:xfrm>
              <a:off x="5560200" y="2865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630" name="Straight Arrow Connector 206"/>
          <p:cNvCxnSpPr/>
          <p:nvPr/>
        </p:nvCxnSpPr>
        <p:spPr>
          <a:xfrm flipV="1">
            <a:off x="1170720" y="5023080"/>
            <a:ext cx="502920" cy="2826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sp>
        <p:nvSpPr>
          <p:cNvPr id="2631" name="Oval 114"/>
          <p:cNvSpPr/>
          <p:nvPr/>
        </p:nvSpPr>
        <p:spPr>
          <a:xfrm>
            <a:off x="5545080" y="293040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32" name="Text Box 4"/>
          <p:cNvSpPr/>
          <p:nvPr/>
        </p:nvSpPr>
        <p:spPr>
          <a:xfrm>
            <a:off x="2531520" y="3178800"/>
            <a:ext cx="8877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3" name="Text Box 9"/>
          <p:cNvSpPr/>
          <p:nvPr/>
        </p:nvSpPr>
        <p:spPr>
          <a:xfrm>
            <a:off x="9502560" y="3197520"/>
            <a:ext cx="520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4" name="Oval 114"/>
          <p:cNvSpPr/>
          <p:nvPr/>
        </p:nvSpPr>
        <p:spPr>
          <a:xfrm>
            <a:off x="9438120" y="3268080"/>
            <a:ext cx="602640" cy="3016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35" name="Text Box 4"/>
          <p:cNvSpPr/>
          <p:nvPr/>
        </p:nvSpPr>
        <p:spPr>
          <a:xfrm>
            <a:off x="2390760" y="3488040"/>
            <a:ext cx="1015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6" name="Text Box 3"/>
          <p:cNvSpPr/>
          <p:nvPr/>
        </p:nvSpPr>
        <p:spPr>
          <a:xfrm>
            <a:off x="6149160" y="4883040"/>
            <a:ext cx="647100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update </a:t>
            </a:r>
            <a:r>
              <a:rPr lang="en-US" sz="2200" b="0" i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D(b) </a:t>
            </a:r>
            <a:r>
              <a:rPr lang="en-US" sz="2200" b="0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for all </a:t>
            </a:r>
            <a:r>
              <a:rPr lang="en-US" sz="2200" b="0" i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b</a:t>
            </a:r>
            <a:r>
              <a:rPr lang="en-US" sz="2200" b="0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 adjacent to </a:t>
            </a:r>
            <a:r>
              <a:rPr lang="en-US" sz="2200" b="0" i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200" b="0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 and not in </a:t>
            </a:r>
            <a:r>
              <a:rPr lang="en-US" sz="2200" b="0" i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200" b="0" i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200" b="0" i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200" b="0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: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i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     D(b) = </a:t>
            </a:r>
            <a:r>
              <a:rPr lang="en-US" sz="2200" b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min</a:t>
            </a:r>
            <a:r>
              <a:rPr lang="en-US" sz="2200" b="1" i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 ( D(b), D(a) + c</a:t>
            </a:r>
            <a:r>
              <a:rPr lang="en-US" sz="2200" b="1" i="1" u="none" strike="noStrike" baseline="-25000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a,b </a:t>
            </a:r>
            <a:r>
              <a:rPr lang="en-US" sz="2200" b="1" i="1" u="none" strike="noStrike">
                <a:solidFill>
                  <a:srgbClr val="BFBFBF"/>
                </a:solidFill>
                <a:effectLst/>
                <a:uFillTx/>
                <a:latin typeface="Calibri"/>
                <a:ea typeface="ＭＳ Ｐゴシック"/>
              </a:rPr>
              <a:t>)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37" name="Straight Arrow Connector 168"/>
          <p:cNvCxnSpPr/>
          <p:nvPr/>
        </p:nvCxnSpPr>
        <p:spPr>
          <a:xfrm flipV="1">
            <a:off x="2879280" y="5005080"/>
            <a:ext cx="360" cy="8838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638" name="Straight Arrow Connector 202"/>
          <p:cNvCxnSpPr/>
          <p:nvPr/>
        </p:nvCxnSpPr>
        <p:spPr>
          <a:xfrm flipV="1">
            <a:off x="3059640" y="5610240"/>
            <a:ext cx="606960" cy="4482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9" name="Group 51"/>
          <p:cNvGrpSpPr/>
          <p:nvPr/>
        </p:nvGrpSpPr>
        <p:grpSpPr>
          <a:xfrm>
            <a:off x="5701680" y="4279320"/>
            <a:ext cx="917640" cy="1764360"/>
            <a:chOff x="5701680" y="4279320"/>
            <a:chExt cx="917640" cy="1764360"/>
          </a:xfrm>
        </p:grpSpPr>
        <p:sp>
          <p:nvSpPr>
            <p:cNvPr id="2640" name="Rectangle 45"/>
            <p:cNvSpPr/>
            <p:nvPr/>
          </p:nvSpPr>
          <p:spPr>
            <a:xfrm>
              <a:off x="5701680" y="4279320"/>
              <a:ext cx="842760" cy="1764360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41" name="Rectangle 565"/>
            <p:cNvSpPr/>
            <p:nvPr/>
          </p:nvSpPr>
          <p:spPr>
            <a:xfrm>
              <a:off x="6451560" y="4421520"/>
              <a:ext cx="167760" cy="151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2642" name="Straight Arrow Connector 566"/>
            <p:cNvCxnSpPr/>
            <p:nvPr/>
          </p:nvCxnSpPr>
          <p:spPr>
            <a:xfrm>
              <a:off x="6545520" y="4318560"/>
              <a:ext cx="360" cy="213840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len="med" type="triangle" w="med"/>
            </a:ln>
          </p:spPr>
        </p:cxnSp>
      </p:grpSp>
      <p:sp>
        <p:nvSpPr>
          <p:cNvPr id="2643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644" name="PlaceHolder 2"/>
          <p:cNvSpPr>
            <a:spLocks noGrp="1"/>
          </p:cNvSpPr>
          <p:nvPr>
            <p:ph type="sldNum" idx="2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C0C78C50-DC1A-4719-9B2A-839658F7E368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13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5" name="Text Box 3"/>
          <p:cNvSpPr/>
          <p:nvPr/>
        </p:nvSpPr>
        <p:spPr>
          <a:xfrm>
            <a:off x="1398960" y="1647720"/>
            <a:ext cx="70416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6" name="Text Box 4"/>
          <p:cNvSpPr/>
          <p:nvPr/>
        </p:nvSpPr>
        <p:spPr>
          <a:xfrm>
            <a:off x="3014280" y="1657440"/>
            <a:ext cx="413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7" name="Text Box 5"/>
          <p:cNvSpPr/>
          <p:nvPr/>
        </p:nvSpPr>
        <p:spPr>
          <a:xfrm>
            <a:off x="394164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8" name="Text Box 7"/>
          <p:cNvSpPr/>
          <p:nvPr/>
        </p:nvSpPr>
        <p:spPr>
          <a:xfrm>
            <a:off x="6544080" y="162684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9" name="Text Box 8"/>
          <p:cNvSpPr/>
          <p:nvPr/>
        </p:nvSpPr>
        <p:spPr>
          <a:xfrm>
            <a:off x="78660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0" name="Text Box 9"/>
          <p:cNvSpPr/>
          <p:nvPr/>
        </p:nvSpPr>
        <p:spPr>
          <a:xfrm>
            <a:off x="9172800" y="1638360"/>
            <a:ext cx="11703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1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52" name="Group 16"/>
          <p:cNvGrpSpPr/>
          <p:nvPr/>
        </p:nvGrpSpPr>
        <p:grpSpPr>
          <a:xfrm>
            <a:off x="1528920" y="4132440"/>
            <a:ext cx="3571560" cy="2236320"/>
            <a:chOff x="1528920" y="4132440"/>
            <a:chExt cx="3571560" cy="2236320"/>
          </a:xfrm>
        </p:grpSpPr>
        <p:sp>
          <p:nvSpPr>
            <p:cNvPr id="2653" name="Freeform 17"/>
            <p:cNvSpPr/>
            <p:nvPr/>
          </p:nvSpPr>
          <p:spPr>
            <a:xfrm>
              <a:off x="1528920" y="413244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4" name="Freeform 18"/>
            <p:cNvSpPr/>
            <p:nvPr/>
          </p:nvSpPr>
          <p:spPr>
            <a:xfrm>
              <a:off x="2062080" y="500400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5" name="Oval 19"/>
            <p:cNvSpPr/>
            <p:nvPr/>
          </p:nvSpPr>
          <p:spPr>
            <a:xfrm>
              <a:off x="1649520" y="53881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6" name="Line 20"/>
            <p:cNvSpPr/>
            <p:nvPr/>
          </p:nvSpPr>
          <p:spPr>
            <a:xfrm>
              <a:off x="1649160" y="53769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7" name="Line 21"/>
            <p:cNvSpPr/>
            <p:nvPr/>
          </p:nvSpPr>
          <p:spPr>
            <a:xfrm>
              <a:off x="2145960" y="53769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8" name="Rectangle 22"/>
            <p:cNvSpPr/>
            <p:nvPr/>
          </p:nvSpPr>
          <p:spPr>
            <a:xfrm>
              <a:off x="1649520" y="53769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9" name="Oval 23"/>
            <p:cNvSpPr/>
            <p:nvPr/>
          </p:nvSpPr>
          <p:spPr>
            <a:xfrm>
              <a:off x="1644480" y="52833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0" name="Oval 24"/>
            <p:cNvSpPr/>
            <p:nvPr/>
          </p:nvSpPr>
          <p:spPr>
            <a:xfrm>
              <a:off x="2401920" y="600228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1" name="Line 25"/>
            <p:cNvSpPr/>
            <p:nvPr/>
          </p:nvSpPr>
          <p:spPr>
            <a:xfrm>
              <a:off x="2401560" y="59911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2" name="Line 26"/>
            <p:cNvSpPr/>
            <p:nvPr/>
          </p:nvSpPr>
          <p:spPr>
            <a:xfrm>
              <a:off x="2898720" y="59911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3" name="Rectangle 27"/>
            <p:cNvSpPr/>
            <p:nvPr/>
          </p:nvSpPr>
          <p:spPr>
            <a:xfrm>
              <a:off x="2401920" y="59914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4" name="Oval 28"/>
            <p:cNvSpPr/>
            <p:nvPr/>
          </p:nvSpPr>
          <p:spPr>
            <a:xfrm>
              <a:off x="2397240" y="589752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5" name="Oval 29"/>
            <p:cNvSpPr/>
            <p:nvPr/>
          </p:nvSpPr>
          <p:spPr>
            <a:xfrm>
              <a:off x="2395440" y="49071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6" name="Line 30"/>
            <p:cNvSpPr/>
            <p:nvPr/>
          </p:nvSpPr>
          <p:spPr>
            <a:xfrm>
              <a:off x="2395440" y="48956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7" name="Line 31"/>
            <p:cNvSpPr/>
            <p:nvPr/>
          </p:nvSpPr>
          <p:spPr>
            <a:xfrm>
              <a:off x="2892240" y="48956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8" name="Rectangle 32"/>
            <p:cNvSpPr/>
            <p:nvPr/>
          </p:nvSpPr>
          <p:spPr>
            <a:xfrm>
              <a:off x="2395440" y="48960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9" name="Oval 33"/>
            <p:cNvSpPr/>
            <p:nvPr/>
          </p:nvSpPr>
          <p:spPr>
            <a:xfrm>
              <a:off x="2390760" y="48024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0" name="Oval 34"/>
            <p:cNvSpPr/>
            <p:nvPr/>
          </p:nvSpPr>
          <p:spPr>
            <a:xfrm>
              <a:off x="3479760" y="490068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1" name="Line 35"/>
            <p:cNvSpPr/>
            <p:nvPr/>
          </p:nvSpPr>
          <p:spPr>
            <a:xfrm>
              <a:off x="3479760" y="48895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2" name="Line 36"/>
            <p:cNvSpPr/>
            <p:nvPr/>
          </p:nvSpPr>
          <p:spPr>
            <a:xfrm>
              <a:off x="3974760" y="48895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3" name="Rectangle 37"/>
            <p:cNvSpPr/>
            <p:nvPr/>
          </p:nvSpPr>
          <p:spPr>
            <a:xfrm>
              <a:off x="3479760" y="488952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4" name="Oval 38"/>
            <p:cNvSpPr/>
            <p:nvPr/>
          </p:nvSpPr>
          <p:spPr>
            <a:xfrm>
              <a:off x="3484440" y="480060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5" name="Oval 39"/>
            <p:cNvSpPr/>
            <p:nvPr/>
          </p:nvSpPr>
          <p:spPr>
            <a:xfrm>
              <a:off x="3495600" y="59976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6" name="Line 40"/>
            <p:cNvSpPr/>
            <p:nvPr/>
          </p:nvSpPr>
          <p:spPr>
            <a:xfrm>
              <a:off x="3495600" y="59864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7" name="Line 41"/>
            <p:cNvSpPr/>
            <p:nvPr/>
          </p:nvSpPr>
          <p:spPr>
            <a:xfrm>
              <a:off x="3992400" y="59864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8" name="Rectangle 42"/>
            <p:cNvSpPr/>
            <p:nvPr/>
          </p:nvSpPr>
          <p:spPr>
            <a:xfrm>
              <a:off x="3495600" y="59864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9" name="Oval 43"/>
            <p:cNvSpPr/>
            <p:nvPr/>
          </p:nvSpPr>
          <p:spPr>
            <a:xfrm>
              <a:off x="3490920" y="58928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0" name="Oval 44"/>
            <p:cNvSpPr/>
            <p:nvPr/>
          </p:nvSpPr>
          <p:spPr>
            <a:xfrm>
              <a:off x="4392720" y="5456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1" name="Line 45"/>
            <p:cNvSpPr/>
            <p:nvPr/>
          </p:nvSpPr>
          <p:spPr>
            <a:xfrm>
              <a:off x="4392360" y="5445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2" name="Line 46"/>
            <p:cNvSpPr/>
            <p:nvPr/>
          </p:nvSpPr>
          <p:spPr>
            <a:xfrm>
              <a:off x="4889160" y="5445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3" name="Rectangle 47"/>
            <p:cNvSpPr/>
            <p:nvPr/>
          </p:nvSpPr>
          <p:spPr>
            <a:xfrm>
              <a:off x="4392720" y="5445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4" name="Oval 48"/>
            <p:cNvSpPr/>
            <p:nvPr/>
          </p:nvSpPr>
          <p:spPr>
            <a:xfrm>
              <a:off x="4387680" y="53514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5" name="Freeform 49"/>
            <p:cNvSpPr/>
            <p:nvPr/>
          </p:nvSpPr>
          <p:spPr>
            <a:xfrm>
              <a:off x="3743280" y="504684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6" name="Freeform 50"/>
            <p:cNvSpPr/>
            <p:nvPr/>
          </p:nvSpPr>
          <p:spPr>
            <a:xfrm>
              <a:off x="2643120" y="505620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7" name="Freeform 51"/>
            <p:cNvSpPr/>
            <p:nvPr/>
          </p:nvSpPr>
          <p:spPr>
            <a:xfrm>
              <a:off x="2905200" y="503244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8" name="Freeform 52"/>
            <p:cNvSpPr/>
            <p:nvPr/>
          </p:nvSpPr>
          <p:spPr>
            <a:xfrm>
              <a:off x="3995640" y="558504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9" name="Freeform 53"/>
            <p:cNvSpPr/>
            <p:nvPr/>
          </p:nvSpPr>
          <p:spPr>
            <a:xfrm>
              <a:off x="2914560" y="603252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0" name="Freeform 54"/>
            <p:cNvSpPr/>
            <p:nvPr/>
          </p:nvSpPr>
          <p:spPr>
            <a:xfrm>
              <a:off x="1976400" y="551808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1" name="Freeform 55"/>
            <p:cNvSpPr/>
            <p:nvPr/>
          </p:nvSpPr>
          <p:spPr>
            <a:xfrm>
              <a:off x="2905200" y="493740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2" name="Freeform 56"/>
            <p:cNvSpPr/>
            <p:nvPr/>
          </p:nvSpPr>
          <p:spPr>
            <a:xfrm>
              <a:off x="3976560" y="493236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3" name="Freeform 57"/>
            <p:cNvSpPr/>
            <p:nvPr/>
          </p:nvSpPr>
          <p:spPr>
            <a:xfrm>
              <a:off x="1886040" y="425160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94" name="Group 58"/>
            <p:cNvGrpSpPr/>
            <p:nvPr/>
          </p:nvGrpSpPr>
          <p:grpSpPr>
            <a:xfrm>
              <a:off x="1728360" y="5200920"/>
              <a:ext cx="322560" cy="395280"/>
              <a:chOff x="1728360" y="5200920"/>
              <a:chExt cx="322560" cy="395280"/>
            </a:xfrm>
          </p:grpSpPr>
          <p:sp>
            <p:nvSpPr>
              <p:cNvPr id="2695" name="Rectangle 59"/>
              <p:cNvSpPr/>
              <p:nvPr/>
            </p:nvSpPr>
            <p:spPr>
              <a:xfrm>
                <a:off x="1770840" y="530388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6" name="Text Box 60"/>
              <p:cNvSpPr/>
              <p:nvPr/>
            </p:nvSpPr>
            <p:spPr>
              <a:xfrm>
                <a:off x="1728360" y="520092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697" name="Group 61"/>
            <p:cNvGrpSpPr/>
            <p:nvPr/>
          </p:nvGrpSpPr>
          <p:grpSpPr>
            <a:xfrm>
              <a:off x="3592080" y="5810400"/>
              <a:ext cx="308160" cy="395280"/>
              <a:chOff x="3592080" y="5810400"/>
              <a:chExt cx="308160" cy="395280"/>
            </a:xfrm>
          </p:grpSpPr>
          <p:sp>
            <p:nvSpPr>
              <p:cNvPr id="2698" name="Rectangle 62"/>
              <p:cNvSpPr/>
              <p:nvPr/>
            </p:nvSpPr>
            <p:spPr>
              <a:xfrm>
                <a:off x="3628440" y="59137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9" name="Text Box 63"/>
              <p:cNvSpPr/>
              <p:nvPr/>
            </p:nvSpPr>
            <p:spPr>
              <a:xfrm>
                <a:off x="3592080" y="581040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700" name="Group 64"/>
            <p:cNvGrpSpPr/>
            <p:nvPr/>
          </p:nvGrpSpPr>
          <p:grpSpPr>
            <a:xfrm>
              <a:off x="2498400" y="5757840"/>
              <a:ext cx="333360" cy="456120"/>
              <a:chOff x="2498400" y="5757840"/>
              <a:chExt cx="333360" cy="456120"/>
            </a:xfrm>
          </p:grpSpPr>
          <p:sp>
            <p:nvSpPr>
              <p:cNvPr id="2701" name="Rectangle 65"/>
              <p:cNvSpPr/>
              <p:nvPr/>
            </p:nvSpPr>
            <p:spPr>
              <a:xfrm>
                <a:off x="2546280" y="590868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2" name="Text Box 66"/>
              <p:cNvSpPr/>
              <p:nvPr/>
            </p:nvSpPr>
            <p:spPr>
              <a:xfrm>
                <a:off x="2498400" y="575784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703" name="Group 67"/>
            <p:cNvGrpSpPr/>
            <p:nvPr/>
          </p:nvGrpSpPr>
          <p:grpSpPr>
            <a:xfrm>
              <a:off x="3555720" y="4714920"/>
              <a:ext cx="365040" cy="395280"/>
              <a:chOff x="3555720" y="4714920"/>
              <a:chExt cx="365040" cy="395280"/>
            </a:xfrm>
          </p:grpSpPr>
          <p:sp>
            <p:nvSpPr>
              <p:cNvPr id="2704" name="Rectangle 68"/>
              <p:cNvSpPr/>
              <p:nvPr/>
            </p:nvSpPr>
            <p:spPr>
              <a:xfrm>
                <a:off x="3618720" y="481824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5" name="Text Box 69"/>
              <p:cNvSpPr/>
              <p:nvPr/>
            </p:nvSpPr>
            <p:spPr>
              <a:xfrm>
                <a:off x="3555720" y="471492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706" name="Group 70"/>
            <p:cNvGrpSpPr/>
            <p:nvPr/>
          </p:nvGrpSpPr>
          <p:grpSpPr>
            <a:xfrm>
              <a:off x="2496600" y="4714920"/>
              <a:ext cx="308160" cy="395280"/>
              <a:chOff x="2496600" y="4714920"/>
              <a:chExt cx="308160" cy="395280"/>
            </a:xfrm>
          </p:grpSpPr>
          <p:sp>
            <p:nvSpPr>
              <p:cNvPr id="2707" name="Rectangle 71"/>
              <p:cNvSpPr/>
              <p:nvPr/>
            </p:nvSpPr>
            <p:spPr>
              <a:xfrm>
                <a:off x="2532960" y="481824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8" name="Text Box 72"/>
              <p:cNvSpPr/>
              <p:nvPr/>
            </p:nvSpPr>
            <p:spPr>
              <a:xfrm>
                <a:off x="2496600" y="471492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709" name="Group 73"/>
            <p:cNvGrpSpPr/>
            <p:nvPr/>
          </p:nvGrpSpPr>
          <p:grpSpPr>
            <a:xfrm>
              <a:off x="4487760" y="5219640"/>
              <a:ext cx="333360" cy="456120"/>
              <a:chOff x="4487760" y="5219640"/>
              <a:chExt cx="333360" cy="456120"/>
            </a:xfrm>
          </p:grpSpPr>
          <p:sp>
            <p:nvSpPr>
              <p:cNvPr id="2710" name="Rectangle 74"/>
              <p:cNvSpPr/>
              <p:nvPr/>
            </p:nvSpPr>
            <p:spPr>
              <a:xfrm>
                <a:off x="4538160" y="537048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1" name="Text Box 75"/>
              <p:cNvSpPr/>
              <p:nvPr/>
            </p:nvSpPr>
            <p:spPr>
              <a:xfrm>
                <a:off x="4487760" y="521964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712" name="Text Box 76"/>
            <p:cNvSpPr/>
            <p:nvPr/>
          </p:nvSpPr>
          <p:spPr>
            <a:xfrm>
              <a:off x="2055240" y="49212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3" name="Text Box 77"/>
            <p:cNvSpPr/>
            <p:nvPr/>
          </p:nvSpPr>
          <p:spPr>
            <a:xfrm>
              <a:off x="2607840" y="52689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4" name="Text Box 78"/>
            <p:cNvSpPr/>
            <p:nvPr/>
          </p:nvSpPr>
          <p:spPr>
            <a:xfrm>
              <a:off x="1917360" y="56070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5" name="Text Box 79"/>
            <p:cNvSpPr/>
            <p:nvPr/>
          </p:nvSpPr>
          <p:spPr>
            <a:xfrm>
              <a:off x="3217320" y="54165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6" name="Text Box 80"/>
            <p:cNvSpPr/>
            <p:nvPr/>
          </p:nvSpPr>
          <p:spPr>
            <a:xfrm>
              <a:off x="3117240" y="59785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7" name="Text Box 81"/>
            <p:cNvSpPr/>
            <p:nvPr/>
          </p:nvSpPr>
          <p:spPr>
            <a:xfrm>
              <a:off x="3688920" y="5297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8" name="Text Box 82"/>
            <p:cNvSpPr/>
            <p:nvPr/>
          </p:nvSpPr>
          <p:spPr>
            <a:xfrm>
              <a:off x="4260240" y="5716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9" name="Text Box 83"/>
            <p:cNvSpPr/>
            <p:nvPr/>
          </p:nvSpPr>
          <p:spPr>
            <a:xfrm>
              <a:off x="4217400" y="48643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0" name="Text Box 84"/>
            <p:cNvSpPr/>
            <p:nvPr/>
          </p:nvSpPr>
          <p:spPr>
            <a:xfrm>
              <a:off x="3050640" y="46260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1" name="Text Box 85"/>
            <p:cNvSpPr/>
            <p:nvPr/>
          </p:nvSpPr>
          <p:spPr>
            <a:xfrm>
              <a:off x="2493360" y="42022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22" name="Text Box 9"/>
          <p:cNvSpPr/>
          <p:nvPr/>
        </p:nvSpPr>
        <p:spPr>
          <a:xfrm>
            <a:off x="9496080" y="3198960"/>
            <a:ext cx="520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3" name="Text Box 6"/>
          <p:cNvSpPr/>
          <p:nvPr/>
        </p:nvSpPr>
        <p:spPr>
          <a:xfrm>
            <a:off x="5181840" y="1633320"/>
            <a:ext cx="1283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4" name="Text Box 6"/>
          <p:cNvSpPr/>
          <p:nvPr/>
        </p:nvSpPr>
        <p:spPr>
          <a:xfrm>
            <a:off x="13837680" y="2958840"/>
            <a:ext cx="128340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5,u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25" name="Group 35"/>
          <p:cNvGrpSpPr/>
          <p:nvPr/>
        </p:nvGrpSpPr>
        <p:grpSpPr>
          <a:xfrm>
            <a:off x="5560200" y="2865960"/>
            <a:ext cx="4456080" cy="402120"/>
            <a:chOff x="5560200" y="2865960"/>
            <a:chExt cx="4456080" cy="402120"/>
          </a:xfrm>
        </p:grpSpPr>
        <p:sp>
          <p:nvSpPr>
            <p:cNvPr id="2726" name="Text Box 9"/>
            <p:cNvSpPr/>
            <p:nvPr/>
          </p:nvSpPr>
          <p:spPr>
            <a:xfrm>
              <a:off x="9496080" y="28728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7" name="Text Box 6"/>
            <p:cNvSpPr/>
            <p:nvPr/>
          </p:nvSpPr>
          <p:spPr>
            <a:xfrm>
              <a:off x="5560200" y="2865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28" name="Group 4"/>
          <p:cNvGrpSpPr/>
          <p:nvPr/>
        </p:nvGrpSpPr>
        <p:grpSpPr>
          <a:xfrm>
            <a:off x="4268880" y="1951200"/>
            <a:ext cx="5673600" cy="396720"/>
            <a:chOff x="4268880" y="1951200"/>
            <a:chExt cx="5673600" cy="396720"/>
          </a:xfrm>
        </p:grpSpPr>
        <p:sp>
          <p:nvSpPr>
            <p:cNvPr id="2729" name="Text Box 6"/>
            <p:cNvSpPr/>
            <p:nvPr/>
          </p:nvSpPr>
          <p:spPr>
            <a:xfrm>
              <a:off x="557604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0" name="Text Box 9"/>
            <p:cNvSpPr/>
            <p:nvPr/>
          </p:nvSpPr>
          <p:spPr>
            <a:xfrm>
              <a:off x="9598680" y="19760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1" name="Text Box 9"/>
            <p:cNvSpPr/>
            <p:nvPr/>
          </p:nvSpPr>
          <p:spPr>
            <a:xfrm>
              <a:off x="8303400" y="197460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2" name="Text Box 7"/>
            <p:cNvSpPr/>
            <p:nvPr/>
          </p:nvSpPr>
          <p:spPr>
            <a:xfrm>
              <a:off x="6871320" y="195120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3" name="Text Box 5"/>
            <p:cNvSpPr/>
            <p:nvPr/>
          </p:nvSpPr>
          <p:spPr>
            <a:xfrm>
              <a:off x="4268880" y="1952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34" name="Group 33"/>
          <p:cNvGrpSpPr/>
          <p:nvPr/>
        </p:nvGrpSpPr>
        <p:grpSpPr>
          <a:xfrm>
            <a:off x="4268880" y="2255760"/>
            <a:ext cx="5673600" cy="411480"/>
            <a:chOff x="4268880" y="2255760"/>
            <a:chExt cx="5673600" cy="411480"/>
          </a:xfrm>
        </p:grpSpPr>
        <p:sp>
          <p:nvSpPr>
            <p:cNvPr id="2735" name="Text Box 9"/>
            <p:cNvSpPr/>
            <p:nvPr/>
          </p:nvSpPr>
          <p:spPr>
            <a:xfrm>
              <a:off x="9598680" y="2301840"/>
              <a:ext cx="343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6" name="Text Box 8"/>
            <p:cNvSpPr/>
            <p:nvPr/>
          </p:nvSpPr>
          <p:spPr>
            <a:xfrm>
              <a:off x="8211960" y="226044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7" name="Text Box 6"/>
            <p:cNvSpPr/>
            <p:nvPr/>
          </p:nvSpPr>
          <p:spPr>
            <a:xfrm>
              <a:off x="5571720" y="227196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8" name="Text Box 5"/>
            <p:cNvSpPr/>
            <p:nvPr/>
          </p:nvSpPr>
          <p:spPr>
            <a:xfrm>
              <a:off x="4268880" y="22557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39" name="Group 34"/>
          <p:cNvGrpSpPr/>
          <p:nvPr/>
        </p:nvGrpSpPr>
        <p:grpSpPr>
          <a:xfrm>
            <a:off x="4268880" y="2547000"/>
            <a:ext cx="5747400" cy="423000"/>
            <a:chOff x="4268880" y="2547000"/>
            <a:chExt cx="5747400" cy="423000"/>
          </a:xfrm>
        </p:grpSpPr>
        <p:sp>
          <p:nvSpPr>
            <p:cNvPr id="2740" name="Text Box 9"/>
            <p:cNvSpPr/>
            <p:nvPr/>
          </p:nvSpPr>
          <p:spPr>
            <a:xfrm>
              <a:off x="9496080" y="254700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1" name="Text Box 6"/>
            <p:cNvSpPr/>
            <p:nvPr/>
          </p:nvSpPr>
          <p:spPr>
            <a:xfrm>
              <a:off x="5571720" y="2574720"/>
              <a:ext cx="520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2" name="Text Box 5"/>
            <p:cNvSpPr/>
            <p:nvPr/>
          </p:nvSpPr>
          <p:spPr>
            <a:xfrm>
              <a:off x="4268880" y="255852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43" name="Text Box 4"/>
          <p:cNvSpPr/>
          <p:nvPr/>
        </p:nvSpPr>
        <p:spPr>
          <a:xfrm>
            <a:off x="2390760" y="3488040"/>
            <a:ext cx="1015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4" name="Text Box 4"/>
          <p:cNvSpPr/>
          <p:nvPr/>
        </p:nvSpPr>
        <p:spPr>
          <a:xfrm>
            <a:off x="2531520" y="3178800"/>
            <a:ext cx="8877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5" name="Text Box 4"/>
          <p:cNvSpPr/>
          <p:nvPr/>
        </p:nvSpPr>
        <p:spPr>
          <a:xfrm>
            <a:off x="2705760" y="2856600"/>
            <a:ext cx="704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6" name="Text Box 4"/>
          <p:cNvSpPr/>
          <p:nvPr/>
        </p:nvSpPr>
        <p:spPr>
          <a:xfrm>
            <a:off x="2823480" y="2546640"/>
            <a:ext cx="5767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7" name="Text Box 4"/>
          <p:cNvSpPr/>
          <p:nvPr/>
        </p:nvSpPr>
        <p:spPr>
          <a:xfrm>
            <a:off x="2963880" y="2241360"/>
            <a:ext cx="449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8" name="Text Box 4"/>
          <p:cNvSpPr/>
          <p:nvPr/>
        </p:nvSpPr>
        <p:spPr>
          <a:xfrm>
            <a:off x="3087000" y="1941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49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750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751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752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2753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2754" name="TextBox 3"/>
          <p:cNvSpPr/>
          <p:nvPr/>
        </p:nvSpPr>
        <p:spPr>
          <a:xfrm>
            <a:off x="4410000" y="1342800"/>
            <a:ext cx="3092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5" name="TextBox 520"/>
          <p:cNvSpPr/>
          <p:nvPr/>
        </p:nvSpPr>
        <p:spPr>
          <a:xfrm>
            <a:off x="5685120" y="1337040"/>
            <a:ext cx="380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6" name="TextBox 521"/>
          <p:cNvSpPr/>
          <p:nvPr/>
        </p:nvSpPr>
        <p:spPr>
          <a:xfrm>
            <a:off x="6994800" y="1331280"/>
            <a:ext cx="3146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7" name="TextBox 522"/>
          <p:cNvSpPr/>
          <p:nvPr/>
        </p:nvSpPr>
        <p:spPr>
          <a:xfrm>
            <a:off x="8327880" y="1337400"/>
            <a:ext cx="3099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8" name="TextBox 523"/>
          <p:cNvSpPr/>
          <p:nvPr/>
        </p:nvSpPr>
        <p:spPr>
          <a:xfrm>
            <a:off x="9591480" y="1355040"/>
            <a:ext cx="2995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59" name="Group 16"/>
          <p:cNvGrpSpPr/>
          <p:nvPr/>
        </p:nvGrpSpPr>
        <p:grpSpPr>
          <a:xfrm>
            <a:off x="3119400" y="1398960"/>
            <a:ext cx="4326840" cy="1233360"/>
            <a:chOff x="3119400" y="1398960"/>
            <a:chExt cx="4326840" cy="1233360"/>
          </a:xfrm>
        </p:grpSpPr>
        <p:grpSp>
          <p:nvGrpSpPr>
            <p:cNvPr id="2760" name="Group 515"/>
            <p:cNvGrpSpPr/>
            <p:nvPr/>
          </p:nvGrpSpPr>
          <p:grpSpPr>
            <a:xfrm>
              <a:off x="3119400" y="1398960"/>
              <a:ext cx="4196160" cy="1233360"/>
              <a:chOff x="3119400" y="1398960"/>
              <a:chExt cx="4196160" cy="1233360"/>
            </a:xfrm>
          </p:grpSpPr>
          <p:sp>
            <p:nvSpPr>
              <p:cNvPr id="2761" name="Oval 516"/>
              <p:cNvSpPr/>
              <p:nvPr/>
            </p:nvSpPr>
            <p:spPr>
              <a:xfrm>
                <a:off x="7000920" y="139896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2762" name="Straight Arrow Connector 517"/>
              <p:cNvCxnSpPr/>
              <p:nvPr/>
            </p:nvCxnSpPr>
            <p:spPr>
              <a:xfrm flipH="1">
                <a:off x="3421440" y="1694160"/>
                <a:ext cx="3737160" cy="79092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2763" name="Oval 519"/>
              <p:cNvSpPr/>
              <p:nvPr/>
            </p:nvSpPr>
            <p:spPr>
              <a:xfrm>
                <a:off x="3119400" y="233712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2764" name="Oval 114"/>
            <p:cNvSpPr/>
            <p:nvPr/>
          </p:nvSpPr>
          <p:spPr>
            <a:xfrm>
              <a:off x="6843600" y="202572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765" name="Straight Arrow Connector 12"/>
            <p:cNvCxnSpPr>
              <a:stCxn id="2764" idx="0"/>
            </p:cNvCxnSpPr>
            <p:nvPr/>
          </p:nvCxnSpPr>
          <p:spPr>
            <a:xfrm flipV="1">
              <a:off x="7144920" y="1638000"/>
              <a:ext cx="720" cy="3880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grpSp>
        <p:nvGrpSpPr>
          <p:cNvPr id="2766" name="Group 529"/>
          <p:cNvGrpSpPr/>
          <p:nvPr/>
        </p:nvGrpSpPr>
        <p:grpSpPr>
          <a:xfrm>
            <a:off x="3117600" y="1389240"/>
            <a:ext cx="5680800" cy="1534320"/>
            <a:chOff x="3117600" y="1389240"/>
            <a:chExt cx="5680800" cy="1534320"/>
          </a:xfrm>
        </p:grpSpPr>
        <p:grpSp>
          <p:nvGrpSpPr>
            <p:cNvPr id="2767" name="Group 530"/>
            <p:cNvGrpSpPr/>
            <p:nvPr/>
          </p:nvGrpSpPr>
          <p:grpSpPr>
            <a:xfrm>
              <a:off x="3117600" y="1389240"/>
              <a:ext cx="5538600" cy="1534320"/>
              <a:chOff x="3117600" y="1389240"/>
              <a:chExt cx="5538600" cy="1534320"/>
            </a:xfrm>
          </p:grpSpPr>
          <p:sp>
            <p:nvSpPr>
              <p:cNvPr id="2768" name="Oval 533"/>
              <p:cNvSpPr/>
              <p:nvPr/>
            </p:nvSpPr>
            <p:spPr>
              <a:xfrm>
                <a:off x="8341560" y="138924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2769" name="Straight Arrow Connector 534"/>
              <p:cNvCxnSpPr/>
              <p:nvPr/>
            </p:nvCxnSpPr>
            <p:spPr>
              <a:xfrm flipH="1">
                <a:off x="3419640" y="1684440"/>
                <a:ext cx="5079600" cy="109188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2770" name="Oval 535"/>
              <p:cNvSpPr/>
              <p:nvPr/>
            </p:nvSpPr>
            <p:spPr>
              <a:xfrm>
                <a:off x="3117600" y="262836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2771" name="Oval 114"/>
            <p:cNvSpPr/>
            <p:nvPr/>
          </p:nvSpPr>
          <p:spPr>
            <a:xfrm>
              <a:off x="8195760" y="231696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772" name="Straight Arrow Connector 532"/>
            <p:cNvCxnSpPr>
              <a:stCxn id="2771" idx="0"/>
              <a:endCxn id="2768" idx="4"/>
            </p:cNvCxnSpPr>
            <p:nvPr/>
          </p:nvCxnSpPr>
          <p:spPr>
            <a:xfrm flipV="1">
              <a:off x="8497080" y="1684440"/>
              <a:ext cx="2160" cy="6328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grpSp>
        <p:nvGrpSpPr>
          <p:cNvPr id="2773" name="Group 536"/>
          <p:cNvGrpSpPr/>
          <p:nvPr/>
        </p:nvGrpSpPr>
        <p:grpSpPr>
          <a:xfrm>
            <a:off x="3109320" y="1412280"/>
            <a:ext cx="1746000" cy="1816560"/>
            <a:chOff x="3109320" y="1412280"/>
            <a:chExt cx="1746000" cy="1816560"/>
          </a:xfrm>
        </p:grpSpPr>
        <p:grpSp>
          <p:nvGrpSpPr>
            <p:cNvPr id="2774" name="Group 537"/>
            <p:cNvGrpSpPr/>
            <p:nvPr/>
          </p:nvGrpSpPr>
          <p:grpSpPr>
            <a:xfrm>
              <a:off x="3109320" y="1412280"/>
              <a:ext cx="1601640" cy="1816560"/>
              <a:chOff x="3109320" y="1412280"/>
              <a:chExt cx="1601640" cy="1816560"/>
            </a:xfrm>
          </p:grpSpPr>
          <p:sp>
            <p:nvSpPr>
              <p:cNvPr id="2775" name="Oval 540"/>
              <p:cNvSpPr/>
              <p:nvPr/>
            </p:nvSpPr>
            <p:spPr>
              <a:xfrm>
                <a:off x="4396320" y="141228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2776" name="Straight Arrow Connector 541"/>
              <p:cNvCxnSpPr/>
              <p:nvPr/>
            </p:nvCxnSpPr>
            <p:spPr>
              <a:xfrm flipH="1">
                <a:off x="3411360" y="1707480"/>
                <a:ext cx="1143000" cy="137412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2777" name="Oval 542"/>
              <p:cNvSpPr/>
              <p:nvPr/>
            </p:nvSpPr>
            <p:spPr>
              <a:xfrm>
                <a:off x="3109320" y="293364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2778" name="Oval 114"/>
            <p:cNvSpPr/>
            <p:nvPr/>
          </p:nvSpPr>
          <p:spPr>
            <a:xfrm>
              <a:off x="4252680" y="260820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779" name="Straight Arrow Connector 539"/>
            <p:cNvCxnSpPr>
              <a:stCxn id="2778" idx="0"/>
              <a:endCxn id="2775" idx="4"/>
            </p:cNvCxnSpPr>
            <p:nvPr/>
          </p:nvCxnSpPr>
          <p:spPr>
            <a:xfrm flipH="1" flipV="1">
              <a:off x="4553640" y="1707480"/>
              <a:ext cx="720" cy="9010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grpSp>
        <p:nvGrpSpPr>
          <p:cNvPr id="2780" name="Group 543"/>
          <p:cNvGrpSpPr/>
          <p:nvPr/>
        </p:nvGrpSpPr>
        <p:grpSpPr>
          <a:xfrm>
            <a:off x="3082680" y="1400760"/>
            <a:ext cx="3065040" cy="2136240"/>
            <a:chOff x="3082680" y="1400760"/>
            <a:chExt cx="3065040" cy="2136240"/>
          </a:xfrm>
        </p:grpSpPr>
        <p:grpSp>
          <p:nvGrpSpPr>
            <p:cNvPr id="2781" name="Group 544"/>
            <p:cNvGrpSpPr/>
            <p:nvPr/>
          </p:nvGrpSpPr>
          <p:grpSpPr>
            <a:xfrm>
              <a:off x="3082680" y="1400760"/>
              <a:ext cx="2922840" cy="2136240"/>
              <a:chOff x="3082680" y="1400760"/>
              <a:chExt cx="2922840" cy="2136240"/>
            </a:xfrm>
          </p:grpSpPr>
          <p:sp>
            <p:nvSpPr>
              <p:cNvPr id="2782" name="Oval 548"/>
              <p:cNvSpPr/>
              <p:nvPr/>
            </p:nvSpPr>
            <p:spPr>
              <a:xfrm>
                <a:off x="5690880" y="140076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2783" name="Straight Arrow Connector 549"/>
              <p:cNvCxnSpPr/>
              <p:nvPr/>
            </p:nvCxnSpPr>
            <p:spPr>
              <a:xfrm flipH="1">
                <a:off x="3384720" y="1695960"/>
                <a:ext cx="2463840" cy="169380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2784" name="Oval 550"/>
              <p:cNvSpPr/>
              <p:nvPr/>
            </p:nvSpPr>
            <p:spPr>
              <a:xfrm>
                <a:off x="3082680" y="324180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2785" name="Oval 114"/>
            <p:cNvSpPr/>
            <p:nvPr/>
          </p:nvSpPr>
          <p:spPr>
            <a:xfrm>
              <a:off x="5545080" y="293040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786" name="Straight Arrow Connector 547"/>
            <p:cNvCxnSpPr>
              <a:stCxn id="2785" idx="0"/>
              <a:endCxn id="2782" idx="4"/>
            </p:cNvCxnSpPr>
            <p:nvPr/>
          </p:nvCxnSpPr>
          <p:spPr>
            <a:xfrm flipV="1">
              <a:off x="5846400" y="1695960"/>
              <a:ext cx="2160" cy="12348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grpSp>
        <p:nvGrpSpPr>
          <p:cNvPr id="2787" name="Group 551"/>
          <p:cNvGrpSpPr/>
          <p:nvPr/>
        </p:nvGrpSpPr>
        <p:grpSpPr>
          <a:xfrm>
            <a:off x="3084840" y="1437120"/>
            <a:ext cx="6955920" cy="2426040"/>
            <a:chOff x="3084840" y="1437120"/>
            <a:chExt cx="6955920" cy="2426040"/>
          </a:xfrm>
        </p:grpSpPr>
        <p:grpSp>
          <p:nvGrpSpPr>
            <p:cNvPr id="2788" name="Group 552"/>
            <p:cNvGrpSpPr/>
            <p:nvPr/>
          </p:nvGrpSpPr>
          <p:grpSpPr>
            <a:xfrm>
              <a:off x="3084840" y="1437120"/>
              <a:ext cx="6811560" cy="2426040"/>
              <a:chOff x="3084840" y="1437120"/>
              <a:chExt cx="6811560" cy="2426040"/>
            </a:xfrm>
          </p:grpSpPr>
          <p:sp>
            <p:nvSpPr>
              <p:cNvPr id="2789" name="Oval 555"/>
              <p:cNvSpPr/>
              <p:nvPr/>
            </p:nvSpPr>
            <p:spPr>
              <a:xfrm>
                <a:off x="9581760" y="143712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2790" name="Straight Arrow Connector 556"/>
              <p:cNvCxnSpPr/>
              <p:nvPr/>
            </p:nvCxnSpPr>
            <p:spPr>
              <a:xfrm flipH="1">
                <a:off x="3386880" y="1732680"/>
                <a:ext cx="6352920" cy="198324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2791" name="Oval 557"/>
              <p:cNvSpPr/>
              <p:nvPr/>
            </p:nvSpPr>
            <p:spPr>
              <a:xfrm>
                <a:off x="3084840" y="356796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2792" name="Oval 114"/>
            <p:cNvSpPr/>
            <p:nvPr/>
          </p:nvSpPr>
          <p:spPr>
            <a:xfrm>
              <a:off x="9438120" y="326808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2793" name="Straight Arrow Connector 554"/>
            <p:cNvCxnSpPr>
              <a:stCxn id="2792" idx="0"/>
              <a:endCxn id="2789" idx="4"/>
            </p:cNvCxnSpPr>
            <p:nvPr/>
          </p:nvCxnSpPr>
          <p:spPr>
            <a:xfrm flipH="1" flipV="1">
              <a:off x="9739080" y="1732320"/>
              <a:ext cx="720" cy="153612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cxnSp>
        <p:nvCxnSpPr>
          <p:cNvPr id="2794" name="Straight Arrow Connector 37"/>
          <p:cNvCxnSpPr>
            <a:endCxn id="2664" idx="2"/>
          </p:cNvCxnSpPr>
          <p:nvPr/>
        </p:nvCxnSpPr>
        <p:spPr>
          <a:xfrm>
            <a:off x="1957320" y="5544000"/>
            <a:ext cx="44028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795" name="Straight Arrow Connector 558"/>
          <p:cNvCxnSpPr>
            <a:endCxn id="2675" idx="2"/>
          </p:cNvCxnSpPr>
          <p:nvPr/>
        </p:nvCxnSpPr>
        <p:spPr>
          <a:xfrm>
            <a:off x="2908440" y="6055200"/>
            <a:ext cx="58752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796" name="Straight Arrow Connector 559"/>
          <p:cNvCxnSpPr>
            <a:stCxn id="2659" idx="7"/>
          </p:cNvCxnSpPr>
          <p:nvPr/>
        </p:nvCxnSpPr>
        <p:spPr>
          <a:xfrm flipV="1">
            <a:off x="2068200" y="5023080"/>
            <a:ext cx="502920" cy="2826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797" name="Straight Arrow Connector 560"/>
          <p:cNvCxnSpPr/>
          <p:nvPr/>
        </p:nvCxnSpPr>
        <p:spPr>
          <a:xfrm flipV="1">
            <a:off x="3744000" y="4988520"/>
            <a:ext cx="360" cy="8838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798" name="Straight Arrow Connector 561"/>
          <p:cNvCxnSpPr/>
          <p:nvPr/>
        </p:nvCxnSpPr>
        <p:spPr>
          <a:xfrm flipV="1">
            <a:off x="4007160" y="5576760"/>
            <a:ext cx="606960" cy="44856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sp>
        <p:nvSpPr>
          <p:cNvPr id="2799" name="Text Box 3"/>
          <p:cNvSpPr/>
          <p:nvPr/>
        </p:nvSpPr>
        <p:spPr>
          <a:xfrm>
            <a:off x="5894280" y="4463280"/>
            <a:ext cx="6471000" cy="14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find 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add 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update 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D(b)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for all 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b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adjacent to 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and not in 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: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    D(b) = </a:t>
            </a:r>
            <a:r>
              <a:rPr lang="en-US" sz="2200" b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min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( D(b), D(a) + c</a:t>
            </a:r>
            <a:r>
              <a:rPr lang="en-US" sz="2200" b="1" i="1" u="none" strike="noStrike" baseline="-25000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a,b </a:t>
            </a:r>
            <a:r>
              <a:rPr lang="en-US" sz="2200" b="1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)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0" name="Rectangle 52"/>
          <p:cNvSpPr/>
          <p:nvPr/>
        </p:nvSpPr>
        <p:spPr>
          <a:xfrm>
            <a:off x="5605920" y="3868200"/>
            <a:ext cx="672084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Initialization (step 0): For all a: if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adjacent to then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D(a) = c</a:t>
            </a:r>
            <a:r>
              <a:rPr lang="en-US" sz="1800" b="0" i="1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u,a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79" dur="indefinite" restart="never" nodeType="tmRoot">
          <p:childTnLst>
            <p:seq>
              <p:cTn id="480" dur="indefinite" nodeType="mainSeq">
                <p:childTnLst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5" dur="1000"/>
                                        <p:tgtEl>
                                          <p:spTgt spid="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90" dur="1000"/>
                                        <p:tgtEl>
                                          <p:spTgt spid="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1" fill="hold">
                            <p:stCondLst>
                              <p:cond delay="1000"/>
                            </p:stCondLst>
                            <p:childTnLst>
                              <p:par>
                                <p:cTn id="492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94" dur="500"/>
                                        <p:tgtEl>
                                          <p:spTgt spid="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496" dur="500"/>
                                        <p:tgtEl>
                                          <p:spTgt spid="2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02" dur="500"/>
                                        <p:tgtEl>
                                          <p:spTgt spid="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506" dur="500"/>
                                        <p:tgtEl>
                                          <p:spTgt spid="2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2" dur="1000"/>
                                        <p:tgtEl>
                                          <p:spTgt spid="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17" dur="1000"/>
                                        <p:tgtEl>
                                          <p:spTgt spid="2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1000"/>
                            </p:stCondLst>
                            <p:childTnLst>
                              <p:par>
                                <p:cTn id="519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21" dur="500"/>
                                        <p:tgtEl>
                                          <p:spTgt spid="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>
                      <p:stCondLst>
                        <p:cond delay="indefinite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26" dur="500"/>
                                        <p:tgtEl>
                                          <p:spTgt spid="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530" dur="500"/>
                                        <p:tgtEl>
                                          <p:spTgt spid="27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6" dur="1000"/>
                                        <p:tgtEl>
                                          <p:spTgt spid="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41" dur="1000"/>
                                        <p:tgtEl>
                                          <p:spTgt spid="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2" fill="hold">
                            <p:stCondLst>
                              <p:cond delay="1000"/>
                            </p:stCondLst>
                            <p:childTnLst>
                              <p:par>
                                <p:cTn id="543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45" dur="500"/>
                                        <p:tgtEl>
                                          <p:spTgt spid="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50" dur="500"/>
                                        <p:tgtEl>
                                          <p:spTgt spid="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554" dur="500"/>
                                        <p:tgtEl>
                                          <p:spTgt spid="27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60" dur="1000"/>
                                        <p:tgtEl>
                                          <p:spTgt spid="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65" dur="1000"/>
                                        <p:tgtEl>
                                          <p:spTgt spid="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6" fill="hold">
                            <p:stCondLst>
                              <p:cond delay="1000"/>
                            </p:stCondLst>
                            <p:childTnLst>
                              <p:par>
                                <p:cTn id="567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69" dur="500"/>
                                        <p:tgtEl>
                                          <p:spTgt spid="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74" dur="500"/>
                                        <p:tgtEl>
                                          <p:spTgt spid="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578" dur="500"/>
                                        <p:tgtEl>
                                          <p:spTgt spid="27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84" dur="1000"/>
                                        <p:tgtEl>
                                          <p:spTgt spid="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89" dur="1000"/>
                                        <p:tgtEl>
                                          <p:spTgt spid="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0" fill="hold">
                            <p:stCondLst>
                              <p:cond delay="1000"/>
                            </p:stCondLst>
                            <p:childTnLst>
                              <p:par>
                                <p:cTn id="591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93" dur="500"/>
                                        <p:tgtEl>
                                          <p:spTgt spid="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98" dur="500"/>
                                        <p:tgtEl>
                                          <p:spTgt spid="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802" name="PlaceHolder 2"/>
          <p:cNvSpPr>
            <a:spLocks noGrp="1"/>
          </p:cNvSpPr>
          <p:nvPr>
            <p:ph type="sldNum" idx="2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577FFC87-718B-4074-89BE-D98D22E2F444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13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803" name="Group 16"/>
          <p:cNvGrpSpPr/>
          <p:nvPr/>
        </p:nvGrpSpPr>
        <p:grpSpPr>
          <a:xfrm>
            <a:off x="4237200" y="1377720"/>
            <a:ext cx="3571560" cy="2236320"/>
            <a:chOff x="4237200" y="1377720"/>
            <a:chExt cx="3571560" cy="2236320"/>
          </a:xfrm>
        </p:grpSpPr>
        <p:sp>
          <p:nvSpPr>
            <p:cNvPr id="2804" name="Freeform 17"/>
            <p:cNvSpPr/>
            <p:nvPr/>
          </p:nvSpPr>
          <p:spPr>
            <a:xfrm>
              <a:off x="4237200" y="13777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5" name="Freeform 18"/>
            <p:cNvSpPr/>
            <p:nvPr/>
          </p:nvSpPr>
          <p:spPr>
            <a:xfrm>
              <a:off x="4770720" y="22492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6" name="Oval 19"/>
            <p:cNvSpPr/>
            <p:nvPr/>
          </p:nvSpPr>
          <p:spPr>
            <a:xfrm>
              <a:off x="4357800" y="2633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7" name="Line 20"/>
            <p:cNvSpPr/>
            <p:nvPr/>
          </p:nvSpPr>
          <p:spPr>
            <a:xfrm>
              <a:off x="4357800" y="2621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8" name="Line 21"/>
            <p:cNvSpPr/>
            <p:nvPr/>
          </p:nvSpPr>
          <p:spPr>
            <a:xfrm>
              <a:off x="4854600" y="2621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9" name="Rectangle 22"/>
            <p:cNvSpPr/>
            <p:nvPr/>
          </p:nvSpPr>
          <p:spPr>
            <a:xfrm>
              <a:off x="4357800" y="2622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0" name="Oval 23"/>
            <p:cNvSpPr/>
            <p:nvPr/>
          </p:nvSpPr>
          <p:spPr>
            <a:xfrm>
              <a:off x="4353120" y="2528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1" name="Oval 24"/>
            <p:cNvSpPr/>
            <p:nvPr/>
          </p:nvSpPr>
          <p:spPr>
            <a:xfrm>
              <a:off x="5110200" y="32475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2" name="Line 25"/>
            <p:cNvSpPr/>
            <p:nvPr/>
          </p:nvSpPr>
          <p:spPr>
            <a:xfrm>
              <a:off x="5110200" y="32364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3" name="Line 26"/>
            <p:cNvSpPr/>
            <p:nvPr/>
          </p:nvSpPr>
          <p:spPr>
            <a:xfrm>
              <a:off x="5607000" y="32364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4" name="Rectangle 27"/>
            <p:cNvSpPr/>
            <p:nvPr/>
          </p:nvSpPr>
          <p:spPr>
            <a:xfrm>
              <a:off x="5110200" y="32364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5" name="Oval 28"/>
            <p:cNvSpPr/>
            <p:nvPr/>
          </p:nvSpPr>
          <p:spPr>
            <a:xfrm>
              <a:off x="5105520" y="31428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6" name="Oval 29"/>
            <p:cNvSpPr/>
            <p:nvPr/>
          </p:nvSpPr>
          <p:spPr>
            <a:xfrm>
              <a:off x="5104080" y="21524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7" name="Line 30"/>
            <p:cNvSpPr/>
            <p:nvPr/>
          </p:nvSpPr>
          <p:spPr>
            <a:xfrm>
              <a:off x="5103720" y="21409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8" name="Line 31"/>
            <p:cNvSpPr/>
            <p:nvPr/>
          </p:nvSpPr>
          <p:spPr>
            <a:xfrm>
              <a:off x="5600880" y="21409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9" name="Rectangle 32"/>
            <p:cNvSpPr/>
            <p:nvPr/>
          </p:nvSpPr>
          <p:spPr>
            <a:xfrm>
              <a:off x="5104080" y="21412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0" name="Oval 33"/>
            <p:cNvSpPr/>
            <p:nvPr/>
          </p:nvSpPr>
          <p:spPr>
            <a:xfrm>
              <a:off x="5099400" y="20476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1" name="Oval 34"/>
            <p:cNvSpPr/>
            <p:nvPr/>
          </p:nvSpPr>
          <p:spPr>
            <a:xfrm>
              <a:off x="6188400" y="21459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2" name="Line 35"/>
            <p:cNvSpPr/>
            <p:nvPr/>
          </p:nvSpPr>
          <p:spPr>
            <a:xfrm>
              <a:off x="6188040" y="21348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3" name="Line 36"/>
            <p:cNvSpPr/>
            <p:nvPr/>
          </p:nvSpPr>
          <p:spPr>
            <a:xfrm>
              <a:off x="6683400" y="21348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4" name="Rectangle 37"/>
            <p:cNvSpPr/>
            <p:nvPr/>
          </p:nvSpPr>
          <p:spPr>
            <a:xfrm>
              <a:off x="6188400" y="213480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5" name="Oval 38"/>
            <p:cNvSpPr/>
            <p:nvPr/>
          </p:nvSpPr>
          <p:spPr>
            <a:xfrm>
              <a:off x="6193080" y="204588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6" name="Oval 39"/>
            <p:cNvSpPr/>
            <p:nvPr/>
          </p:nvSpPr>
          <p:spPr>
            <a:xfrm>
              <a:off x="6204240" y="324288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7" name="Line 40"/>
            <p:cNvSpPr/>
            <p:nvPr/>
          </p:nvSpPr>
          <p:spPr>
            <a:xfrm>
              <a:off x="6203880" y="3231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8" name="Line 41"/>
            <p:cNvSpPr/>
            <p:nvPr/>
          </p:nvSpPr>
          <p:spPr>
            <a:xfrm>
              <a:off x="6700680" y="3231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9" name="Rectangle 42"/>
            <p:cNvSpPr/>
            <p:nvPr/>
          </p:nvSpPr>
          <p:spPr>
            <a:xfrm>
              <a:off x="6204240" y="323172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0" name="Oval 43"/>
            <p:cNvSpPr/>
            <p:nvPr/>
          </p:nvSpPr>
          <p:spPr>
            <a:xfrm>
              <a:off x="6199560" y="313812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1" name="Oval 44"/>
            <p:cNvSpPr/>
            <p:nvPr/>
          </p:nvSpPr>
          <p:spPr>
            <a:xfrm>
              <a:off x="7101000" y="27014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2" name="Line 45"/>
            <p:cNvSpPr/>
            <p:nvPr/>
          </p:nvSpPr>
          <p:spPr>
            <a:xfrm>
              <a:off x="7101000" y="26902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3" name="Line 46"/>
            <p:cNvSpPr/>
            <p:nvPr/>
          </p:nvSpPr>
          <p:spPr>
            <a:xfrm>
              <a:off x="7597800" y="26902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4" name="Rectangle 47"/>
            <p:cNvSpPr/>
            <p:nvPr/>
          </p:nvSpPr>
          <p:spPr>
            <a:xfrm>
              <a:off x="7101000" y="26902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5" name="Oval 48"/>
            <p:cNvSpPr/>
            <p:nvPr/>
          </p:nvSpPr>
          <p:spPr>
            <a:xfrm>
              <a:off x="7096320" y="25966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6" name="Freeform 49"/>
            <p:cNvSpPr/>
            <p:nvPr/>
          </p:nvSpPr>
          <p:spPr>
            <a:xfrm>
              <a:off x="6451920" y="22921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7" name="Freeform 50"/>
            <p:cNvSpPr/>
            <p:nvPr/>
          </p:nvSpPr>
          <p:spPr>
            <a:xfrm>
              <a:off x="5351760" y="230148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8" name="Freeform 51"/>
            <p:cNvSpPr/>
            <p:nvPr/>
          </p:nvSpPr>
          <p:spPr>
            <a:xfrm>
              <a:off x="5613480" y="22777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9" name="Freeform 52"/>
            <p:cNvSpPr/>
            <p:nvPr/>
          </p:nvSpPr>
          <p:spPr>
            <a:xfrm>
              <a:off x="6704280" y="28303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0" name="Freeform 53"/>
            <p:cNvSpPr/>
            <p:nvPr/>
          </p:nvSpPr>
          <p:spPr>
            <a:xfrm>
              <a:off x="5623200" y="327780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1" name="Freeform 54"/>
            <p:cNvSpPr/>
            <p:nvPr/>
          </p:nvSpPr>
          <p:spPr>
            <a:xfrm>
              <a:off x="4685040" y="276336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2" name="Freeform 55"/>
            <p:cNvSpPr/>
            <p:nvPr/>
          </p:nvSpPr>
          <p:spPr>
            <a:xfrm>
              <a:off x="5613480" y="218232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3" name="Freeform 56"/>
            <p:cNvSpPr/>
            <p:nvPr/>
          </p:nvSpPr>
          <p:spPr>
            <a:xfrm>
              <a:off x="6685200" y="217764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4" name="Freeform 57"/>
            <p:cNvSpPr/>
            <p:nvPr/>
          </p:nvSpPr>
          <p:spPr>
            <a:xfrm>
              <a:off x="4594320" y="149652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45" name="Group 58"/>
            <p:cNvGrpSpPr/>
            <p:nvPr/>
          </p:nvGrpSpPr>
          <p:grpSpPr>
            <a:xfrm>
              <a:off x="4436640" y="2445840"/>
              <a:ext cx="322560" cy="395280"/>
              <a:chOff x="4436640" y="2445840"/>
              <a:chExt cx="322560" cy="395280"/>
            </a:xfrm>
          </p:grpSpPr>
          <p:sp>
            <p:nvSpPr>
              <p:cNvPr id="2846" name="Rectangle 59"/>
              <p:cNvSpPr/>
              <p:nvPr/>
            </p:nvSpPr>
            <p:spPr>
              <a:xfrm>
                <a:off x="4479480" y="254916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7" name="Text Box 60"/>
              <p:cNvSpPr/>
              <p:nvPr/>
            </p:nvSpPr>
            <p:spPr>
              <a:xfrm>
                <a:off x="4436640" y="244584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48" name="Group 61"/>
            <p:cNvGrpSpPr/>
            <p:nvPr/>
          </p:nvGrpSpPr>
          <p:grpSpPr>
            <a:xfrm>
              <a:off x="6300360" y="3055680"/>
              <a:ext cx="308160" cy="395280"/>
              <a:chOff x="6300360" y="3055680"/>
              <a:chExt cx="308160" cy="395280"/>
            </a:xfrm>
          </p:grpSpPr>
          <p:sp>
            <p:nvSpPr>
              <p:cNvPr id="2849" name="Rectangle 62"/>
              <p:cNvSpPr/>
              <p:nvPr/>
            </p:nvSpPr>
            <p:spPr>
              <a:xfrm>
                <a:off x="6337080" y="315864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0" name="Text Box 63"/>
              <p:cNvSpPr/>
              <p:nvPr/>
            </p:nvSpPr>
            <p:spPr>
              <a:xfrm>
                <a:off x="6300360" y="30556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51" name="Group 64"/>
            <p:cNvGrpSpPr/>
            <p:nvPr/>
          </p:nvGrpSpPr>
          <p:grpSpPr>
            <a:xfrm>
              <a:off x="5207040" y="3003120"/>
              <a:ext cx="333360" cy="456120"/>
              <a:chOff x="5207040" y="3003120"/>
              <a:chExt cx="333360" cy="456120"/>
            </a:xfrm>
          </p:grpSpPr>
          <p:sp>
            <p:nvSpPr>
              <p:cNvPr id="2852" name="Rectangle 65"/>
              <p:cNvSpPr/>
              <p:nvPr/>
            </p:nvSpPr>
            <p:spPr>
              <a:xfrm>
                <a:off x="5254560" y="315396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3" name="Text Box 66"/>
              <p:cNvSpPr/>
              <p:nvPr/>
            </p:nvSpPr>
            <p:spPr>
              <a:xfrm>
                <a:off x="5207040" y="300312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54" name="Group 67"/>
            <p:cNvGrpSpPr/>
            <p:nvPr/>
          </p:nvGrpSpPr>
          <p:grpSpPr>
            <a:xfrm>
              <a:off x="6264360" y="1960200"/>
              <a:ext cx="365040" cy="395280"/>
              <a:chOff x="6264360" y="1960200"/>
              <a:chExt cx="365040" cy="395280"/>
            </a:xfrm>
          </p:grpSpPr>
          <p:sp>
            <p:nvSpPr>
              <p:cNvPr id="2855" name="Rectangle 68"/>
              <p:cNvSpPr/>
              <p:nvPr/>
            </p:nvSpPr>
            <p:spPr>
              <a:xfrm>
                <a:off x="6327000" y="20635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6" name="Text Box 69"/>
              <p:cNvSpPr/>
              <p:nvPr/>
            </p:nvSpPr>
            <p:spPr>
              <a:xfrm>
                <a:off x="6264360" y="196020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57" name="Group 70"/>
            <p:cNvGrpSpPr/>
            <p:nvPr/>
          </p:nvGrpSpPr>
          <p:grpSpPr>
            <a:xfrm>
              <a:off x="5205240" y="1960200"/>
              <a:ext cx="308160" cy="395280"/>
              <a:chOff x="5205240" y="1960200"/>
              <a:chExt cx="308160" cy="395280"/>
            </a:xfrm>
          </p:grpSpPr>
          <p:sp>
            <p:nvSpPr>
              <p:cNvPr id="2858" name="Rectangle 71"/>
              <p:cNvSpPr/>
              <p:nvPr/>
            </p:nvSpPr>
            <p:spPr>
              <a:xfrm>
                <a:off x="5241600" y="20635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9" name="Text Box 72"/>
              <p:cNvSpPr/>
              <p:nvPr/>
            </p:nvSpPr>
            <p:spPr>
              <a:xfrm>
                <a:off x="5205240" y="196020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60" name="Group 73"/>
            <p:cNvGrpSpPr/>
            <p:nvPr/>
          </p:nvGrpSpPr>
          <p:grpSpPr>
            <a:xfrm>
              <a:off x="7196040" y="2464920"/>
              <a:ext cx="333360" cy="456120"/>
              <a:chOff x="7196040" y="2464920"/>
              <a:chExt cx="333360" cy="456120"/>
            </a:xfrm>
          </p:grpSpPr>
          <p:sp>
            <p:nvSpPr>
              <p:cNvPr id="2861" name="Rectangle 74"/>
              <p:cNvSpPr/>
              <p:nvPr/>
            </p:nvSpPr>
            <p:spPr>
              <a:xfrm>
                <a:off x="7246800" y="261576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2" name="Text Box 75"/>
              <p:cNvSpPr/>
              <p:nvPr/>
            </p:nvSpPr>
            <p:spPr>
              <a:xfrm>
                <a:off x="7196040" y="246492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3" name="Text Box 76"/>
            <p:cNvSpPr/>
            <p:nvPr/>
          </p:nvSpPr>
          <p:spPr>
            <a:xfrm>
              <a:off x="4763880" y="21664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4" name="Text Box 77"/>
            <p:cNvSpPr/>
            <p:nvPr/>
          </p:nvSpPr>
          <p:spPr>
            <a:xfrm>
              <a:off x="5316120" y="25142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5" name="Text Box 78"/>
            <p:cNvSpPr/>
            <p:nvPr/>
          </p:nvSpPr>
          <p:spPr>
            <a:xfrm>
              <a:off x="4625640" y="28522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6" name="Text Box 79"/>
            <p:cNvSpPr/>
            <p:nvPr/>
          </p:nvSpPr>
          <p:spPr>
            <a:xfrm>
              <a:off x="5925960" y="26618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7" name="Text Box 80"/>
            <p:cNvSpPr/>
            <p:nvPr/>
          </p:nvSpPr>
          <p:spPr>
            <a:xfrm>
              <a:off x="5825880" y="3223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8" name="Text Box 81"/>
            <p:cNvSpPr/>
            <p:nvPr/>
          </p:nvSpPr>
          <p:spPr>
            <a:xfrm>
              <a:off x="6397200" y="2542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9" name="Text Box 82"/>
            <p:cNvSpPr/>
            <p:nvPr/>
          </p:nvSpPr>
          <p:spPr>
            <a:xfrm>
              <a:off x="6968880" y="29620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0" name="Text Box 83"/>
            <p:cNvSpPr/>
            <p:nvPr/>
          </p:nvSpPr>
          <p:spPr>
            <a:xfrm>
              <a:off x="6926040" y="21096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1" name="Text Box 84"/>
            <p:cNvSpPr/>
            <p:nvPr/>
          </p:nvSpPr>
          <p:spPr>
            <a:xfrm>
              <a:off x="5759280" y="18712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2" name="Text Box 85"/>
            <p:cNvSpPr/>
            <p:nvPr/>
          </p:nvSpPr>
          <p:spPr>
            <a:xfrm>
              <a:off x="5202000" y="14475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73" name="Text Box 6"/>
          <p:cNvSpPr/>
          <p:nvPr/>
        </p:nvSpPr>
        <p:spPr>
          <a:xfrm>
            <a:off x="13837680" y="2958840"/>
            <a:ext cx="128340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5,u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74" name="Straight Arrow Connector 37"/>
          <p:cNvCxnSpPr>
            <a:endCxn id="2815" idx="2"/>
          </p:cNvCxnSpPr>
          <p:nvPr/>
        </p:nvCxnSpPr>
        <p:spPr>
          <a:xfrm>
            <a:off x="4665960" y="2789280"/>
            <a:ext cx="43992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875" name="Straight Arrow Connector 558"/>
          <p:cNvCxnSpPr>
            <a:endCxn id="2826" idx="2"/>
          </p:cNvCxnSpPr>
          <p:nvPr/>
        </p:nvCxnSpPr>
        <p:spPr>
          <a:xfrm>
            <a:off x="5617080" y="3300480"/>
            <a:ext cx="58752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876" name="Straight Arrow Connector 559"/>
          <p:cNvCxnSpPr>
            <a:stCxn id="2810" idx="7"/>
          </p:cNvCxnSpPr>
          <p:nvPr/>
        </p:nvCxnSpPr>
        <p:spPr>
          <a:xfrm flipV="1">
            <a:off x="4776840" y="2268360"/>
            <a:ext cx="502920" cy="2826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877" name="Straight Arrow Connector 560"/>
          <p:cNvCxnSpPr/>
          <p:nvPr/>
        </p:nvCxnSpPr>
        <p:spPr>
          <a:xfrm flipV="1">
            <a:off x="6452280" y="2233800"/>
            <a:ext cx="360" cy="8838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2878" name="Straight Arrow Connector 561"/>
          <p:cNvCxnSpPr/>
          <p:nvPr/>
        </p:nvCxnSpPr>
        <p:spPr>
          <a:xfrm flipV="1">
            <a:off x="6715440" y="2822040"/>
            <a:ext cx="607320" cy="44856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2879" name="Group 3"/>
          <p:cNvGrpSpPr/>
          <p:nvPr/>
        </p:nvGrpSpPr>
        <p:grpSpPr>
          <a:xfrm>
            <a:off x="1182240" y="4594680"/>
            <a:ext cx="3245040" cy="1499040"/>
            <a:chOff x="1182240" y="4594680"/>
            <a:chExt cx="3245040" cy="1499040"/>
          </a:xfrm>
        </p:grpSpPr>
        <p:sp>
          <p:nvSpPr>
            <p:cNvPr id="2880" name="Freeform 4"/>
            <p:cNvSpPr/>
            <p:nvPr/>
          </p:nvSpPr>
          <p:spPr>
            <a:xfrm>
              <a:off x="1599840" y="488376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1" name="Oval 5"/>
            <p:cNvSpPr/>
            <p:nvPr/>
          </p:nvSpPr>
          <p:spPr>
            <a:xfrm>
              <a:off x="1187280" y="526788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2" name="Line 6"/>
            <p:cNvSpPr/>
            <p:nvPr/>
          </p:nvSpPr>
          <p:spPr>
            <a:xfrm>
              <a:off x="1186920" y="5256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3" name="Line 7"/>
            <p:cNvSpPr/>
            <p:nvPr/>
          </p:nvSpPr>
          <p:spPr>
            <a:xfrm>
              <a:off x="1683720" y="5256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4" name="Rectangle 8"/>
            <p:cNvSpPr/>
            <p:nvPr/>
          </p:nvSpPr>
          <p:spPr>
            <a:xfrm>
              <a:off x="1187280" y="525672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5" name="Oval 9"/>
            <p:cNvSpPr/>
            <p:nvPr/>
          </p:nvSpPr>
          <p:spPr>
            <a:xfrm>
              <a:off x="1182240" y="516312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6" name="Oval 10"/>
            <p:cNvSpPr/>
            <p:nvPr/>
          </p:nvSpPr>
          <p:spPr>
            <a:xfrm>
              <a:off x="1939680" y="5882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7" name="Line 11"/>
            <p:cNvSpPr/>
            <p:nvPr/>
          </p:nvSpPr>
          <p:spPr>
            <a:xfrm>
              <a:off x="1939320" y="5870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8" name="Line 12"/>
            <p:cNvSpPr/>
            <p:nvPr/>
          </p:nvSpPr>
          <p:spPr>
            <a:xfrm>
              <a:off x="2436480" y="5870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9" name="Rectangle 13"/>
            <p:cNvSpPr/>
            <p:nvPr/>
          </p:nvSpPr>
          <p:spPr>
            <a:xfrm>
              <a:off x="1939680" y="5871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0" name="Oval 14"/>
            <p:cNvSpPr/>
            <p:nvPr/>
          </p:nvSpPr>
          <p:spPr>
            <a:xfrm>
              <a:off x="1935000" y="577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1" name="Oval 15"/>
            <p:cNvSpPr/>
            <p:nvPr/>
          </p:nvSpPr>
          <p:spPr>
            <a:xfrm>
              <a:off x="1933200" y="47869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2" name="Line 16"/>
            <p:cNvSpPr/>
            <p:nvPr/>
          </p:nvSpPr>
          <p:spPr>
            <a:xfrm>
              <a:off x="1933200" y="4775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3" name="Line 17"/>
            <p:cNvSpPr/>
            <p:nvPr/>
          </p:nvSpPr>
          <p:spPr>
            <a:xfrm>
              <a:off x="2430000" y="4775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4" name="Rectangle 18"/>
            <p:cNvSpPr/>
            <p:nvPr/>
          </p:nvSpPr>
          <p:spPr>
            <a:xfrm>
              <a:off x="1933200" y="47757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5" name="Oval 19"/>
            <p:cNvSpPr/>
            <p:nvPr/>
          </p:nvSpPr>
          <p:spPr>
            <a:xfrm>
              <a:off x="1928520" y="46821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6" name="Oval 20"/>
            <p:cNvSpPr/>
            <p:nvPr/>
          </p:nvSpPr>
          <p:spPr>
            <a:xfrm>
              <a:off x="3017520" y="478044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7" name="Line 21"/>
            <p:cNvSpPr/>
            <p:nvPr/>
          </p:nvSpPr>
          <p:spPr>
            <a:xfrm>
              <a:off x="3017160" y="47692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8" name="Line 22"/>
            <p:cNvSpPr/>
            <p:nvPr/>
          </p:nvSpPr>
          <p:spPr>
            <a:xfrm>
              <a:off x="3512520" y="47692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9" name="Rectangle 23"/>
            <p:cNvSpPr/>
            <p:nvPr/>
          </p:nvSpPr>
          <p:spPr>
            <a:xfrm>
              <a:off x="3017520" y="476928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0" name="Oval 24"/>
            <p:cNvSpPr/>
            <p:nvPr/>
          </p:nvSpPr>
          <p:spPr>
            <a:xfrm>
              <a:off x="3022200" y="468036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1" name="Oval 25"/>
            <p:cNvSpPr/>
            <p:nvPr/>
          </p:nvSpPr>
          <p:spPr>
            <a:xfrm>
              <a:off x="3033360" y="58773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2" name="Line 26"/>
            <p:cNvSpPr/>
            <p:nvPr/>
          </p:nvSpPr>
          <p:spPr>
            <a:xfrm>
              <a:off x="3033360" y="58662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3" name="Line 27"/>
            <p:cNvSpPr/>
            <p:nvPr/>
          </p:nvSpPr>
          <p:spPr>
            <a:xfrm>
              <a:off x="3530160" y="58662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4" name="Rectangle 28"/>
            <p:cNvSpPr/>
            <p:nvPr/>
          </p:nvSpPr>
          <p:spPr>
            <a:xfrm>
              <a:off x="3033360" y="58662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5" name="Oval 29"/>
            <p:cNvSpPr/>
            <p:nvPr/>
          </p:nvSpPr>
          <p:spPr>
            <a:xfrm>
              <a:off x="3028680" y="57726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6" name="Oval 30"/>
            <p:cNvSpPr/>
            <p:nvPr/>
          </p:nvSpPr>
          <p:spPr>
            <a:xfrm>
              <a:off x="3930480" y="533628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7" name="Line 31"/>
            <p:cNvSpPr/>
            <p:nvPr/>
          </p:nvSpPr>
          <p:spPr>
            <a:xfrm>
              <a:off x="3930120" y="532476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8" name="Line 32"/>
            <p:cNvSpPr/>
            <p:nvPr/>
          </p:nvSpPr>
          <p:spPr>
            <a:xfrm>
              <a:off x="4426920" y="532476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9" name="Rectangle 33"/>
            <p:cNvSpPr/>
            <p:nvPr/>
          </p:nvSpPr>
          <p:spPr>
            <a:xfrm>
              <a:off x="3930480" y="532512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0" name="Oval 34"/>
            <p:cNvSpPr/>
            <p:nvPr/>
          </p:nvSpPr>
          <p:spPr>
            <a:xfrm>
              <a:off x="3925440" y="523152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1" name="Freeform 35"/>
            <p:cNvSpPr/>
            <p:nvPr/>
          </p:nvSpPr>
          <p:spPr>
            <a:xfrm>
              <a:off x="3281040" y="492660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2" name="Freeform 36"/>
            <p:cNvSpPr/>
            <p:nvPr/>
          </p:nvSpPr>
          <p:spPr>
            <a:xfrm>
              <a:off x="3533400" y="546480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3" name="Freeform 37"/>
            <p:cNvSpPr/>
            <p:nvPr/>
          </p:nvSpPr>
          <p:spPr>
            <a:xfrm>
              <a:off x="2452320" y="591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560" rIns="90000" bIns="-43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4" name="Freeform 38"/>
            <p:cNvSpPr/>
            <p:nvPr/>
          </p:nvSpPr>
          <p:spPr>
            <a:xfrm>
              <a:off x="1514160" y="539820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15" name="Group 39"/>
            <p:cNvGrpSpPr/>
            <p:nvPr/>
          </p:nvGrpSpPr>
          <p:grpSpPr>
            <a:xfrm>
              <a:off x="1266120" y="5080680"/>
              <a:ext cx="322560" cy="395280"/>
              <a:chOff x="1266120" y="5080680"/>
              <a:chExt cx="322560" cy="395280"/>
            </a:xfrm>
          </p:grpSpPr>
          <p:sp>
            <p:nvSpPr>
              <p:cNvPr id="2916" name="Rectangle 40"/>
              <p:cNvSpPr/>
              <p:nvPr/>
            </p:nvSpPr>
            <p:spPr>
              <a:xfrm>
                <a:off x="1308600" y="518364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7" name="Text Box 41"/>
              <p:cNvSpPr/>
              <p:nvPr/>
            </p:nvSpPr>
            <p:spPr>
              <a:xfrm>
                <a:off x="1266120" y="508068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18" name="Group 42"/>
            <p:cNvGrpSpPr/>
            <p:nvPr/>
          </p:nvGrpSpPr>
          <p:grpSpPr>
            <a:xfrm>
              <a:off x="3129840" y="5690160"/>
              <a:ext cx="308160" cy="395280"/>
              <a:chOff x="3129840" y="5690160"/>
              <a:chExt cx="308160" cy="395280"/>
            </a:xfrm>
          </p:grpSpPr>
          <p:sp>
            <p:nvSpPr>
              <p:cNvPr id="2919" name="Rectangle 43"/>
              <p:cNvSpPr/>
              <p:nvPr/>
            </p:nvSpPr>
            <p:spPr>
              <a:xfrm>
                <a:off x="3166200" y="579348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0" name="Text Box 44"/>
              <p:cNvSpPr/>
              <p:nvPr/>
            </p:nvSpPr>
            <p:spPr>
              <a:xfrm>
                <a:off x="3129840" y="56901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21" name="Group 45"/>
            <p:cNvGrpSpPr/>
            <p:nvPr/>
          </p:nvGrpSpPr>
          <p:grpSpPr>
            <a:xfrm>
              <a:off x="2036160" y="5637600"/>
              <a:ext cx="333360" cy="456120"/>
              <a:chOff x="2036160" y="5637600"/>
              <a:chExt cx="333360" cy="456120"/>
            </a:xfrm>
          </p:grpSpPr>
          <p:sp>
            <p:nvSpPr>
              <p:cNvPr id="2922" name="Rectangle 46"/>
              <p:cNvSpPr/>
              <p:nvPr/>
            </p:nvSpPr>
            <p:spPr>
              <a:xfrm>
                <a:off x="2083680" y="578844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3" name="Text Box 47"/>
              <p:cNvSpPr/>
              <p:nvPr/>
            </p:nvSpPr>
            <p:spPr>
              <a:xfrm>
                <a:off x="2036160" y="563760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24" name="Group 48"/>
            <p:cNvGrpSpPr/>
            <p:nvPr/>
          </p:nvGrpSpPr>
          <p:grpSpPr>
            <a:xfrm>
              <a:off x="3093480" y="4594680"/>
              <a:ext cx="365040" cy="395280"/>
              <a:chOff x="3093480" y="4594680"/>
              <a:chExt cx="365040" cy="395280"/>
            </a:xfrm>
          </p:grpSpPr>
          <p:sp>
            <p:nvSpPr>
              <p:cNvPr id="2925" name="Rectangle 49"/>
              <p:cNvSpPr/>
              <p:nvPr/>
            </p:nvSpPr>
            <p:spPr>
              <a:xfrm>
                <a:off x="3156480" y="469800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6" name="Text Box 50"/>
              <p:cNvSpPr/>
              <p:nvPr/>
            </p:nvSpPr>
            <p:spPr>
              <a:xfrm>
                <a:off x="3093480" y="459468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27" name="Group 51"/>
            <p:cNvGrpSpPr/>
            <p:nvPr/>
          </p:nvGrpSpPr>
          <p:grpSpPr>
            <a:xfrm>
              <a:off x="2034360" y="4594680"/>
              <a:ext cx="308160" cy="395280"/>
              <a:chOff x="2034360" y="4594680"/>
              <a:chExt cx="308160" cy="395280"/>
            </a:xfrm>
          </p:grpSpPr>
          <p:sp>
            <p:nvSpPr>
              <p:cNvPr id="2928" name="Rectangle 52"/>
              <p:cNvSpPr/>
              <p:nvPr/>
            </p:nvSpPr>
            <p:spPr>
              <a:xfrm>
                <a:off x="2070720" y="46980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9" name="Text Box 53"/>
              <p:cNvSpPr/>
              <p:nvPr/>
            </p:nvSpPr>
            <p:spPr>
              <a:xfrm>
                <a:off x="2034360" y="45946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30" name="Group 54"/>
            <p:cNvGrpSpPr/>
            <p:nvPr/>
          </p:nvGrpSpPr>
          <p:grpSpPr>
            <a:xfrm>
              <a:off x="4025520" y="5099760"/>
              <a:ext cx="333360" cy="456120"/>
              <a:chOff x="4025520" y="5099760"/>
              <a:chExt cx="333360" cy="456120"/>
            </a:xfrm>
          </p:grpSpPr>
          <p:sp>
            <p:nvSpPr>
              <p:cNvPr id="2931" name="Rectangle 55"/>
              <p:cNvSpPr/>
              <p:nvPr/>
            </p:nvSpPr>
            <p:spPr>
              <a:xfrm>
                <a:off x="4075920" y="525024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2" name="Text Box 56"/>
              <p:cNvSpPr/>
              <p:nvPr/>
            </p:nvSpPr>
            <p:spPr>
              <a:xfrm>
                <a:off x="4025520" y="509976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33" name="Text Box 57"/>
          <p:cNvSpPr/>
          <p:nvPr/>
        </p:nvSpPr>
        <p:spPr>
          <a:xfrm>
            <a:off x="441360" y="3975480"/>
            <a:ext cx="5421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resulting least-cost-path tree from u: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34" name="Group 23"/>
          <p:cNvGrpSpPr/>
          <p:nvPr/>
        </p:nvGrpSpPr>
        <p:grpSpPr>
          <a:xfrm>
            <a:off x="5736240" y="3974760"/>
            <a:ext cx="4609800" cy="2564280"/>
            <a:chOff x="5736240" y="3974760"/>
            <a:chExt cx="4609800" cy="2564280"/>
          </a:xfrm>
        </p:grpSpPr>
        <p:sp>
          <p:nvSpPr>
            <p:cNvPr id="2935" name="Text Box 73"/>
            <p:cNvSpPr/>
            <p:nvPr/>
          </p:nvSpPr>
          <p:spPr>
            <a:xfrm>
              <a:off x="5736240" y="3974760"/>
              <a:ext cx="460980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resulting forwarding table in u: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6" name="Group 21"/>
            <p:cNvGrpSpPr/>
            <p:nvPr/>
          </p:nvGrpSpPr>
          <p:grpSpPr>
            <a:xfrm>
              <a:off x="6377400" y="4483800"/>
              <a:ext cx="2601000" cy="2055240"/>
              <a:chOff x="6377400" y="4483800"/>
              <a:chExt cx="2601000" cy="2055240"/>
            </a:xfrm>
          </p:grpSpPr>
          <p:sp>
            <p:nvSpPr>
              <p:cNvPr id="2937" name="Rectangle 20"/>
              <p:cNvSpPr/>
              <p:nvPr/>
            </p:nvSpPr>
            <p:spPr>
              <a:xfrm>
                <a:off x="6398280" y="4521240"/>
                <a:ext cx="2373480" cy="2768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938" name="Rectangle 1"/>
              <p:cNvSpPr/>
              <p:nvPr/>
            </p:nvSpPr>
            <p:spPr>
              <a:xfrm>
                <a:off x="6389280" y="4514040"/>
                <a:ext cx="2383920" cy="1978920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939" name="TextBox 6"/>
              <p:cNvSpPr/>
              <p:nvPr/>
            </p:nvSpPr>
            <p:spPr>
              <a:xfrm>
                <a:off x="6763680" y="4803480"/>
                <a:ext cx="419040" cy="1735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v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y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w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0" name="TextBox 329"/>
              <p:cNvSpPr/>
              <p:nvPr/>
            </p:nvSpPr>
            <p:spPr>
              <a:xfrm>
                <a:off x="7814880" y="4793760"/>
                <a:ext cx="794160" cy="1735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(u,v)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(u,x)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(u,x)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(u,x)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lang="en-US" sz="24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(u,x)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1" name="TextBox 7"/>
              <p:cNvSpPr/>
              <p:nvPr/>
            </p:nvSpPr>
            <p:spPr>
              <a:xfrm>
                <a:off x="6419520" y="4491000"/>
                <a:ext cx="125388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destination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2" name="TextBox 330"/>
              <p:cNvSpPr/>
              <p:nvPr/>
            </p:nvSpPr>
            <p:spPr>
              <a:xfrm>
                <a:off x="7536960" y="4483800"/>
                <a:ext cx="144144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outgoing link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943" name="Straight Connector 9"/>
              <p:cNvCxnSpPr/>
              <p:nvPr/>
            </p:nvCxnSpPr>
            <p:spPr>
              <a:xfrm>
                <a:off x="6377400" y="4803480"/>
                <a:ext cx="2396520" cy="360"/>
              </a:xfrm>
              <a:prstGeom prst="straightConnector1">
                <a:avLst/>
              </a:prstGeom>
              <a:ln w="12700">
                <a:solidFill>
                  <a:srgbClr val="0000A8"/>
                </a:solidFill>
              </a:ln>
            </p:spPr>
          </p:cxnSp>
          <p:cxnSp>
            <p:nvCxnSpPr>
              <p:cNvPr id="2944" name="Straight Connector 331"/>
              <p:cNvCxnSpPr/>
              <p:nvPr/>
            </p:nvCxnSpPr>
            <p:spPr>
              <a:xfrm>
                <a:off x="7558200" y="4514040"/>
                <a:ext cx="360" cy="1991160"/>
              </a:xfrm>
              <a:prstGeom prst="straightConnector1">
                <a:avLst/>
              </a:prstGeom>
              <a:ln w="12700">
                <a:solidFill>
                  <a:srgbClr val="0000A8"/>
                </a:solidFill>
              </a:ln>
            </p:spPr>
          </p:cxnSp>
        </p:grpSp>
      </p:grpSp>
      <p:grpSp>
        <p:nvGrpSpPr>
          <p:cNvPr id="2945" name="Group 28"/>
          <p:cNvGrpSpPr/>
          <p:nvPr/>
        </p:nvGrpSpPr>
        <p:grpSpPr>
          <a:xfrm>
            <a:off x="8565120" y="4815000"/>
            <a:ext cx="3462120" cy="364680"/>
            <a:chOff x="8565120" y="4815000"/>
            <a:chExt cx="3462120" cy="364680"/>
          </a:xfrm>
        </p:grpSpPr>
        <p:sp>
          <p:nvSpPr>
            <p:cNvPr id="2946" name="TextBox 24"/>
            <p:cNvSpPr/>
            <p:nvPr/>
          </p:nvSpPr>
          <p:spPr>
            <a:xfrm>
              <a:off x="9201960" y="4815000"/>
              <a:ext cx="28252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route from </a:t>
              </a: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u</a:t>
              </a: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to</a:t>
              </a: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v </a:t>
              </a: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directly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947" name="Straight Connector 26"/>
            <p:cNvCxnSpPr/>
            <p:nvPr/>
          </p:nvCxnSpPr>
          <p:spPr>
            <a:xfrm>
              <a:off x="8565120" y="5000040"/>
              <a:ext cx="683280" cy="360"/>
            </a:xfrm>
            <a:prstGeom prst="straightConnector1">
              <a:avLst/>
            </a:prstGeom>
            <a:ln w="12700">
              <a:solidFill>
                <a:srgbClr val="C00000"/>
              </a:solidFill>
            </a:ln>
          </p:spPr>
        </p:cxnSp>
      </p:grpSp>
      <p:grpSp>
        <p:nvGrpSpPr>
          <p:cNvPr id="2948" name="Group 30"/>
          <p:cNvGrpSpPr/>
          <p:nvPr/>
        </p:nvGrpSpPr>
        <p:grpSpPr>
          <a:xfrm>
            <a:off x="8877960" y="5196960"/>
            <a:ext cx="2372040" cy="1251000"/>
            <a:chOff x="8877960" y="5196960"/>
            <a:chExt cx="2372040" cy="1251000"/>
          </a:xfrm>
        </p:grpSpPr>
        <p:sp>
          <p:nvSpPr>
            <p:cNvPr id="2949" name="TextBox 332"/>
            <p:cNvSpPr/>
            <p:nvPr/>
          </p:nvSpPr>
          <p:spPr>
            <a:xfrm>
              <a:off x="9215280" y="5534640"/>
              <a:ext cx="203472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route from u to all other destinations via </a:t>
              </a: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0" name="Right Brace 29"/>
            <p:cNvSpPr/>
            <p:nvPr/>
          </p:nvSpPr>
          <p:spPr>
            <a:xfrm>
              <a:off x="8877960" y="5196960"/>
              <a:ext cx="351720" cy="123804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599" dur="indefinite" restart="never" nodeType="tmRoot">
          <p:childTnLst>
            <p:seq>
              <p:cTn id="600" dur="indefinite" nodeType="mainSeq">
                <p:childTnLst>
                  <p:par>
                    <p:cTn id="601" fill="hold">
                      <p:stCondLst>
                        <p:cond delay="indefinite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05" dur="500"/>
                                        <p:tgtEl>
                                          <p:spTgt spid="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6" fill="hold">
                      <p:stCondLst>
                        <p:cond delay="indefinite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10" dur="500"/>
                                        <p:tgtEl>
                                          <p:spTgt spid="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>
                      <p:stCondLst>
                        <p:cond delay="indefinite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15" dur="500"/>
                                        <p:tgtEl>
                                          <p:spTgt spid="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another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2952" name="PlaceHolder 2"/>
          <p:cNvSpPr>
            <a:spLocks noGrp="1"/>
          </p:cNvSpPr>
          <p:nvPr>
            <p:ph type="sldNum" idx="2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94E4065E-F84B-4FC7-A052-92A2AA69266F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13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953" name="Group 2"/>
          <p:cNvGrpSpPr/>
          <p:nvPr/>
        </p:nvGrpSpPr>
        <p:grpSpPr>
          <a:xfrm>
            <a:off x="7267320" y="1497960"/>
            <a:ext cx="4218120" cy="3362400"/>
            <a:chOff x="7267320" y="1497960"/>
            <a:chExt cx="4218120" cy="3362400"/>
          </a:xfrm>
        </p:grpSpPr>
        <p:grpSp>
          <p:nvGrpSpPr>
            <p:cNvPr id="2954" name="Group 3"/>
            <p:cNvGrpSpPr/>
            <p:nvPr/>
          </p:nvGrpSpPr>
          <p:grpSpPr>
            <a:xfrm>
              <a:off x="8535600" y="3197880"/>
              <a:ext cx="458280" cy="394560"/>
              <a:chOff x="8535600" y="3197880"/>
              <a:chExt cx="458280" cy="394560"/>
            </a:xfrm>
          </p:grpSpPr>
          <p:sp>
            <p:nvSpPr>
              <p:cNvPr id="2955" name="Oval 4"/>
              <p:cNvSpPr/>
              <p:nvPr/>
            </p:nvSpPr>
            <p:spPr>
              <a:xfrm>
                <a:off x="8539920" y="3387240"/>
                <a:ext cx="450360" cy="12024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9960" rIns="90000" bIns="39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6" name="Line 5"/>
              <p:cNvSpPr/>
              <p:nvPr/>
            </p:nvSpPr>
            <p:spPr>
              <a:xfrm>
                <a:off x="8539920" y="337356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7" name="Line 6"/>
              <p:cNvSpPr/>
              <p:nvPr/>
            </p:nvSpPr>
            <p:spPr>
              <a:xfrm>
                <a:off x="8993520" y="337356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8" name="Rectangle 7"/>
              <p:cNvSpPr/>
              <p:nvPr/>
            </p:nvSpPr>
            <p:spPr>
              <a:xfrm>
                <a:off x="8539920" y="3373560"/>
                <a:ext cx="446040" cy="727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28080" rIns="90000" bIns="2808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9" name="Oval 8"/>
              <p:cNvSpPr/>
              <p:nvPr/>
            </p:nvSpPr>
            <p:spPr>
              <a:xfrm>
                <a:off x="8535600" y="3288600"/>
                <a:ext cx="450360" cy="14112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0" name="Rectangle 9"/>
              <p:cNvSpPr/>
              <p:nvPr/>
            </p:nvSpPr>
            <p:spPr>
              <a:xfrm>
                <a:off x="8641440" y="3330360"/>
                <a:ext cx="202680" cy="15624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1" name="Text Box 10"/>
              <p:cNvSpPr/>
              <p:nvPr/>
            </p:nvSpPr>
            <p:spPr>
              <a:xfrm>
                <a:off x="8566200" y="3197880"/>
                <a:ext cx="36504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62" name="Text Box 11"/>
            <p:cNvSpPr/>
            <p:nvPr/>
          </p:nvSpPr>
          <p:spPr>
            <a:xfrm>
              <a:off x="8007840" y="31413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3" name="Text Box 12"/>
            <p:cNvSpPr/>
            <p:nvPr/>
          </p:nvSpPr>
          <p:spPr>
            <a:xfrm>
              <a:off x="8740080" y="24246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64" name="Group 13"/>
            <p:cNvGrpSpPr/>
            <p:nvPr/>
          </p:nvGrpSpPr>
          <p:grpSpPr>
            <a:xfrm>
              <a:off x="8548560" y="4465800"/>
              <a:ext cx="458280" cy="394560"/>
              <a:chOff x="8548560" y="4465800"/>
              <a:chExt cx="458280" cy="394560"/>
            </a:xfrm>
          </p:grpSpPr>
          <p:sp>
            <p:nvSpPr>
              <p:cNvPr id="2965" name="Oval 14"/>
              <p:cNvSpPr/>
              <p:nvPr/>
            </p:nvSpPr>
            <p:spPr>
              <a:xfrm>
                <a:off x="8552880" y="4655160"/>
                <a:ext cx="453240" cy="12024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9960" rIns="90000" bIns="39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6" name="Line 15"/>
              <p:cNvSpPr/>
              <p:nvPr/>
            </p:nvSpPr>
            <p:spPr>
              <a:xfrm>
                <a:off x="8552880" y="464436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7" name="Line 16"/>
              <p:cNvSpPr/>
              <p:nvPr/>
            </p:nvSpPr>
            <p:spPr>
              <a:xfrm>
                <a:off x="9006480" y="464436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8" name="Rectangle 17"/>
              <p:cNvSpPr/>
              <p:nvPr/>
            </p:nvSpPr>
            <p:spPr>
              <a:xfrm>
                <a:off x="8552880" y="4644720"/>
                <a:ext cx="448920" cy="727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28080" rIns="90000" bIns="2808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9" name="Oval 18"/>
              <p:cNvSpPr/>
              <p:nvPr/>
            </p:nvSpPr>
            <p:spPr>
              <a:xfrm>
                <a:off x="8548560" y="4556880"/>
                <a:ext cx="453240" cy="14112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0" name="Rectangle 19"/>
              <p:cNvSpPr/>
              <p:nvPr/>
            </p:nvSpPr>
            <p:spPr>
              <a:xfrm>
                <a:off x="8655840" y="4598280"/>
                <a:ext cx="204120" cy="15624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1" name="Text Box 20"/>
              <p:cNvSpPr/>
              <p:nvPr/>
            </p:nvSpPr>
            <p:spPr>
              <a:xfrm>
                <a:off x="8606520" y="4465800"/>
                <a:ext cx="30816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72" name="Group 21"/>
            <p:cNvGrpSpPr/>
            <p:nvPr/>
          </p:nvGrpSpPr>
          <p:grpSpPr>
            <a:xfrm>
              <a:off x="8539920" y="1497960"/>
              <a:ext cx="461160" cy="395280"/>
              <a:chOff x="8539920" y="1497960"/>
              <a:chExt cx="461160" cy="395280"/>
            </a:xfrm>
          </p:grpSpPr>
          <p:sp>
            <p:nvSpPr>
              <p:cNvPr id="2973" name="Oval 22"/>
              <p:cNvSpPr/>
              <p:nvPr/>
            </p:nvSpPr>
            <p:spPr>
              <a:xfrm>
                <a:off x="8547120" y="1686960"/>
                <a:ext cx="453240" cy="12024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9960" rIns="90000" bIns="39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4" name="Line 23"/>
              <p:cNvSpPr/>
              <p:nvPr/>
            </p:nvSpPr>
            <p:spPr>
              <a:xfrm>
                <a:off x="8547120" y="167652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5" name="Line 24"/>
              <p:cNvSpPr/>
              <p:nvPr/>
            </p:nvSpPr>
            <p:spPr>
              <a:xfrm>
                <a:off x="9000720" y="167652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6" name="Rectangle 25"/>
              <p:cNvSpPr/>
              <p:nvPr/>
            </p:nvSpPr>
            <p:spPr>
              <a:xfrm>
                <a:off x="8547120" y="1676520"/>
                <a:ext cx="448920" cy="727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28080" rIns="90000" bIns="2808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7" name="Oval 26"/>
              <p:cNvSpPr/>
              <p:nvPr/>
            </p:nvSpPr>
            <p:spPr>
              <a:xfrm>
                <a:off x="8539920" y="1588680"/>
                <a:ext cx="453240" cy="14400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8" name="Rectangle 27"/>
              <p:cNvSpPr/>
              <p:nvPr/>
            </p:nvSpPr>
            <p:spPr>
              <a:xfrm>
                <a:off x="8650080" y="1630440"/>
                <a:ext cx="204120" cy="1530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9" name="Text Box 28"/>
              <p:cNvSpPr/>
              <p:nvPr/>
            </p:nvSpPr>
            <p:spPr>
              <a:xfrm>
                <a:off x="8600760" y="149796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80" name="Group 29"/>
            <p:cNvGrpSpPr/>
            <p:nvPr/>
          </p:nvGrpSpPr>
          <p:grpSpPr>
            <a:xfrm>
              <a:off x="7267320" y="3243960"/>
              <a:ext cx="461160" cy="395280"/>
              <a:chOff x="7267320" y="3243960"/>
              <a:chExt cx="461160" cy="395280"/>
            </a:xfrm>
          </p:grpSpPr>
          <p:sp>
            <p:nvSpPr>
              <p:cNvPr id="2981" name="Oval 30"/>
              <p:cNvSpPr/>
              <p:nvPr/>
            </p:nvSpPr>
            <p:spPr>
              <a:xfrm>
                <a:off x="7271640" y="3433320"/>
                <a:ext cx="453240" cy="1216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1400" rIns="90000" bIns="414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2" name="Line 31"/>
              <p:cNvSpPr/>
              <p:nvPr/>
            </p:nvSpPr>
            <p:spPr>
              <a:xfrm>
                <a:off x="7271640" y="342252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3" name="Line 32"/>
              <p:cNvSpPr/>
              <p:nvPr/>
            </p:nvSpPr>
            <p:spPr>
              <a:xfrm>
                <a:off x="7728120" y="342252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4" name="Rectangle 33"/>
              <p:cNvSpPr/>
              <p:nvPr/>
            </p:nvSpPr>
            <p:spPr>
              <a:xfrm>
                <a:off x="7271640" y="3422880"/>
                <a:ext cx="448920" cy="727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28080" rIns="90000" bIns="2808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5" name="Oval 34"/>
              <p:cNvSpPr/>
              <p:nvPr/>
            </p:nvSpPr>
            <p:spPr>
              <a:xfrm>
                <a:off x="7267320" y="3335040"/>
                <a:ext cx="453240" cy="14400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6" name="Rectangle 35"/>
              <p:cNvSpPr/>
              <p:nvPr/>
            </p:nvSpPr>
            <p:spPr>
              <a:xfrm>
                <a:off x="7374600" y="3379680"/>
                <a:ext cx="204120" cy="1530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7" name="Text Box 36"/>
              <p:cNvSpPr/>
              <p:nvPr/>
            </p:nvSpPr>
            <p:spPr>
              <a:xfrm>
                <a:off x="7320240" y="324396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88" name="Line 37"/>
            <p:cNvSpPr/>
            <p:nvPr/>
          </p:nvSpPr>
          <p:spPr>
            <a:xfrm>
              <a:off x="7735320" y="3434760"/>
              <a:ext cx="91620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9" name="Line 38"/>
            <p:cNvSpPr/>
            <p:nvPr/>
          </p:nvSpPr>
          <p:spPr>
            <a:xfrm>
              <a:off x="8753040" y="1834200"/>
              <a:ext cx="360" cy="143352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0" name="Line 39"/>
            <p:cNvSpPr/>
            <p:nvPr/>
          </p:nvSpPr>
          <p:spPr>
            <a:xfrm flipH="1">
              <a:off x="7555680" y="1743480"/>
              <a:ext cx="977040" cy="1609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1" name="Text Box 40"/>
            <p:cNvSpPr/>
            <p:nvPr/>
          </p:nvSpPr>
          <p:spPr>
            <a:xfrm>
              <a:off x="7786080" y="2260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2" name="Line 41"/>
            <p:cNvSpPr/>
            <p:nvPr/>
          </p:nvSpPr>
          <p:spPr>
            <a:xfrm>
              <a:off x="8763120" y="3509280"/>
              <a:ext cx="12960" cy="10576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3" name="Text Box 42"/>
            <p:cNvSpPr/>
            <p:nvPr/>
          </p:nvSpPr>
          <p:spPr>
            <a:xfrm>
              <a:off x="8774640" y="38088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4" name="Freeform 43"/>
            <p:cNvSpPr/>
            <p:nvPr/>
          </p:nvSpPr>
          <p:spPr>
            <a:xfrm>
              <a:off x="7536960" y="3540600"/>
              <a:ext cx="1246320" cy="1190160"/>
            </a:xfrm>
            <a:custGeom>
              <a:avLst/>
              <a:gdLst>
                <a:gd name="textAreaLeft" fmla="*/ 0 w 1246320"/>
                <a:gd name="textAreaRight" fmla="*/ 1246680 w 1246320"/>
                <a:gd name="textAreaTop" fmla="*/ 0 h 1190160"/>
                <a:gd name="textAreaBottom" fmla="*/ 1190520 h 1190160"/>
                <a:gd name="GluePoint1X" fmla="*/ 32 w 10032"/>
                <a:gd name="GluePoint1Y" fmla="*/ 0 h 10136"/>
                <a:gd name="GluePoint2X" fmla="*/ 1834 w 10032"/>
                <a:gd name="GluePoint2Y" fmla="*/ 7734 h 10136"/>
                <a:gd name="GluePoint3X" fmla="*/ 10032 w 10032"/>
                <a:gd name="GluePoint3Y" fmla="*/ 9798 h 101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5" name="Text Box 44"/>
            <p:cNvSpPr/>
            <p:nvPr/>
          </p:nvSpPr>
          <p:spPr>
            <a:xfrm>
              <a:off x="7781040" y="406944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7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6" name="Line 45"/>
            <p:cNvSpPr/>
            <p:nvPr/>
          </p:nvSpPr>
          <p:spPr>
            <a:xfrm flipH="1">
              <a:off x="8767440" y="3437640"/>
              <a:ext cx="1446480" cy="12261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7" name="Text Box 46"/>
            <p:cNvSpPr/>
            <p:nvPr/>
          </p:nvSpPr>
          <p:spPr>
            <a:xfrm>
              <a:off x="9416160" y="40500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8" name="Freeform 47"/>
            <p:cNvSpPr/>
            <p:nvPr/>
          </p:nvSpPr>
          <p:spPr>
            <a:xfrm>
              <a:off x="8806680" y="3121920"/>
              <a:ext cx="1436040" cy="720720"/>
            </a:xfrm>
            <a:custGeom>
              <a:avLst/>
              <a:gdLst>
                <a:gd name="textAreaLeft" fmla="*/ 0 w 1436040"/>
                <a:gd name="textAreaRight" fmla="*/ 1436400 w 1436040"/>
                <a:gd name="textAreaTop" fmla="*/ 0 h 720720"/>
                <a:gd name="textAreaBottom" fmla="*/ 721080 h 720720"/>
                <a:gd name="GluePoint1X" fmla="*/ 0 w 991"/>
                <a:gd name="GluePoint1Y" fmla="*/ 168 h 484"/>
                <a:gd name="GluePoint2X" fmla="*/ 204 w 991"/>
                <a:gd name="GluePoint2Y" fmla="*/ 484 h 484"/>
                <a:gd name="GluePoint3X" fmla="*/ 302 w 991"/>
                <a:gd name="GluePoint3Y" fmla="*/ 7 h 484"/>
                <a:gd name="GluePoint4X" fmla="*/ 379 w 991"/>
                <a:gd name="GluePoint4Y" fmla="*/ 442 h 484"/>
                <a:gd name="GluePoint5X" fmla="*/ 534 w 991"/>
                <a:gd name="GluePoint5Y" fmla="*/ 21 h 484"/>
                <a:gd name="GluePoint6X" fmla="*/ 611 w 991"/>
                <a:gd name="GluePoint6Y" fmla="*/ 351 h 484"/>
                <a:gd name="GluePoint7X" fmla="*/ 660 w 991"/>
                <a:gd name="GluePoint7Y" fmla="*/ 77 h 484"/>
                <a:gd name="GluePoint8X" fmla="*/ 991 w 991"/>
                <a:gd name="GluePoint8Y" fmla="*/ 218 h 4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99" name="Group 48"/>
            <p:cNvGrpSpPr/>
            <p:nvPr/>
          </p:nvGrpSpPr>
          <p:grpSpPr>
            <a:xfrm>
              <a:off x="10046160" y="3233520"/>
              <a:ext cx="457920" cy="395280"/>
              <a:chOff x="10046160" y="3233520"/>
              <a:chExt cx="457920" cy="395280"/>
            </a:xfrm>
          </p:grpSpPr>
          <p:sp>
            <p:nvSpPr>
              <p:cNvPr id="3000" name="Oval 49"/>
              <p:cNvSpPr/>
              <p:nvPr/>
            </p:nvSpPr>
            <p:spPr>
              <a:xfrm>
                <a:off x="10050480" y="3420000"/>
                <a:ext cx="453240" cy="1216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1400" rIns="90000" bIns="414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1" name="Line 50"/>
              <p:cNvSpPr/>
              <p:nvPr/>
            </p:nvSpPr>
            <p:spPr>
              <a:xfrm>
                <a:off x="10050120" y="341208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2" name="Line 51"/>
              <p:cNvSpPr/>
              <p:nvPr/>
            </p:nvSpPr>
            <p:spPr>
              <a:xfrm>
                <a:off x="10503720" y="341208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3" name="Rectangle 52"/>
              <p:cNvSpPr/>
              <p:nvPr/>
            </p:nvSpPr>
            <p:spPr>
              <a:xfrm>
                <a:off x="10050480" y="3412440"/>
                <a:ext cx="448920" cy="727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28080" rIns="90000" bIns="2808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4" name="Oval 53"/>
              <p:cNvSpPr/>
              <p:nvPr/>
            </p:nvSpPr>
            <p:spPr>
              <a:xfrm>
                <a:off x="10046160" y="3321720"/>
                <a:ext cx="453240" cy="14400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5" name="Rectangle 54"/>
              <p:cNvSpPr/>
              <p:nvPr/>
            </p:nvSpPr>
            <p:spPr>
              <a:xfrm>
                <a:off x="10153080" y="3366360"/>
                <a:ext cx="204120" cy="1530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6" name="Text Box 55"/>
              <p:cNvSpPr/>
              <p:nvPr/>
            </p:nvSpPr>
            <p:spPr>
              <a:xfrm>
                <a:off x="10104120" y="323352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007" name="Text Box 56"/>
            <p:cNvSpPr/>
            <p:nvPr/>
          </p:nvSpPr>
          <p:spPr>
            <a:xfrm>
              <a:off x="9297360" y="27867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8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008" name="Group 57"/>
            <p:cNvGrpSpPr/>
            <p:nvPr/>
          </p:nvGrpSpPr>
          <p:grpSpPr>
            <a:xfrm>
              <a:off x="11024280" y="3205440"/>
              <a:ext cx="461160" cy="394560"/>
              <a:chOff x="11024280" y="3205440"/>
              <a:chExt cx="461160" cy="394560"/>
            </a:xfrm>
          </p:grpSpPr>
          <p:sp>
            <p:nvSpPr>
              <p:cNvPr id="3009" name="Oval 58"/>
              <p:cNvSpPr/>
              <p:nvPr/>
            </p:nvSpPr>
            <p:spPr>
              <a:xfrm>
                <a:off x="11031480" y="3394440"/>
                <a:ext cx="453240" cy="12024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9960" rIns="90000" bIns="39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0" name="Line 59"/>
              <p:cNvSpPr/>
              <p:nvPr/>
            </p:nvSpPr>
            <p:spPr>
              <a:xfrm>
                <a:off x="11031480" y="338400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1" name="Line 60"/>
              <p:cNvSpPr/>
              <p:nvPr/>
            </p:nvSpPr>
            <p:spPr>
              <a:xfrm>
                <a:off x="11485080" y="3384000"/>
                <a:ext cx="360" cy="74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2" name="Rectangle 61"/>
              <p:cNvSpPr/>
              <p:nvPr/>
            </p:nvSpPr>
            <p:spPr>
              <a:xfrm>
                <a:off x="11031480" y="3384000"/>
                <a:ext cx="448920" cy="727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28080" rIns="90000" bIns="2808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3" name="Oval 62"/>
              <p:cNvSpPr/>
              <p:nvPr/>
            </p:nvSpPr>
            <p:spPr>
              <a:xfrm>
                <a:off x="11024280" y="3296160"/>
                <a:ext cx="453240" cy="14112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4" name="Rectangle 63"/>
              <p:cNvSpPr/>
              <p:nvPr/>
            </p:nvSpPr>
            <p:spPr>
              <a:xfrm>
                <a:off x="11134440" y="3337920"/>
                <a:ext cx="204120" cy="15624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5" name="Text Box 64"/>
              <p:cNvSpPr/>
              <p:nvPr/>
            </p:nvSpPr>
            <p:spPr>
              <a:xfrm>
                <a:off x="11086560" y="3205440"/>
                <a:ext cx="30816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016" name="Line 65"/>
            <p:cNvSpPr/>
            <p:nvPr/>
          </p:nvSpPr>
          <p:spPr>
            <a:xfrm>
              <a:off x="10492200" y="3424320"/>
              <a:ext cx="51012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7" name="Text Box 66"/>
            <p:cNvSpPr/>
            <p:nvPr/>
          </p:nvSpPr>
          <p:spPr>
            <a:xfrm>
              <a:off x="10589400" y="34243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8" name="Line 67"/>
            <p:cNvSpPr/>
            <p:nvPr/>
          </p:nvSpPr>
          <p:spPr>
            <a:xfrm>
              <a:off x="8844120" y="1697400"/>
              <a:ext cx="1398960" cy="16956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9" name="Text Box 68"/>
            <p:cNvSpPr/>
            <p:nvPr/>
          </p:nvSpPr>
          <p:spPr>
            <a:xfrm>
              <a:off x="9449640" y="22233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7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0" name="Freeform 69"/>
            <p:cNvSpPr/>
            <p:nvPr/>
          </p:nvSpPr>
          <p:spPr>
            <a:xfrm>
              <a:off x="8823960" y="1676520"/>
              <a:ext cx="40320" cy="205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20520"/>
                <a:gd name="textAreaBottom" fmla="*/ 20880 h 20520"/>
                <a:gd name="GluePoint1X" fmla="*/ 0 w 28"/>
                <a:gd name="GluePoint1Y" fmla="*/ 14 h 14"/>
                <a:gd name="GluePoint2X" fmla="*/ 28 w 28"/>
                <a:gd name="GluePoint2Y" fmla="*/ 0 h 14"/>
                <a:gd name="GluePoint3X" fmla="*/ 0 w 28"/>
                <a:gd name="GluePoint3Y" fmla="*/ 14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4120" rIns="90000" bIns="-24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1" name="Freeform 70"/>
            <p:cNvSpPr/>
            <p:nvPr/>
          </p:nvSpPr>
          <p:spPr>
            <a:xfrm>
              <a:off x="9018360" y="1710720"/>
              <a:ext cx="2188440" cy="1567080"/>
            </a:xfrm>
            <a:custGeom>
              <a:avLst/>
              <a:gdLst>
                <a:gd name="textAreaLeft" fmla="*/ 0 w 2188440"/>
                <a:gd name="textAreaRight" fmla="*/ 2188800 w 2188440"/>
                <a:gd name="textAreaTop" fmla="*/ 0 h 1567080"/>
                <a:gd name="textAreaBottom" fmla="*/ 1567440 h 1567080"/>
                <a:gd name="GluePoint1X" fmla="*/ 0 w 1510"/>
                <a:gd name="GluePoint1Y" fmla="*/ 5 h 1052"/>
                <a:gd name="GluePoint2X" fmla="*/ 1102 w 1510"/>
                <a:gd name="GluePoint2Y" fmla="*/ 174 h 1052"/>
                <a:gd name="GluePoint3X" fmla="*/ 1510 w 1510"/>
                <a:gd name="GluePoint3Y" fmla="*/ 1052 h 10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2" name="Text Box 71"/>
            <p:cNvSpPr/>
            <p:nvPr/>
          </p:nvSpPr>
          <p:spPr>
            <a:xfrm>
              <a:off x="10551960" y="17244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9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23" name="Text Box 73"/>
          <p:cNvSpPr/>
          <p:nvPr/>
        </p:nvSpPr>
        <p:spPr>
          <a:xfrm>
            <a:off x="603000" y="1792440"/>
            <a:ext cx="8078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4" name="Text Box 74"/>
          <p:cNvSpPr/>
          <p:nvPr/>
        </p:nvSpPr>
        <p:spPr>
          <a:xfrm>
            <a:off x="1668960" y="1793520"/>
            <a:ext cx="45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5" name="Text Box 75"/>
          <p:cNvSpPr/>
          <p:nvPr/>
        </p:nvSpPr>
        <p:spPr>
          <a:xfrm>
            <a:off x="2384280" y="1644840"/>
            <a:ext cx="620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</a:t>
            </a: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v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),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p(v)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6" name="Text Box 76"/>
          <p:cNvSpPr/>
          <p:nvPr/>
        </p:nvSpPr>
        <p:spPr>
          <a:xfrm>
            <a:off x="789840" y="228024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7" name="Text Box 77"/>
          <p:cNvSpPr/>
          <p:nvPr/>
        </p:nvSpPr>
        <p:spPr>
          <a:xfrm>
            <a:off x="775080" y="271548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8" name="Text Box 78"/>
          <p:cNvSpPr/>
          <p:nvPr/>
        </p:nvSpPr>
        <p:spPr>
          <a:xfrm>
            <a:off x="772560" y="319392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9" name="Text Box 79"/>
          <p:cNvSpPr/>
          <p:nvPr/>
        </p:nvSpPr>
        <p:spPr>
          <a:xfrm>
            <a:off x="770400" y="362196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0" name="Text Box 80"/>
          <p:cNvSpPr/>
          <p:nvPr/>
        </p:nvSpPr>
        <p:spPr>
          <a:xfrm>
            <a:off x="766800" y="411012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1" name="Text Box 81"/>
          <p:cNvSpPr/>
          <p:nvPr/>
        </p:nvSpPr>
        <p:spPr>
          <a:xfrm>
            <a:off x="765360" y="455112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2" name="Text Box 82"/>
          <p:cNvSpPr/>
          <p:nvPr/>
        </p:nvSpPr>
        <p:spPr>
          <a:xfrm>
            <a:off x="3218760" y="1647000"/>
            <a:ext cx="665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</a:t>
            </a: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),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p(w)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3" name="Text Box 83"/>
          <p:cNvSpPr/>
          <p:nvPr/>
        </p:nvSpPr>
        <p:spPr>
          <a:xfrm>
            <a:off x="4109040" y="1647000"/>
            <a:ext cx="620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</a:t>
            </a: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),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p(x)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4" name="Text Box 84"/>
          <p:cNvSpPr/>
          <p:nvPr/>
        </p:nvSpPr>
        <p:spPr>
          <a:xfrm>
            <a:off x="4944600" y="1652760"/>
            <a:ext cx="620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</a:t>
            </a: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),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p(y)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5" name="Text Box 85"/>
          <p:cNvSpPr/>
          <p:nvPr/>
        </p:nvSpPr>
        <p:spPr>
          <a:xfrm>
            <a:off x="5776560" y="1652040"/>
            <a:ext cx="620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</a:t>
            </a: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),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p(z)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6" name="Line 87"/>
          <p:cNvSpPr/>
          <p:nvPr/>
        </p:nvSpPr>
        <p:spPr>
          <a:xfrm>
            <a:off x="939240" y="2690280"/>
            <a:ext cx="5150160" cy="360"/>
          </a:xfrm>
          <a:prstGeom prst="line">
            <a:avLst/>
          </a:prstGeom>
          <a:ln w="12700">
            <a:solidFill>
              <a:srgbClr val="FFFFFF">
                <a:lumMod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7" name="Text Box 88"/>
          <p:cNvSpPr/>
          <p:nvPr/>
        </p:nvSpPr>
        <p:spPr>
          <a:xfrm>
            <a:off x="1771200" y="2270520"/>
            <a:ext cx="32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8" name="Line 89"/>
          <p:cNvSpPr/>
          <p:nvPr/>
        </p:nvSpPr>
        <p:spPr>
          <a:xfrm>
            <a:off x="871200" y="3151080"/>
            <a:ext cx="5224680" cy="360"/>
          </a:xfrm>
          <a:prstGeom prst="line">
            <a:avLst/>
          </a:prstGeom>
          <a:ln w="12700">
            <a:solidFill>
              <a:srgbClr val="FFFFFF">
                <a:lumMod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9" name="Line 90"/>
          <p:cNvSpPr/>
          <p:nvPr/>
        </p:nvSpPr>
        <p:spPr>
          <a:xfrm>
            <a:off x="871200" y="3618720"/>
            <a:ext cx="5224680" cy="360"/>
          </a:xfrm>
          <a:prstGeom prst="line">
            <a:avLst/>
          </a:prstGeom>
          <a:ln w="12700">
            <a:solidFill>
              <a:srgbClr val="FFFFFF">
                <a:lumMod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0" name="Line 91"/>
          <p:cNvSpPr/>
          <p:nvPr/>
        </p:nvSpPr>
        <p:spPr>
          <a:xfrm>
            <a:off x="818280" y="4550760"/>
            <a:ext cx="5277600" cy="360"/>
          </a:xfrm>
          <a:prstGeom prst="line">
            <a:avLst/>
          </a:prstGeom>
          <a:ln w="12700">
            <a:solidFill>
              <a:srgbClr val="FFFFFF">
                <a:lumMod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1" name="Line 92"/>
          <p:cNvSpPr/>
          <p:nvPr/>
        </p:nvSpPr>
        <p:spPr>
          <a:xfrm>
            <a:off x="866520" y="4074840"/>
            <a:ext cx="5229360" cy="360"/>
          </a:xfrm>
          <a:prstGeom prst="line">
            <a:avLst/>
          </a:prstGeom>
          <a:ln w="12700">
            <a:solidFill>
              <a:srgbClr val="FFFFFF">
                <a:lumMod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2" name="Line 93"/>
          <p:cNvSpPr/>
          <p:nvPr/>
        </p:nvSpPr>
        <p:spPr>
          <a:xfrm>
            <a:off x="865800" y="5009760"/>
            <a:ext cx="5230080" cy="360"/>
          </a:xfrm>
          <a:prstGeom prst="line">
            <a:avLst/>
          </a:prstGeom>
          <a:ln w="12700">
            <a:solidFill>
              <a:srgbClr val="FFFFFF">
                <a:lumMod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43" name="Group 94"/>
          <p:cNvGrpSpPr/>
          <p:nvPr/>
        </p:nvGrpSpPr>
        <p:grpSpPr>
          <a:xfrm>
            <a:off x="2404800" y="2268720"/>
            <a:ext cx="3931920" cy="405000"/>
            <a:chOff x="2404800" y="2268720"/>
            <a:chExt cx="3931920" cy="405000"/>
          </a:xfrm>
        </p:grpSpPr>
        <p:sp>
          <p:nvSpPr>
            <p:cNvPr id="3044" name="Text Box 95"/>
            <p:cNvSpPr/>
            <p:nvPr/>
          </p:nvSpPr>
          <p:spPr>
            <a:xfrm>
              <a:off x="5908320" y="2268720"/>
              <a:ext cx="4284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5" name="Text Box 96"/>
            <p:cNvSpPr/>
            <p:nvPr/>
          </p:nvSpPr>
          <p:spPr>
            <a:xfrm>
              <a:off x="5082840" y="2278440"/>
              <a:ext cx="4284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6" name="Text Box 97"/>
            <p:cNvSpPr/>
            <p:nvPr/>
          </p:nvSpPr>
          <p:spPr>
            <a:xfrm>
              <a:off x="2404800" y="22719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7,u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7" name="Text Box 98"/>
            <p:cNvSpPr/>
            <p:nvPr/>
          </p:nvSpPr>
          <p:spPr>
            <a:xfrm>
              <a:off x="3239640" y="227664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8" name="Text Box 99"/>
            <p:cNvSpPr/>
            <p:nvPr/>
          </p:nvSpPr>
          <p:spPr>
            <a:xfrm>
              <a:off x="4116240" y="2271960"/>
              <a:ext cx="534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49" name="Text Box 100"/>
          <p:cNvSpPr/>
          <p:nvPr/>
        </p:nvSpPr>
        <p:spPr>
          <a:xfrm>
            <a:off x="1602360" y="2721600"/>
            <a:ext cx="5061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50" name="Group 101"/>
          <p:cNvGrpSpPr/>
          <p:nvPr/>
        </p:nvGrpSpPr>
        <p:grpSpPr>
          <a:xfrm>
            <a:off x="2416680" y="2707920"/>
            <a:ext cx="3926520" cy="416880"/>
            <a:chOff x="2416680" y="2707920"/>
            <a:chExt cx="3926520" cy="416880"/>
          </a:xfrm>
        </p:grpSpPr>
        <p:sp>
          <p:nvSpPr>
            <p:cNvPr id="3051" name="Text Box 102"/>
            <p:cNvSpPr/>
            <p:nvPr/>
          </p:nvSpPr>
          <p:spPr>
            <a:xfrm>
              <a:off x="5914800" y="2707920"/>
              <a:ext cx="4284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2" name="Text Box 103"/>
            <p:cNvSpPr/>
            <p:nvPr/>
          </p:nvSpPr>
          <p:spPr>
            <a:xfrm>
              <a:off x="4908960" y="2723760"/>
              <a:ext cx="73872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11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,w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3" name="Text Box 104"/>
            <p:cNvSpPr/>
            <p:nvPr/>
          </p:nvSpPr>
          <p:spPr>
            <a:xfrm>
              <a:off x="2416680" y="2728440"/>
              <a:ext cx="57672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6,w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4" name="Text Box 105"/>
            <p:cNvSpPr/>
            <p:nvPr/>
          </p:nvSpPr>
          <p:spPr>
            <a:xfrm>
              <a:off x="3455640" y="2725200"/>
              <a:ext cx="18396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5" name="Text Box 106"/>
            <p:cNvSpPr/>
            <p:nvPr/>
          </p:nvSpPr>
          <p:spPr>
            <a:xfrm>
              <a:off x="4111560" y="2721960"/>
              <a:ext cx="53928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56" name="Group 107"/>
          <p:cNvGrpSpPr/>
          <p:nvPr/>
        </p:nvGrpSpPr>
        <p:grpSpPr>
          <a:xfrm>
            <a:off x="2405520" y="3156120"/>
            <a:ext cx="3997800" cy="412560"/>
            <a:chOff x="2405520" y="3156120"/>
            <a:chExt cx="3997800" cy="412560"/>
          </a:xfrm>
        </p:grpSpPr>
        <p:sp>
          <p:nvSpPr>
            <p:cNvPr id="3057" name="Text Box 108"/>
            <p:cNvSpPr/>
            <p:nvPr/>
          </p:nvSpPr>
          <p:spPr>
            <a:xfrm>
              <a:off x="5699880" y="3161160"/>
              <a:ext cx="7034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14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,x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8" name="Text Box 109"/>
            <p:cNvSpPr/>
            <p:nvPr/>
          </p:nvSpPr>
          <p:spPr>
            <a:xfrm>
              <a:off x="4895640" y="3156120"/>
              <a:ext cx="7362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11,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w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9" name="Text Box 110"/>
            <p:cNvSpPr/>
            <p:nvPr/>
          </p:nvSpPr>
          <p:spPr>
            <a:xfrm>
              <a:off x="2405520" y="3170520"/>
              <a:ext cx="57672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6,w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0" name="Text Box 111"/>
            <p:cNvSpPr/>
            <p:nvPr/>
          </p:nvSpPr>
          <p:spPr>
            <a:xfrm>
              <a:off x="3444480" y="3167280"/>
              <a:ext cx="18396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1" name="Text Box 112"/>
            <p:cNvSpPr/>
            <p:nvPr/>
          </p:nvSpPr>
          <p:spPr>
            <a:xfrm>
              <a:off x="4084200" y="3169080"/>
              <a:ext cx="18396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62" name="Oval 113"/>
          <p:cNvSpPr/>
          <p:nvPr/>
        </p:nvSpPr>
        <p:spPr>
          <a:xfrm>
            <a:off x="3192480" y="2263680"/>
            <a:ext cx="660960" cy="40608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63" name="Oval 114"/>
          <p:cNvSpPr/>
          <p:nvPr/>
        </p:nvSpPr>
        <p:spPr>
          <a:xfrm>
            <a:off x="4050000" y="2719440"/>
            <a:ext cx="679320" cy="4064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64" name="Text Box 115"/>
          <p:cNvSpPr/>
          <p:nvPr/>
        </p:nvSpPr>
        <p:spPr>
          <a:xfrm>
            <a:off x="1487160" y="3195000"/>
            <a:ext cx="6332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uwx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5" name="Oval 116"/>
          <p:cNvSpPr/>
          <p:nvPr/>
        </p:nvSpPr>
        <p:spPr>
          <a:xfrm>
            <a:off x="2374200" y="3175200"/>
            <a:ext cx="665640" cy="42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66" name="Text Box 117"/>
          <p:cNvSpPr/>
          <p:nvPr/>
        </p:nvSpPr>
        <p:spPr>
          <a:xfrm>
            <a:off x="1373760" y="3653640"/>
            <a:ext cx="7621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uwxv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67" name="Group 118"/>
          <p:cNvGrpSpPr/>
          <p:nvPr/>
        </p:nvGrpSpPr>
        <p:grpSpPr>
          <a:xfrm>
            <a:off x="4879800" y="3639960"/>
            <a:ext cx="1537920" cy="395280"/>
            <a:chOff x="4879800" y="3639960"/>
            <a:chExt cx="1537920" cy="395280"/>
          </a:xfrm>
        </p:grpSpPr>
        <p:sp>
          <p:nvSpPr>
            <p:cNvPr id="3068" name="Text Box 119"/>
            <p:cNvSpPr/>
            <p:nvPr/>
          </p:nvSpPr>
          <p:spPr>
            <a:xfrm>
              <a:off x="5714280" y="3639960"/>
              <a:ext cx="7034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14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,x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9" name="Text Box 120"/>
            <p:cNvSpPr/>
            <p:nvPr/>
          </p:nvSpPr>
          <p:spPr>
            <a:xfrm>
              <a:off x="4879800" y="3639960"/>
              <a:ext cx="696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10,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v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70" name="Oval 121"/>
          <p:cNvSpPr/>
          <p:nvPr/>
        </p:nvSpPr>
        <p:spPr>
          <a:xfrm>
            <a:off x="4848120" y="3651840"/>
            <a:ext cx="676080" cy="39312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71" name="Text Box 122"/>
          <p:cNvSpPr/>
          <p:nvPr/>
        </p:nvSpPr>
        <p:spPr>
          <a:xfrm>
            <a:off x="1305360" y="4107240"/>
            <a:ext cx="8877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uwxvy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2" name="Text Box 123"/>
          <p:cNvSpPr/>
          <p:nvPr/>
        </p:nvSpPr>
        <p:spPr>
          <a:xfrm>
            <a:off x="5621400" y="4095720"/>
            <a:ext cx="707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,y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3" name="Oval 124"/>
          <p:cNvSpPr/>
          <p:nvPr/>
        </p:nvSpPr>
        <p:spPr>
          <a:xfrm>
            <a:off x="5669280" y="4130280"/>
            <a:ext cx="707400" cy="388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74" name="Rectangle 125"/>
          <p:cNvSpPr/>
          <p:nvPr/>
        </p:nvSpPr>
        <p:spPr>
          <a:xfrm>
            <a:off x="1229760" y="5251680"/>
            <a:ext cx="8910360" cy="14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notes: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construct least-cost-path tree by tracing predecessor nodes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ties can exist (can be broken arbitrarily)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5" name="Line 126"/>
          <p:cNvSpPr/>
          <p:nvPr/>
        </p:nvSpPr>
        <p:spPr>
          <a:xfrm>
            <a:off x="10477800" y="3471840"/>
            <a:ext cx="590400" cy="360"/>
          </a:xfrm>
          <a:prstGeom prst="line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6" name="Line 127"/>
          <p:cNvSpPr/>
          <p:nvPr/>
        </p:nvSpPr>
        <p:spPr>
          <a:xfrm flipV="1">
            <a:off x="8821080" y="3483360"/>
            <a:ext cx="1463400" cy="1204920"/>
          </a:xfrm>
          <a:prstGeom prst="line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7" name="Line 128"/>
          <p:cNvSpPr/>
          <p:nvPr/>
        </p:nvSpPr>
        <p:spPr>
          <a:xfrm>
            <a:off x="8718840" y="3539520"/>
            <a:ext cx="9360" cy="1047960"/>
          </a:xfrm>
          <a:prstGeom prst="line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8" name="Line 129"/>
          <p:cNvSpPr/>
          <p:nvPr/>
        </p:nvSpPr>
        <p:spPr>
          <a:xfrm flipV="1">
            <a:off x="7577640" y="1754640"/>
            <a:ext cx="1012680" cy="1628640"/>
          </a:xfrm>
          <a:prstGeom prst="line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9" name="Line 130"/>
          <p:cNvSpPr/>
          <p:nvPr/>
        </p:nvSpPr>
        <p:spPr>
          <a:xfrm>
            <a:off x="7693200" y="3474720"/>
            <a:ext cx="944640" cy="360"/>
          </a:xfrm>
          <a:prstGeom prst="line">
            <a:avLst/>
          </a:prstGeom>
          <a:ln w="381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0" name="Text Box 131"/>
          <p:cNvSpPr/>
          <p:nvPr/>
        </p:nvSpPr>
        <p:spPr>
          <a:xfrm>
            <a:off x="1149840" y="4584960"/>
            <a:ext cx="1015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uwxvyz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81" name="Straight Connector 6"/>
          <p:cNvCxnSpPr/>
          <p:nvPr/>
        </p:nvCxnSpPr>
        <p:spPr>
          <a:xfrm>
            <a:off x="667800" y="2233800"/>
            <a:ext cx="5645520" cy="360"/>
          </a:xfrm>
          <a:prstGeom prst="straightConnector1">
            <a:avLst/>
          </a:prstGeom>
          <a:ln w="25400">
            <a:solidFill>
              <a:srgbClr val="0000A8"/>
            </a:solidFill>
          </a:ln>
        </p:spPr>
      </p:cxnSp>
      <p:sp>
        <p:nvSpPr>
          <p:cNvPr id="3082" name="TextBox 511"/>
          <p:cNvSpPr/>
          <p:nvPr/>
        </p:nvSpPr>
        <p:spPr>
          <a:xfrm>
            <a:off x="2529360" y="1384200"/>
            <a:ext cx="370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3" name="TextBox 408"/>
          <p:cNvSpPr/>
          <p:nvPr/>
        </p:nvSpPr>
        <p:spPr>
          <a:xfrm>
            <a:off x="3373920" y="1382400"/>
            <a:ext cx="370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4" name="TextBox 409"/>
          <p:cNvSpPr/>
          <p:nvPr/>
        </p:nvSpPr>
        <p:spPr>
          <a:xfrm>
            <a:off x="4255200" y="1380240"/>
            <a:ext cx="370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5" name="TextBox 410"/>
          <p:cNvSpPr/>
          <p:nvPr/>
        </p:nvSpPr>
        <p:spPr>
          <a:xfrm>
            <a:off x="5099760" y="1378080"/>
            <a:ext cx="370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6" name="TextBox 411"/>
          <p:cNvSpPr/>
          <p:nvPr/>
        </p:nvSpPr>
        <p:spPr>
          <a:xfrm>
            <a:off x="5968800" y="1376280"/>
            <a:ext cx="370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87" name="Group 518"/>
          <p:cNvGrpSpPr/>
          <p:nvPr/>
        </p:nvGrpSpPr>
        <p:grpSpPr>
          <a:xfrm>
            <a:off x="1771200" y="1428120"/>
            <a:ext cx="1923120" cy="1652400"/>
            <a:chOff x="1771200" y="1428120"/>
            <a:chExt cx="1923120" cy="1652400"/>
          </a:xfrm>
        </p:grpSpPr>
        <p:sp>
          <p:nvSpPr>
            <p:cNvPr id="3088" name="Oval 512"/>
            <p:cNvSpPr/>
            <p:nvPr/>
          </p:nvSpPr>
          <p:spPr>
            <a:xfrm>
              <a:off x="3379680" y="142812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3089" name="Straight Arrow Connector 514"/>
            <p:cNvCxnSpPr/>
            <p:nvPr/>
          </p:nvCxnSpPr>
          <p:spPr>
            <a:xfrm flipH="1">
              <a:off x="2007720" y="1686600"/>
              <a:ext cx="1415160" cy="114336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3090" name="Oval 423"/>
            <p:cNvSpPr/>
            <p:nvPr/>
          </p:nvSpPr>
          <p:spPr>
            <a:xfrm>
              <a:off x="1771200" y="278532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091" name="Group 419"/>
          <p:cNvGrpSpPr/>
          <p:nvPr/>
        </p:nvGrpSpPr>
        <p:grpSpPr>
          <a:xfrm>
            <a:off x="1812240" y="1419840"/>
            <a:ext cx="2738880" cy="2146680"/>
            <a:chOff x="1812240" y="1419840"/>
            <a:chExt cx="2738880" cy="2146680"/>
          </a:xfrm>
        </p:grpSpPr>
        <p:sp>
          <p:nvSpPr>
            <p:cNvPr id="3092" name="Oval 420"/>
            <p:cNvSpPr/>
            <p:nvPr/>
          </p:nvSpPr>
          <p:spPr>
            <a:xfrm>
              <a:off x="4236480" y="141984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3093" name="Straight Arrow Connector 421"/>
            <p:cNvCxnSpPr>
              <a:endCxn id="3094" idx="7"/>
            </p:cNvCxnSpPr>
            <p:nvPr/>
          </p:nvCxnSpPr>
          <p:spPr>
            <a:xfrm flipH="1">
              <a:off x="2080800" y="1678320"/>
              <a:ext cx="2198880" cy="163656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3094" name="Oval 425"/>
            <p:cNvSpPr/>
            <p:nvPr/>
          </p:nvSpPr>
          <p:spPr>
            <a:xfrm>
              <a:off x="1812240" y="327132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095" name="Group 427"/>
          <p:cNvGrpSpPr/>
          <p:nvPr/>
        </p:nvGrpSpPr>
        <p:grpSpPr>
          <a:xfrm>
            <a:off x="1853640" y="1418040"/>
            <a:ext cx="990000" cy="2597400"/>
            <a:chOff x="1853640" y="1418040"/>
            <a:chExt cx="990000" cy="2597400"/>
          </a:xfrm>
        </p:grpSpPr>
        <p:sp>
          <p:nvSpPr>
            <p:cNvPr id="3096" name="Oval 428"/>
            <p:cNvSpPr/>
            <p:nvPr/>
          </p:nvSpPr>
          <p:spPr>
            <a:xfrm>
              <a:off x="2529000" y="141804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3097" name="Straight Arrow Connector 429"/>
            <p:cNvCxnSpPr>
              <a:stCxn id="3096" idx="4"/>
              <a:endCxn id="3098" idx="0"/>
            </p:cNvCxnSpPr>
            <p:nvPr/>
          </p:nvCxnSpPr>
          <p:spPr>
            <a:xfrm flipH="1">
              <a:off x="2010960" y="1713240"/>
              <a:ext cx="675720" cy="200736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3098" name="Oval 430"/>
            <p:cNvSpPr/>
            <p:nvPr/>
          </p:nvSpPr>
          <p:spPr>
            <a:xfrm>
              <a:off x="1853640" y="372024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099" name="Group 433"/>
          <p:cNvGrpSpPr/>
          <p:nvPr/>
        </p:nvGrpSpPr>
        <p:grpSpPr>
          <a:xfrm>
            <a:off x="1915200" y="1436400"/>
            <a:ext cx="3480120" cy="3048840"/>
            <a:chOff x="1915200" y="1436400"/>
            <a:chExt cx="3480120" cy="3048840"/>
          </a:xfrm>
        </p:grpSpPr>
        <p:sp>
          <p:nvSpPr>
            <p:cNvPr id="3100" name="Oval 434"/>
            <p:cNvSpPr/>
            <p:nvPr/>
          </p:nvSpPr>
          <p:spPr>
            <a:xfrm>
              <a:off x="5080680" y="143640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3101" name="Straight Arrow Connector 435"/>
            <p:cNvCxnSpPr>
              <a:stCxn id="3100" idx="3"/>
              <a:endCxn id="3102" idx="7"/>
            </p:cNvCxnSpPr>
            <p:nvPr/>
          </p:nvCxnSpPr>
          <p:spPr>
            <a:xfrm flipH="1">
              <a:off x="2183760" y="1688400"/>
              <a:ext cx="2943360" cy="25452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3102" name="Oval 436"/>
            <p:cNvSpPr/>
            <p:nvPr/>
          </p:nvSpPr>
          <p:spPr>
            <a:xfrm>
              <a:off x="1915200" y="419004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103" name="Group 438"/>
          <p:cNvGrpSpPr/>
          <p:nvPr/>
        </p:nvGrpSpPr>
        <p:grpSpPr>
          <a:xfrm>
            <a:off x="1839240" y="1422000"/>
            <a:ext cx="4419000" cy="3537000"/>
            <a:chOff x="1839240" y="1422000"/>
            <a:chExt cx="4419000" cy="3537000"/>
          </a:xfrm>
        </p:grpSpPr>
        <p:sp>
          <p:nvSpPr>
            <p:cNvPr id="3104" name="Oval 439"/>
            <p:cNvSpPr/>
            <p:nvPr/>
          </p:nvSpPr>
          <p:spPr>
            <a:xfrm>
              <a:off x="5943600" y="142200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3105" name="Straight Arrow Connector 440"/>
            <p:cNvCxnSpPr>
              <a:stCxn id="3104" idx="3"/>
              <a:endCxn id="3106" idx="7"/>
            </p:cNvCxnSpPr>
            <p:nvPr/>
          </p:nvCxnSpPr>
          <p:spPr>
            <a:xfrm flipH="1">
              <a:off x="2107800" y="1674000"/>
              <a:ext cx="3882240" cy="303336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len="med" type="triangle" w="med"/>
            </a:ln>
          </p:spPr>
        </p:cxnSp>
        <p:sp>
          <p:nvSpPr>
            <p:cNvPr id="3106" name="Oval 441"/>
            <p:cNvSpPr/>
            <p:nvPr/>
          </p:nvSpPr>
          <p:spPr>
            <a:xfrm>
              <a:off x="1839240" y="4663800"/>
              <a:ext cx="314640" cy="2952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616" dur="indefinite" restart="never" nodeType="tmRoot">
          <p:childTnLst>
            <p:seq>
              <p:cTn id="617" dur="indefinite" nodeType="mainSeq">
                <p:childTnLst>
                  <p:par>
                    <p:cTn id="618" fill="hold">
                      <p:stCondLst>
                        <p:cond delay="indefinite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22" dur="1000"/>
                                        <p:tgtEl>
                                          <p:spTgt spid="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27" dur="500"/>
                                        <p:tgtEl>
                                          <p:spTgt spid="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8" fill="hold">
                            <p:stCondLst>
                              <p:cond delay="500"/>
                            </p:stCondLst>
                            <p:childTnLst>
                              <p:par>
                                <p:cTn id="629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31" dur="10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3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35" dur="500"/>
                                        <p:tgtEl>
                                          <p:spTgt spid="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6" fill="hold">
                            <p:stCondLst>
                              <p:cond delay="2000"/>
                            </p:stCondLst>
                            <p:childTnLst>
                              <p:par>
                                <p:cTn id="637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39" dur="1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>
                      <p:stCondLst>
                        <p:cond delay="indefinite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par>
                                <p:cTn id="64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44" dur="1000"/>
                                        <p:tgtEl>
                                          <p:spTgt spid="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5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646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52" dur="500"/>
                                        <p:tgtEl>
                                          <p:spTgt spid="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3" fill="hold">
                            <p:stCondLst>
                              <p:cond delay="500"/>
                            </p:stCondLst>
                            <p:childTnLst>
                              <p:par>
                                <p:cTn id="654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56" dur="10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7" fill="hold">
                            <p:stCondLst>
                              <p:cond delay="1500"/>
                            </p:stCondLst>
                            <p:childTnLst>
                              <p:par>
                                <p:cTn id="658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60" dur="500"/>
                                        <p:tgtEl>
                                          <p:spTgt spid="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62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64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5" fill="hold">
                      <p:stCondLst>
                        <p:cond delay="indefinite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69" dur="1000"/>
                                        <p:tgtEl>
                                          <p:spTgt spid="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671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77" dur="5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8" fill="hold">
                            <p:stCondLst>
                              <p:cond delay="500"/>
                            </p:stCondLst>
                            <p:childTnLst>
                              <p:par>
                                <p:cTn id="679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81" dur="10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2" fill="hold">
                            <p:stCondLst>
                              <p:cond delay="1500"/>
                            </p:stCondLst>
                            <p:childTnLst>
                              <p:par>
                                <p:cTn id="683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85" dur="500"/>
                                        <p:tgtEl>
                                          <p:spTgt spid="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6" fill="hold">
                            <p:stCondLst>
                              <p:cond delay="2000"/>
                            </p:stCondLst>
                            <p:childTnLst>
                              <p:par>
                                <p:cTn id="687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89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94" dur="1000"/>
                                        <p:tgtEl>
                                          <p:spTgt spid="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5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696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8" fill="hold">
                      <p:stCondLst>
                        <p:cond delay="indefinite"/>
                      </p:stCondLst>
                      <p:childTnLst>
                        <p:par>
                          <p:cTn id="699" fill="hold">
                            <p:stCondLst>
                              <p:cond delay="0"/>
                            </p:stCondLst>
                            <p:childTnLst>
                              <p:par>
                                <p:cTn id="70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02" dur="5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3" fill="hold">
                            <p:stCondLst>
                              <p:cond delay="500"/>
                            </p:stCondLst>
                            <p:childTnLst>
                              <p:par>
                                <p:cTn id="704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06" dur="10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7" fill="hold">
                            <p:stCondLst>
                              <p:cond delay="1500"/>
                            </p:stCondLst>
                            <p:childTnLst>
                              <p:par>
                                <p:cTn id="708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10" dur="5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1" fill="hold">
                            <p:stCondLst>
                              <p:cond delay="2000"/>
                            </p:stCondLst>
                            <p:childTnLst>
                              <p:par>
                                <p:cTn id="712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14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fill="hold">
                      <p:stCondLst>
                        <p:cond delay="indefinite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19"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0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721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3" fill="hold">
                      <p:stCondLst>
                        <p:cond delay="indefinite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27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8" fill="hold">
                            <p:stCondLst>
                              <p:cond delay="500"/>
                            </p:stCondLst>
                            <p:childTnLst>
                              <p:par>
                                <p:cTn id="729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31" dur="10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3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35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6" fill="hold">
                            <p:stCondLst>
                              <p:cond delay="2000"/>
                            </p:stCondLst>
                            <p:childTnLst>
                              <p:par>
                                <p:cTn id="737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39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0" fill="hold">
                      <p:stCondLst>
                        <p:cond delay="indefinite"/>
                      </p:stCondLst>
                      <p:childTnLst>
                        <p:par>
                          <p:cTn id="741" fill="hold">
                            <p:stCondLst>
                              <p:cond delay="0"/>
                            </p:stCondLst>
                            <p:childTnLst>
                              <p:par>
                                <p:cTn id="74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44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5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746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7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discussion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108" name="PlaceHolder 2"/>
          <p:cNvSpPr>
            <a:spLocks noGrp="1"/>
          </p:cNvSpPr>
          <p:nvPr>
            <p:ph type="sldNum" idx="2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0E5500FE-08DB-40EA-A6BB-9636F93D1E51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13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9" name="Rectangle 3"/>
          <p:cNvSpPr/>
          <p:nvPr/>
        </p:nvSpPr>
        <p:spPr>
          <a:xfrm>
            <a:off x="739440" y="1447920"/>
            <a:ext cx="8709120" cy="19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algorithm complexity: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nodes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of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iteration: need to check all nodes,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not in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+1)/2 comparisons: O(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i="1" u="none" strike="noStrike" baseline="30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complexity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more efficient implementations possible: O(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0" name="Rectangle 3"/>
          <p:cNvSpPr/>
          <p:nvPr/>
        </p:nvSpPr>
        <p:spPr>
          <a:xfrm>
            <a:off x="729360" y="3378240"/>
            <a:ext cx="1131012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message complexity: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router must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broadcast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its link state information to other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routers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efficient (and interesting!) broadcast algorithms: O(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link crossings to disseminate a broadcast message from one source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router’s message crosses O(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links: overall message complexity: O(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i="1" u="none" strike="noStrike" baseline="30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748" dur="indefinite" restart="never" nodeType="tmRoot">
          <p:childTnLst>
            <p:seq>
              <p:cTn id="749" dur="indefinite" nodeType="mainSeq">
                <p:childTnLst>
                  <p:par>
                    <p:cTn id="750" fill="hold">
                      <p:stCondLst>
                        <p:cond delay="indefinite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54" dur="5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"/>
              </a:rPr>
              <a:t>Dijkstra’s algorithm: oscillations possible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112" name="PlaceHolder 2"/>
          <p:cNvSpPr>
            <a:spLocks noGrp="1"/>
          </p:cNvSpPr>
          <p:nvPr>
            <p:ph type="sldNum" idx="2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F978BCE1-3271-4248-9A24-187DD01FFF52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29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3" name="Rectangle 3"/>
          <p:cNvSpPr/>
          <p:nvPr/>
        </p:nvSpPr>
        <p:spPr>
          <a:xfrm>
            <a:off x="637920" y="1315800"/>
            <a:ext cx="1079172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marL="401760" indent="-27144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  link costs depend on traffic volume, 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route oscillations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possible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4" name="Freeform 5"/>
          <p:cNvSpPr/>
          <p:nvPr/>
        </p:nvSpPr>
        <p:spPr>
          <a:xfrm>
            <a:off x="435960" y="3502080"/>
            <a:ext cx="1971360" cy="1355400"/>
          </a:xfrm>
          <a:custGeom>
            <a:avLst/>
            <a:gdLst>
              <a:gd name="textAreaLeft" fmla="*/ 0 w 1971360"/>
              <a:gd name="textAreaRight" fmla="*/ 1971720 w 1971360"/>
              <a:gd name="textAreaTop" fmla="*/ 0 h 1355400"/>
              <a:gd name="textAreaBottom" fmla="*/ 1355760 h 1355400"/>
              <a:gd name="GluePoint1X" fmla="*/ 2147483647 w 1242"/>
              <a:gd name="GluePoint1Y" fmla="*/ 2147483647 h 854"/>
              <a:gd name="GluePoint2X" fmla="*/ 2147483647 w 1242"/>
              <a:gd name="GluePoint2Y" fmla="*/ 2147483647 h 854"/>
              <a:gd name="GluePoint3X" fmla="*/ 2147483647 w 1242"/>
              <a:gd name="GluePoint3Y" fmla="*/ 2147483647 h 854"/>
              <a:gd name="GluePoint4X" fmla="*/ 2147483647 w 1242"/>
              <a:gd name="GluePoint4Y" fmla="*/ 2147483647 h 854"/>
              <a:gd name="GluePoint5X" fmla="*/ 2147483647 w 1242"/>
              <a:gd name="GluePoint5Y" fmla="*/ 2147483647 h 854"/>
              <a:gd name="GluePoint6X" fmla="*/ 2147483647 w 1242"/>
              <a:gd name="GluePoint6Y" fmla="*/ 2147483647 h 854"/>
              <a:gd name="GluePoint7X" fmla="*/ 2147483647 w 1242"/>
              <a:gd name="GluePoint7Y" fmla="*/ 2147483647 h 854"/>
              <a:gd name="GluePoint8X" fmla="*/ 2147483647 w 1242"/>
              <a:gd name="GluePoint8Y" fmla="*/ 2147483647 h 854"/>
              <a:gd name="GluePoint9X" fmla="*/ 2147483647 w 1242"/>
              <a:gd name="GluePoint9Y" fmla="*/ 2147483647 h 854"/>
              <a:gd name="GluePoint10X" fmla="*/ 2147483647 w 1242"/>
              <a:gd name="GluePoint10Y" fmla="*/ 2147483647 h 85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242" h="854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15" name="Freeform 6"/>
          <p:cNvSpPr/>
          <p:nvPr/>
        </p:nvSpPr>
        <p:spPr>
          <a:xfrm>
            <a:off x="837720" y="3840120"/>
            <a:ext cx="390240" cy="209160"/>
          </a:xfrm>
          <a:custGeom>
            <a:avLst/>
            <a:gdLst>
              <a:gd name="textAreaLeft" fmla="*/ 0 w 390240"/>
              <a:gd name="textAreaRight" fmla="*/ 390600 w 390240"/>
              <a:gd name="textAreaTop" fmla="*/ 0 h 209160"/>
              <a:gd name="textAreaBottom" fmla="*/ 209520 h 209160"/>
              <a:gd name="GluePoint1X" fmla="*/ 0 w 342"/>
              <a:gd name="GluePoint1Y" fmla="*/ 2147483647 h 186"/>
              <a:gd name="GluePoint2X" fmla="*/ 2147483647 w 342"/>
              <a:gd name="GluePoint2Y" fmla="*/ 0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3116" name="Group 7"/>
          <p:cNvGrpSpPr/>
          <p:nvPr/>
        </p:nvGrpSpPr>
        <p:grpSpPr>
          <a:xfrm>
            <a:off x="1144080" y="3522600"/>
            <a:ext cx="501840" cy="395280"/>
            <a:chOff x="1144080" y="3522600"/>
            <a:chExt cx="501840" cy="395280"/>
          </a:xfrm>
        </p:grpSpPr>
        <p:sp>
          <p:nvSpPr>
            <p:cNvPr id="3117" name="Oval 8"/>
            <p:cNvSpPr/>
            <p:nvPr/>
          </p:nvSpPr>
          <p:spPr>
            <a:xfrm>
              <a:off x="1148760" y="37101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18" name="Line 9"/>
            <p:cNvSpPr/>
            <p:nvPr/>
          </p:nvSpPr>
          <p:spPr>
            <a:xfrm>
              <a:off x="1148400" y="36986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19" name="Line 10"/>
            <p:cNvSpPr/>
            <p:nvPr/>
          </p:nvSpPr>
          <p:spPr>
            <a:xfrm>
              <a:off x="1645560" y="36986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20" name="Rectangle 11"/>
            <p:cNvSpPr/>
            <p:nvPr/>
          </p:nvSpPr>
          <p:spPr>
            <a:xfrm>
              <a:off x="1148760" y="36990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21" name="Oval 12"/>
            <p:cNvSpPr/>
            <p:nvPr/>
          </p:nvSpPr>
          <p:spPr>
            <a:xfrm>
              <a:off x="1144080" y="36050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122" name="Group 13"/>
            <p:cNvGrpSpPr/>
            <p:nvPr/>
          </p:nvGrpSpPr>
          <p:grpSpPr>
            <a:xfrm>
              <a:off x="1218960" y="3522600"/>
              <a:ext cx="322560" cy="395280"/>
              <a:chOff x="1218960" y="3522600"/>
              <a:chExt cx="322560" cy="395280"/>
            </a:xfrm>
          </p:grpSpPr>
          <p:sp>
            <p:nvSpPr>
              <p:cNvPr id="3123" name="Rectangle 14"/>
              <p:cNvSpPr/>
              <p:nvPr/>
            </p:nvSpPr>
            <p:spPr>
              <a:xfrm>
                <a:off x="1260720" y="3625920"/>
                <a:ext cx="2246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24" name="Text Box 15"/>
              <p:cNvSpPr/>
              <p:nvPr/>
            </p:nvSpPr>
            <p:spPr>
              <a:xfrm>
                <a:off x="1218960" y="3522600"/>
                <a:ext cx="3225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a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125" name="Group 16"/>
          <p:cNvGrpSpPr/>
          <p:nvPr/>
        </p:nvGrpSpPr>
        <p:grpSpPr>
          <a:xfrm>
            <a:off x="496080" y="3927600"/>
            <a:ext cx="501840" cy="395280"/>
            <a:chOff x="496080" y="3927600"/>
            <a:chExt cx="501840" cy="395280"/>
          </a:xfrm>
        </p:grpSpPr>
        <p:sp>
          <p:nvSpPr>
            <p:cNvPr id="3126" name="Oval 17"/>
            <p:cNvSpPr/>
            <p:nvPr/>
          </p:nvSpPr>
          <p:spPr>
            <a:xfrm>
              <a:off x="501120" y="41241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27" name="Line 18"/>
            <p:cNvSpPr/>
            <p:nvPr/>
          </p:nvSpPr>
          <p:spPr>
            <a:xfrm>
              <a:off x="500760" y="4113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28" name="Line 19"/>
            <p:cNvSpPr/>
            <p:nvPr/>
          </p:nvSpPr>
          <p:spPr>
            <a:xfrm>
              <a:off x="997560" y="4113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29" name="Rectangle 20"/>
            <p:cNvSpPr/>
            <p:nvPr/>
          </p:nvSpPr>
          <p:spPr>
            <a:xfrm>
              <a:off x="501120" y="4113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30" name="Oval 21"/>
            <p:cNvSpPr/>
            <p:nvPr/>
          </p:nvSpPr>
          <p:spPr>
            <a:xfrm>
              <a:off x="496080" y="40194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131" name="Group 22"/>
            <p:cNvGrpSpPr/>
            <p:nvPr/>
          </p:nvGrpSpPr>
          <p:grpSpPr>
            <a:xfrm>
              <a:off x="590040" y="3927600"/>
              <a:ext cx="336240" cy="395280"/>
              <a:chOff x="590040" y="3927600"/>
              <a:chExt cx="336240" cy="395280"/>
            </a:xfrm>
          </p:grpSpPr>
          <p:sp>
            <p:nvSpPr>
              <p:cNvPr id="3132" name="Rectangle 23"/>
              <p:cNvSpPr/>
              <p:nvPr/>
            </p:nvSpPr>
            <p:spPr>
              <a:xfrm>
                <a:off x="638640" y="4030560"/>
                <a:ext cx="2282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33" name="Text Box 24"/>
              <p:cNvSpPr/>
              <p:nvPr/>
            </p:nvSpPr>
            <p:spPr>
              <a:xfrm>
                <a:off x="590040" y="3927600"/>
                <a:ext cx="3362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d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134" name="Group 25"/>
          <p:cNvGrpSpPr/>
          <p:nvPr/>
        </p:nvGrpSpPr>
        <p:grpSpPr>
          <a:xfrm>
            <a:off x="1131120" y="4389480"/>
            <a:ext cx="500040" cy="395280"/>
            <a:chOff x="1131120" y="4389480"/>
            <a:chExt cx="500040" cy="395280"/>
          </a:xfrm>
        </p:grpSpPr>
        <p:grpSp>
          <p:nvGrpSpPr>
            <p:cNvPr id="3135" name="Group 26"/>
            <p:cNvGrpSpPr/>
            <p:nvPr/>
          </p:nvGrpSpPr>
          <p:grpSpPr>
            <a:xfrm>
              <a:off x="1131120" y="4475160"/>
              <a:ext cx="500040" cy="228240"/>
              <a:chOff x="1131120" y="4475160"/>
              <a:chExt cx="500040" cy="228240"/>
            </a:xfrm>
          </p:grpSpPr>
          <p:sp>
            <p:nvSpPr>
              <p:cNvPr id="3136" name="Oval 27"/>
              <p:cNvSpPr/>
              <p:nvPr/>
            </p:nvSpPr>
            <p:spPr>
              <a:xfrm>
                <a:off x="1131120" y="4575240"/>
                <a:ext cx="49500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37" name="Line 28"/>
              <p:cNvSpPr/>
              <p:nvPr/>
            </p:nvSpPr>
            <p:spPr>
              <a:xfrm>
                <a:off x="1131120" y="45637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38" name="Line 29"/>
              <p:cNvSpPr/>
              <p:nvPr/>
            </p:nvSpPr>
            <p:spPr>
              <a:xfrm>
                <a:off x="1626480" y="45637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39" name="Rectangle 30"/>
              <p:cNvSpPr/>
              <p:nvPr/>
            </p:nvSpPr>
            <p:spPr>
              <a:xfrm>
                <a:off x="1131120" y="4564080"/>
                <a:ext cx="49032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40" name="Oval 31"/>
              <p:cNvSpPr/>
              <p:nvPr/>
            </p:nvSpPr>
            <p:spPr>
              <a:xfrm>
                <a:off x="1136160" y="4475160"/>
                <a:ext cx="49500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141" name="Group 32"/>
            <p:cNvGrpSpPr/>
            <p:nvPr/>
          </p:nvGrpSpPr>
          <p:grpSpPr>
            <a:xfrm>
              <a:off x="1222560" y="4389480"/>
              <a:ext cx="301680" cy="395280"/>
              <a:chOff x="1222560" y="4389480"/>
              <a:chExt cx="301680" cy="395280"/>
            </a:xfrm>
          </p:grpSpPr>
          <p:sp>
            <p:nvSpPr>
              <p:cNvPr id="3142" name="Rectangle 33"/>
              <p:cNvSpPr/>
              <p:nvPr/>
            </p:nvSpPr>
            <p:spPr>
              <a:xfrm>
                <a:off x="1254600" y="4492800"/>
                <a:ext cx="22788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43" name="Text Box 34"/>
              <p:cNvSpPr/>
              <p:nvPr/>
            </p:nvSpPr>
            <p:spPr>
              <a:xfrm>
                <a:off x="1222560" y="4389480"/>
                <a:ext cx="30168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c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144" name="Group 35"/>
          <p:cNvGrpSpPr/>
          <p:nvPr/>
        </p:nvGrpSpPr>
        <p:grpSpPr>
          <a:xfrm>
            <a:off x="1785240" y="3941640"/>
            <a:ext cx="501840" cy="395280"/>
            <a:chOff x="1785240" y="3941640"/>
            <a:chExt cx="501840" cy="395280"/>
          </a:xfrm>
        </p:grpSpPr>
        <p:sp>
          <p:nvSpPr>
            <p:cNvPr id="3145" name="Oval 36"/>
            <p:cNvSpPr/>
            <p:nvPr/>
          </p:nvSpPr>
          <p:spPr>
            <a:xfrm>
              <a:off x="1789920" y="413388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46" name="Line 37"/>
            <p:cNvSpPr/>
            <p:nvPr/>
          </p:nvSpPr>
          <p:spPr>
            <a:xfrm>
              <a:off x="1789920" y="4122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47" name="Line 38"/>
            <p:cNvSpPr/>
            <p:nvPr/>
          </p:nvSpPr>
          <p:spPr>
            <a:xfrm>
              <a:off x="2286720" y="4122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48" name="Rectangle 39"/>
            <p:cNvSpPr/>
            <p:nvPr/>
          </p:nvSpPr>
          <p:spPr>
            <a:xfrm>
              <a:off x="1789920" y="412272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49" name="Oval 40"/>
            <p:cNvSpPr/>
            <p:nvPr/>
          </p:nvSpPr>
          <p:spPr>
            <a:xfrm>
              <a:off x="1785240" y="402912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150" name="Group 41"/>
            <p:cNvGrpSpPr/>
            <p:nvPr/>
          </p:nvGrpSpPr>
          <p:grpSpPr>
            <a:xfrm>
              <a:off x="1874160" y="3941640"/>
              <a:ext cx="336240" cy="395280"/>
              <a:chOff x="1874160" y="3941640"/>
              <a:chExt cx="336240" cy="395280"/>
            </a:xfrm>
          </p:grpSpPr>
          <p:sp>
            <p:nvSpPr>
              <p:cNvPr id="3151" name="Rectangle 42"/>
              <p:cNvSpPr/>
              <p:nvPr/>
            </p:nvSpPr>
            <p:spPr>
              <a:xfrm>
                <a:off x="1922760" y="404496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52" name="Text Box 43"/>
              <p:cNvSpPr/>
              <p:nvPr/>
            </p:nvSpPr>
            <p:spPr>
              <a:xfrm>
                <a:off x="1874160" y="3941640"/>
                <a:ext cx="3362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b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153" name="Text Box 44"/>
          <p:cNvSpPr/>
          <p:nvPr/>
        </p:nvSpPr>
        <p:spPr>
          <a:xfrm>
            <a:off x="839160" y="3693960"/>
            <a:ext cx="282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4" name="Freeform 45"/>
          <p:cNvSpPr/>
          <p:nvPr/>
        </p:nvSpPr>
        <p:spPr>
          <a:xfrm flipH="1">
            <a:off x="1523520" y="3840120"/>
            <a:ext cx="337680" cy="204480"/>
          </a:xfrm>
          <a:custGeom>
            <a:avLst/>
            <a:gdLst>
              <a:gd name="textAreaLeft" fmla="*/ 360 w 337680"/>
              <a:gd name="textAreaRight" fmla="*/ 338400 w 337680"/>
              <a:gd name="textAreaTop" fmla="*/ 0 h 204480"/>
              <a:gd name="textAreaBottom" fmla="*/ 204840 h 204480"/>
              <a:gd name="GluePoint1X" fmla="*/ 0 w 342"/>
              <a:gd name="GluePoint1Y" fmla="*/ 2147483647 h 186"/>
              <a:gd name="GluePoint2X" fmla="*/ 2147483647 w 342"/>
              <a:gd name="GluePoint2Y" fmla="*/ 0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55" name="Freeform 46"/>
          <p:cNvSpPr/>
          <p:nvPr/>
        </p:nvSpPr>
        <p:spPr>
          <a:xfrm flipH="1" flipV="1">
            <a:off x="1537560" y="4254480"/>
            <a:ext cx="313920" cy="228240"/>
          </a:xfrm>
          <a:custGeom>
            <a:avLst/>
            <a:gdLst>
              <a:gd name="textAreaLeft" fmla="*/ 360 w 313920"/>
              <a:gd name="textAreaRight" fmla="*/ 314640 w 313920"/>
              <a:gd name="textAreaTop" fmla="*/ 360 h 228240"/>
              <a:gd name="textAreaBottom" fmla="*/ 228960 h 228240"/>
              <a:gd name="GluePoint1X" fmla="*/ 0 w 342"/>
              <a:gd name="GluePoint1Y" fmla="*/ 2147483647 h 186"/>
              <a:gd name="GluePoint2X" fmla="*/ 2147483647 w 342"/>
              <a:gd name="GluePoint2Y" fmla="*/ 0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56" name="Freeform 47"/>
          <p:cNvSpPr/>
          <p:nvPr/>
        </p:nvSpPr>
        <p:spPr>
          <a:xfrm flipV="1">
            <a:off x="899640" y="4244400"/>
            <a:ext cx="323640" cy="247320"/>
          </a:xfrm>
          <a:custGeom>
            <a:avLst/>
            <a:gdLst>
              <a:gd name="textAreaLeft" fmla="*/ 0 w 323640"/>
              <a:gd name="textAreaRight" fmla="*/ 324000 w 323640"/>
              <a:gd name="textAreaTop" fmla="*/ -360 h 247320"/>
              <a:gd name="textAreaBottom" fmla="*/ 247320 h 247320"/>
              <a:gd name="GluePoint1X" fmla="*/ 0 w 342"/>
              <a:gd name="GluePoint1Y" fmla="*/ 2147483647 h 186"/>
              <a:gd name="GluePoint2X" fmla="*/ 2147483647 w 342"/>
              <a:gd name="GluePoint2Y" fmla="*/ 0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57" name="Text Box 48"/>
          <p:cNvSpPr/>
          <p:nvPr/>
        </p:nvSpPr>
        <p:spPr>
          <a:xfrm>
            <a:off x="1667880" y="3703680"/>
            <a:ext cx="4842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1+e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8" name="Text Box 49"/>
          <p:cNvSpPr/>
          <p:nvPr/>
        </p:nvSpPr>
        <p:spPr>
          <a:xfrm>
            <a:off x="1674360" y="4294080"/>
            <a:ext cx="281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9" name="Text Box 50"/>
          <p:cNvSpPr/>
          <p:nvPr/>
        </p:nvSpPr>
        <p:spPr>
          <a:xfrm>
            <a:off x="802800" y="4317840"/>
            <a:ext cx="282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0" name="Line 51"/>
          <p:cNvSpPr/>
          <p:nvPr/>
        </p:nvSpPr>
        <p:spPr>
          <a:xfrm flipV="1">
            <a:off x="1370880" y="4711680"/>
            <a:ext cx="360" cy="399960"/>
          </a:xfrm>
          <a:prstGeom prst="line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61" name="Line 53"/>
          <p:cNvSpPr/>
          <p:nvPr/>
        </p:nvSpPr>
        <p:spPr>
          <a:xfrm flipH="1" flipV="1">
            <a:off x="551520" y="4244760"/>
            <a:ext cx="5040" cy="338040"/>
          </a:xfrm>
          <a:prstGeom prst="line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62" name="Line 55"/>
          <p:cNvSpPr/>
          <p:nvPr/>
        </p:nvSpPr>
        <p:spPr>
          <a:xfrm flipV="1">
            <a:off x="2070720" y="4278240"/>
            <a:ext cx="360" cy="428400"/>
          </a:xfrm>
          <a:prstGeom prst="line">
            <a:avLst/>
          </a:prstGeom>
          <a:ln w="1905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3163" name="Group 1"/>
          <p:cNvGrpSpPr/>
          <p:nvPr/>
        </p:nvGrpSpPr>
        <p:grpSpPr>
          <a:xfrm>
            <a:off x="297360" y="4320720"/>
            <a:ext cx="2047680" cy="892440"/>
            <a:chOff x="297360" y="4320720"/>
            <a:chExt cx="2047680" cy="892440"/>
          </a:xfrm>
        </p:grpSpPr>
        <p:sp>
          <p:nvSpPr>
            <p:cNvPr id="3164" name="Text Box 52"/>
            <p:cNvSpPr/>
            <p:nvPr/>
          </p:nvSpPr>
          <p:spPr>
            <a:xfrm>
              <a:off x="1116720" y="4848480"/>
              <a:ext cx="3099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5" name="Text Box 54"/>
            <p:cNvSpPr/>
            <p:nvPr/>
          </p:nvSpPr>
          <p:spPr>
            <a:xfrm>
              <a:off x="297360" y="432072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6" name="Text Box 56"/>
            <p:cNvSpPr/>
            <p:nvPr/>
          </p:nvSpPr>
          <p:spPr>
            <a:xfrm>
              <a:off x="2034360" y="446580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67" name="Freeform 57"/>
          <p:cNvSpPr/>
          <p:nvPr/>
        </p:nvSpPr>
        <p:spPr>
          <a:xfrm flipH="1" flipV="1">
            <a:off x="1442520" y="4211640"/>
            <a:ext cx="313920" cy="228240"/>
          </a:xfrm>
          <a:custGeom>
            <a:avLst/>
            <a:gdLst>
              <a:gd name="textAreaLeft" fmla="*/ 360 w 313920"/>
              <a:gd name="textAreaRight" fmla="*/ 314640 w 313920"/>
              <a:gd name="textAreaTop" fmla="*/ 360 h 228240"/>
              <a:gd name="textAreaBottom" fmla="*/ 228960 h 228240"/>
              <a:gd name="GluePoint1X" fmla="*/ 0 w 342"/>
              <a:gd name="GluePoint1Y" fmla="*/ 2147483647 h 186"/>
              <a:gd name="GluePoint2X" fmla="*/ 2147483647 w 342"/>
              <a:gd name="GluePoint2Y" fmla="*/ 0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68" name="Freeform 58"/>
          <p:cNvSpPr/>
          <p:nvPr/>
        </p:nvSpPr>
        <p:spPr>
          <a:xfrm flipH="1">
            <a:off x="990000" y="4221000"/>
            <a:ext cx="304560" cy="218880"/>
          </a:xfrm>
          <a:custGeom>
            <a:avLst/>
            <a:gdLst>
              <a:gd name="textAreaLeft" fmla="*/ 360 w 304560"/>
              <a:gd name="textAreaRight" fmla="*/ 305280 w 304560"/>
              <a:gd name="textAreaTop" fmla="*/ 0 h 218880"/>
              <a:gd name="textAreaBottom" fmla="*/ 219240 h 218880"/>
              <a:gd name="GluePoint1X" fmla="*/ 0 w 342"/>
              <a:gd name="GluePoint1Y" fmla="*/ 2147483647 h 186"/>
              <a:gd name="GluePoint2X" fmla="*/ 2147483647 w 342"/>
              <a:gd name="GluePoint2Y" fmla="*/ 0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69" name="Text Box 59"/>
          <p:cNvSpPr/>
          <p:nvPr/>
        </p:nvSpPr>
        <p:spPr>
          <a:xfrm>
            <a:off x="1088280" y="4098960"/>
            <a:ext cx="282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0" name="Text Box 60"/>
          <p:cNvSpPr/>
          <p:nvPr/>
        </p:nvSpPr>
        <p:spPr>
          <a:xfrm>
            <a:off x="1431360" y="4091040"/>
            <a:ext cx="282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1" name="Text Box 211"/>
          <p:cNvSpPr/>
          <p:nvPr/>
        </p:nvSpPr>
        <p:spPr>
          <a:xfrm>
            <a:off x="1011600" y="5560560"/>
            <a:ext cx="9450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99"/>
                </a:solidFill>
                <a:effectLst/>
                <a:uFillTx/>
                <a:latin typeface="Arial"/>
                <a:ea typeface="ＭＳ Ｐゴシック"/>
              </a:rPr>
              <a:t>initially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72" name="Group 298"/>
          <p:cNvGrpSpPr/>
          <p:nvPr/>
        </p:nvGrpSpPr>
        <p:grpSpPr>
          <a:xfrm>
            <a:off x="3028320" y="3458160"/>
            <a:ext cx="2650680" cy="2945520"/>
            <a:chOff x="3028320" y="3458160"/>
            <a:chExt cx="2650680" cy="2945520"/>
          </a:xfrm>
        </p:grpSpPr>
        <p:sp>
          <p:nvSpPr>
            <p:cNvPr id="3173" name="Freeform 61"/>
            <p:cNvSpPr/>
            <p:nvPr/>
          </p:nvSpPr>
          <p:spPr>
            <a:xfrm>
              <a:off x="3333240" y="3458160"/>
              <a:ext cx="1944360" cy="1355400"/>
            </a:xfrm>
            <a:custGeom>
              <a:avLst/>
              <a:gdLst>
                <a:gd name="textAreaLeft" fmla="*/ 0 w 1944360"/>
                <a:gd name="textAreaRight" fmla="*/ 1944720 w 1944360"/>
                <a:gd name="textAreaTop" fmla="*/ 0 h 1355400"/>
                <a:gd name="textAreaBottom" fmla="*/ 1355760 h 1355400"/>
                <a:gd name="GluePoint1X" fmla="*/ 0 w 1225"/>
                <a:gd name="GluePoint1Y" fmla="*/ 387 h 854"/>
                <a:gd name="GluePoint2X" fmla="*/ 168 w 1225"/>
                <a:gd name="GluePoint2Y" fmla="*/ 162 h 854"/>
                <a:gd name="GluePoint3X" fmla="*/ 486 w 1225"/>
                <a:gd name="GluePoint3Y" fmla="*/ 18 h 854"/>
                <a:gd name="GluePoint4X" fmla="*/ 822 w 1225"/>
                <a:gd name="GluePoint4Y" fmla="*/ 30 h 854"/>
                <a:gd name="GluePoint5X" fmla="*/ 1152 w 1225"/>
                <a:gd name="GluePoint5Y" fmla="*/ 267 h 854"/>
                <a:gd name="GluePoint6X" fmla="*/ 1188 w 1225"/>
                <a:gd name="GluePoint6Y" fmla="*/ 537 h 854"/>
                <a:gd name="GluePoint7X" fmla="*/ 927 w 1225"/>
                <a:gd name="GluePoint7Y" fmla="*/ 780 h 854"/>
                <a:gd name="GluePoint8X" fmla="*/ 447 w 1225"/>
                <a:gd name="GluePoint8Y" fmla="*/ 837 h 854"/>
                <a:gd name="GluePoint9X" fmla="*/ 177 w 1225"/>
                <a:gd name="GluePoint9Y" fmla="*/ 675 h 854"/>
                <a:gd name="GluePoint10X" fmla="*/ 0 w 1225"/>
                <a:gd name="GluePoint10Y" fmla="*/ 387 h 8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74" name="Freeform 62"/>
            <p:cNvSpPr/>
            <p:nvPr/>
          </p:nvSpPr>
          <p:spPr>
            <a:xfrm>
              <a:off x="3742560" y="3796200"/>
              <a:ext cx="390240" cy="209160"/>
            </a:xfrm>
            <a:custGeom>
              <a:avLst/>
              <a:gdLst>
                <a:gd name="textAreaLeft" fmla="*/ 0 w 390240"/>
                <a:gd name="textAreaRight" fmla="*/ 390600 w 390240"/>
                <a:gd name="textAreaTop" fmla="*/ 0 h 209160"/>
                <a:gd name="textAreaBottom" fmla="*/ 209520 h 209160"/>
                <a:gd name="GluePoint1X" fmla="*/ 0 w 342"/>
                <a:gd name="GluePoint1Y" fmla="*/ 9 h 186"/>
                <a:gd name="GluePoint2X" fmla="*/ 17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175" name="Group 63"/>
            <p:cNvGrpSpPr/>
            <p:nvPr/>
          </p:nvGrpSpPr>
          <p:grpSpPr>
            <a:xfrm>
              <a:off x="4048920" y="3478680"/>
              <a:ext cx="501840" cy="395280"/>
              <a:chOff x="4048920" y="3478680"/>
              <a:chExt cx="501840" cy="395280"/>
            </a:xfrm>
          </p:grpSpPr>
          <p:sp>
            <p:nvSpPr>
              <p:cNvPr id="3176" name="Oval 64"/>
              <p:cNvSpPr/>
              <p:nvPr/>
            </p:nvSpPr>
            <p:spPr>
              <a:xfrm>
                <a:off x="4053960" y="366624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77" name="Line 65"/>
              <p:cNvSpPr/>
              <p:nvPr/>
            </p:nvSpPr>
            <p:spPr>
              <a:xfrm>
                <a:off x="4053600" y="36547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78" name="Line 66"/>
              <p:cNvSpPr/>
              <p:nvPr/>
            </p:nvSpPr>
            <p:spPr>
              <a:xfrm>
                <a:off x="4550400" y="36547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79" name="Rectangle 67"/>
              <p:cNvSpPr/>
              <p:nvPr/>
            </p:nvSpPr>
            <p:spPr>
              <a:xfrm>
                <a:off x="4053960" y="365508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80" name="Oval 68"/>
              <p:cNvSpPr/>
              <p:nvPr/>
            </p:nvSpPr>
            <p:spPr>
              <a:xfrm>
                <a:off x="4048920" y="356148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181" name="Group 69"/>
              <p:cNvGrpSpPr/>
              <p:nvPr/>
            </p:nvGrpSpPr>
            <p:grpSpPr>
              <a:xfrm>
                <a:off x="4124160" y="3478680"/>
                <a:ext cx="322560" cy="395280"/>
                <a:chOff x="4124160" y="3478680"/>
                <a:chExt cx="322560" cy="395280"/>
              </a:xfrm>
            </p:grpSpPr>
            <p:sp>
              <p:nvSpPr>
                <p:cNvPr id="3182" name="Rectangle 70"/>
                <p:cNvSpPr/>
                <p:nvPr/>
              </p:nvSpPr>
              <p:spPr>
                <a:xfrm>
                  <a:off x="4165920" y="3582000"/>
                  <a:ext cx="22464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183" name="Text Box 71"/>
                <p:cNvSpPr/>
                <p:nvPr/>
              </p:nvSpPr>
              <p:spPr>
                <a:xfrm>
                  <a:off x="4124160" y="3478680"/>
                  <a:ext cx="32256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a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184" name="Group 72"/>
            <p:cNvGrpSpPr/>
            <p:nvPr/>
          </p:nvGrpSpPr>
          <p:grpSpPr>
            <a:xfrm>
              <a:off x="3401280" y="3883680"/>
              <a:ext cx="501840" cy="395280"/>
              <a:chOff x="3401280" y="3883680"/>
              <a:chExt cx="501840" cy="395280"/>
            </a:xfrm>
          </p:grpSpPr>
          <p:sp>
            <p:nvSpPr>
              <p:cNvPr id="3185" name="Oval 73"/>
              <p:cNvSpPr/>
              <p:nvPr/>
            </p:nvSpPr>
            <p:spPr>
              <a:xfrm>
                <a:off x="3406320" y="408060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86" name="Line 74"/>
              <p:cNvSpPr/>
              <p:nvPr/>
            </p:nvSpPr>
            <p:spPr>
              <a:xfrm>
                <a:off x="3405960" y="406908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87" name="Line 75"/>
              <p:cNvSpPr/>
              <p:nvPr/>
            </p:nvSpPr>
            <p:spPr>
              <a:xfrm>
                <a:off x="3902760" y="406908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88" name="Rectangle 76"/>
              <p:cNvSpPr/>
              <p:nvPr/>
            </p:nvSpPr>
            <p:spPr>
              <a:xfrm>
                <a:off x="3406320" y="406944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189" name="Oval 77"/>
              <p:cNvSpPr/>
              <p:nvPr/>
            </p:nvSpPr>
            <p:spPr>
              <a:xfrm>
                <a:off x="3401280" y="397584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190" name="Group 78"/>
              <p:cNvGrpSpPr/>
              <p:nvPr/>
            </p:nvGrpSpPr>
            <p:grpSpPr>
              <a:xfrm>
                <a:off x="3495240" y="3883680"/>
                <a:ext cx="336240" cy="395280"/>
                <a:chOff x="3495240" y="3883680"/>
                <a:chExt cx="336240" cy="395280"/>
              </a:xfrm>
            </p:grpSpPr>
            <p:sp>
              <p:nvSpPr>
                <p:cNvPr id="3191" name="Rectangle 79"/>
                <p:cNvSpPr/>
                <p:nvPr/>
              </p:nvSpPr>
              <p:spPr>
                <a:xfrm>
                  <a:off x="3543480" y="3987000"/>
                  <a:ext cx="22824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192" name="Text Box 80"/>
                <p:cNvSpPr/>
                <p:nvPr/>
              </p:nvSpPr>
              <p:spPr>
                <a:xfrm>
                  <a:off x="3495240" y="3883680"/>
                  <a:ext cx="33624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d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193" name="Group 81"/>
            <p:cNvGrpSpPr/>
            <p:nvPr/>
          </p:nvGrpSpPr>
          <p:grpSpPr>
            <a:xfrm>
              <a:off x="4036320" y="4345560"/>
              <a:ext cx="499680" cy="395280"/>
              <a:chOff x="4036320" y="4345560"/>
              <a:chExt cx="499680" cy="395280"/>
            </a:xfrm>
          </p:grpSpPr>
          <p:grpSp>
            <p:nvGrpSpPr>
              <p:cNvPr id="3194" name="Group 82"/>
              <p:cNvGrpSpPr/>
              <p:nvPr/>
            </p:nvGrpSpPr>
            <p:grpSpPr>
              <a:xfrm>
                <a:off x="4036320" y="4431240"/>
                <a:ext cx="499680" cy="228240"/>
                <a:chOff x="4036320" y="4431240"/>
                <a:chExt cx="499680" cy="228240"/>
              </a:xfrm>
            </p:grpSpPr>
            <p:sp>
              <p:nvSpPr>
                <p:cNvPr id="3195" name="Oval 83"/>
                <p:cNvSpPr/>
                <p:nvPr/>
              </p:nvSpPr>
              <p:spPr>
                <a:xfrm>
                  <a:off x="4036320" y="4531320"/>
                  <a:ext cx="495000" cy="12816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196" name="Line 84"/>
                <p:cNvSpPr/>
                <p:nvPr/>
              </p:nvSpPr>
              <p:spPr>
                <a:xfrm>
                  <a:off x="4036320" y="4520160"/>
                  <a:ext cx="360" cy="7920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200" rIns="90000" bIns="34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197" name="Line 85"/>
                <p:cNvSpPr/>
                <p:nvPr/>
              </p:nvSpPr>
              <p:spPr>
                <a:xfrm>
                  <a:off x="4531320" y="4520160"/>
                  <a:ext cx="360" cy="7920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200" rIns="90000" bIns="34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198" name="Rectangle 86"/>
                <p:cNvSpPr/>
                <p:nvPr/>
              </p:nvSpPr>
              <p:spPr>
                <a:xfrm>
                  <a:off x="4036320" y="4520160"/>
                  <a:ext cx="490320" cy="7740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32760" rIns="90000" bIns="3276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199" name="Oval 87"/>
                <p:cNvSpPr/>
                <p:nvPr/>
              </p:nvSpPr>
              <p:spPr>
                <a:xfrm>
                  <a:off x="4041000" y="4431240"/>
                  <a:ext cx="495000" cy="15048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  <p:grpSp>
            <p:nvGrpSpPr>
              <p:cNvPr id="3200" name="Group 88"/>
              <p:cNvGrpSpPr/>
              <p:nvPr/>
            </p:nvGrpSpPr>
            <p:grpSpPr>
              <a:xfrm>
                <a:off x="4127760" y="4345560"/>
                <a:ext cx="301680" cy="395280"/>
                <a:chOff x="4127760" y="4345560"/>
                <a:chExt cx="301680" cy="395280"/>
              </a:xfrm>
            </p:grpSpPr>
            <p:sp>
              <p:nvSpPr>
                <p:cNvPr id="3201" name="Rectangle 89"/>
                <p:cNvSpPr/>
                <p:nvPr/>
              </p:nvSpPr>
              <p:spPr>
                <a:xfrm>
                  <a:off x="4159800" y="4448880"/>
                  <a:ext cx="22788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02" name="Text Box 90"/>
                <p:cNvSpPr/>
                <p:nvPr/>
              </p:nvSpPr>
              <p:spPr>
                <a:xfrm>
                  <a:off x="4127760" y="4345560"/>
                  <a:ext cx="30168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c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203" name="Group 91"/>
            <p:cNvGrpSpPr/>
            <p:nvPr/>
          </p:nvGrpSpPr>
          <p:grpSpPr>
            <a:xfrm>
              <a:off x="4690440" y="3898080"/>
              <a:ext cx="501840" cy="395280"/>
              <a:chOff x="4690440" y="3898080"/>
              <a:chExt cx="501840" cy="395280"/>
            </a:xfrm>
          </p:grpSpPr>
          <p:sp>
            <p:nvSpPr>
              <p:cNvPr id="3204" name="Oval 92"/>
              <p:cNvSpPr/>
              <p:nvPr/>
            </p:nvSpPr>
            <p:spPr>
              <a:xfrm>
                <a:off x="4695120" y="408996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05" name="Line 93"/>
              <p:cNvSpPr/>
              <p:nvPr/>
            </p:nvSpPr>
            <p:spPr>
              <a:xfrm>
                <a:off x="4695120" y="407880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06" name="Line 94"/>
              <p:cNvSpPr/>
              <p:nvPr/>
            </p:nvSpPr>
            <p:spPr>
              <a:xfrm>
                <a:off x="5191920" y="407880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07" name="Rectangle 95"/>
              <p:cNvSpPr/>
              <p:nvPr/>
            </p:nvSpPr>
            <p:spPr>
              <a:xfrm>
                <a:off x="4695120" y="407880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08" name="Oval 96"/>
              <p:cNvSpPr/>
              <p:nvPr/>
            </p:nvSpPr>
            <p:spPr>
              <a:xfrm>
                <a:off x="4690440" y="398520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209" name="Group 97"/>
              <p:cNvGrpSpPr/>
              <p:nvPr/>
            </p:nvGrpSpPr>
            <p:grpSpPr>
              <a:xfrm>
                <a:off x="4779360" y="3898080"/>
                <a:ext cx="336240" cy="395280"/>
                <a:chOff x="4779360" y="3898080"/>
                <a:chExt cx="336240" cy="395280"/>
              </a:xfrm>
            </p:grpSpPr>
            <p:sp>
              <p:nvSpPr>
                <p:cNvPr id="3210" name="Rectangle 98"/>
                <p:cNvSpPr/>
                <p:nvPr/>
              </p:nvSpPr>
              <p:spPr>
                <a:xfrm>
                  <a:off x="4827960" y="4001040"/>
                  <a:ext cx="22500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11" name="Text Box 99"/>
                <p:cNvSpPr/>
                <p:nvPr/>
              </p:nvSpPr>
              <p:spPr>
                <a:xfrm>
                  <a:off x="4779360" y="3898080"/>
                  <a:ext cx="33624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b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3212" name="Freeform 101"/>
            <p:cNvSpPr/>
            <p:nvPr/>
          </p:nvSpPr>
          <p:spPr>
            <a:xfrm flipH="1">
              <a:off x="4528440" y="3744000"/>
              <a:ext cx="313920" cy="247320"/>
            </a:xfrm>
            <a:custGeom>
              <a:avLst/>
              <a:gdLst>
                <a:gd name="textAreaLeft" fmla="*/ 360 w 313920"/>
                <a:gd name="textAreaRight" fmla="*/ 314640 w 313920"/>
                <a:gd name="textAreaTop" fmla="*/ 0 h 247320"/>
                <a:gd name="textAreaBottom" fmla="*/ 247680 h 247320"/>
                <a:gd name="GluePoint1X" fmla="*/ 0 w 342"/>
                <a:gd name="GluePoint1Y" fmla="*/ 39 h 186"/>
                <a:gd name="GluePoint2X" fmla="*/ 3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13" name="Freeform 102"/>
            <p:cNvSpPr/>
            <p:nvPr/>
          </p:nvSpPr>
          <p:spPr>
            <a:xfrm flipH="1" flipV="1">
              <a:off x="4494600" y="4228920"/>
              <a:ext cx="285480" cy="223560"/>
            </a:xfrm>
            <a:custGeom>
              <a:avLst/>
              <a:gdLst>
                <a:gd name="textAreaLeft" fmla="*/ -360 w 285480"/>
                <a:gd name="textAreaRight" fmla="*/ 285480 w 285480"/>
                <a:gd name="textAreaTop" fmla="*/ -360 h 223560"/>
                <a:gd name="textAreaBottom" fmla="*/ 223560 h 223560"/>
                <a:gd name="GluePoint1X" fmla="*/ 0 w 342"/>
                <a:gd name="GluePoint1Y" fmla="*/ 15 h 186"/>
                <a:gd name="GluePoint2X" fmla="*/ 1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14" name="Freeform 103"/>
            <p:cNvSpPr/>
            <p:nvPr/>
          </p:nvSpPr>
          <p:spPr>
            <a:xfrm flipV="1">
              <a:off x="3776040" y="4200480"/>
              <a:ext cx="323640" cy="247320"/>
            </a:xfrm>
            <a:custGeom>
              <a:avLst/>
              <a:gdLst>
                <a:gd name="textAreaLeft" fmla="*/ 0 w 323640"/>
                <a:gd name="textAreaRight" fmla="*/ 324000 w 323640"/>
                <a:gd name="textAreaTop" fmla="*/ -360 h 247320"/>
                <a:gd name="textAreaBottom" fmla="*/ 247320 h 247320"/>
                <a:gd name="GluePoint1X" fmla="*/ 0 w 342"/>
                <a:gd name="GluePoint1Y" fmla="*/ 39 h 186"/>
                <a:gd name="GluePoint2X" fmla="*/ 4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15" name="Freeform 107"/>
            <p:cNvSpPr/>
            <p:nvPr/>
          </p:nvSpPr>
          <p:spPr>
            <a:xfrm flipH="1" flipV="1">
              <a:off x="4361760" y="4167720"/>
              <a:ext cx="299520" cy="242640"/>
            </a:xfrm>
            <a:custGeom>
              <a:avLst/>
              <a:gdLst>
                <a:gd name="textAreaLeft" fmla="*/ 360 w 299520"/>
                <a:gd name="textAreaRight" fmla="*/ 300240 w 299520"/>
                <a:gd name="textAreaTop" fmla="*/ 360 h 242640"/>
                <a:gd name="textAreaBottom" fmla="*/ 243360 h 242640"/>
                <a:gd name="GluePoint1X" fmla="*/ 0 w 342"/>
                <a:gd name="GluePoint1Y" fmla="*/ 32 h 186"/>
                <a:gd name="GluePoint2X" fmla="*/ 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16" name="Freeform 108"/>
            <p:cNvSpPr/>
            <p:nvPr/>
          </p:nvSpPr>
          <p:spPr>
            <a:xfrm flipH="1">
              <a:off x="3923640" y="4163040"/>
              <a:ext cx="275760" cy="232920"/>
            </a:xfrm>
            <a:custGeom>
              <a:avLst/>
              <a:gdLst>
                <a:gd name="textAreaLeft" fmla="*/ 360 w 275760"/>
                <a:gd name="textAreaRight" fmla="*/ 276480 w 275760"/>
                <a:gd name="textAreaTop" fmla="*/ 0 h 232920"/>
                <a:gd name="textAreaBottom" fmla="*/ 233280 h 232920"/>
                <a:gd name="GluePoint1X" fmla="*/ 0 w 342"/>
                <a:gd name="GluePoint1Y" fmla="*/ 22 h 186"/>
                <a:gd name="GluePoint2X" fmla="*/ 1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17" name="Text Box 212"/>
            <p:cNvSpPr/>
            <p:nvPr/>
          </p:nvSpPr>
          <p:spPr>
            <a:xfrm>
              <a:off x="3028320" y="5337720"/>
              <a:ext cx="2650680" cy="10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given these costs,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find new routing….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resulting in new costs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8" name="Line 215"/>
            <p:cNvSpPr/>
            <p:nvPr/>
          </p:nvSpPr>
          <p:spPr>
            <a:xfrm flipV="1">
              <a:off x="4294800" y="4677120"/>
              <a:ext cx="360" cy="24768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19" name="Line 216"/>
            <p:cNvSpPr/>
            <p:nvPr/>
          </p:nvSpPr>
          <p:spPr>
            <a:xfrm flipV="1">
              <a:off x="3628080" y="4219920"/>
              <a:ext cx="360" cy="24768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20" name="Line 217"/>
            <p:cNvSpPr/>
            <p:nvPr/>
          </p:nvSpPr>
          <p:spPr>
            <a:xfrm flipV="1">
              <a:off x="4961880" y="4224960"/>
              <a:ext cx="360" cy="24732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221" name="Freeform 288"/>
          <p:cNvSpPr/>
          <p:nvPr/>
        </p:nvSpPr>
        <p:spPr>
          <a:xfrm>
            <a:off x="1399680" y="3699000"/>
            <a:ext cx="609120" cy="828360"/>
          </a:xfrm>
          <a:custGeom>
            <a:avLst/>
            <a:gdLst>
              <a:gd name="textAreaLeft" fmla="*/ 0 w 609120"/>
              <a:gd name="textAreaRight" fmla="*/ 609480 w 609120"/>
              <a:gd name="textAreaTop" fmla="*/ 0 h 828360"/>
              <a:gd name="textAreaBottom" fmla="*/ 828720 h 828360"/>
              <a:gd name="GluePoint1X" fmla="*/ 0 w 384"/>
              <a:gd name="GluePoint1Y" fmla="*/ 2147483647 h 522"/>
              <a:gd name="GluePoint2X" fmla="*/ 2147483647 w 384"/>
              <a:gd name="GluePoint2Y" fmla="*/ 2147483647 h 522"/>
              <a:gd name="GluePoint3X" fmla="*/ 2147483647 w 384"/>
              <a:gd name="GluePoint3Y" fmla="*/ 0 h 5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384" h="522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22" name="Line 289"/>
          <p:cNvSpPr/>
          <p:nvPr/>
        </p:nvSpPr>
        <p:spPr>
          <a:xfrm flipV="1">
            <a:off x="761040" y="3779640"/>
            <a:ext cx="447840" cy="243000"/>
          </a:xfrm>
          <a:prstGeom prst="line">
            <a:avLst/>
          </a:prstGeom>
          <a:ln w="5715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23" name="Freeform 290"/>
          <p:cNvSpPr/>
          <p:nvPr/>
        </p:nvSpPr>
        <p:spPr>
          <a:xfrm>
            <a:off x="3695040" y="3659760"/>
            <a:ext cx="1193400" cy="866520"/>
          </a:xfrm>
          <a:custGeom>
            <a:avLst/>
            <a:gdLst>
              <a:gd name="textAreaLeft" fmla="*/ 0 w 1193400"/>
              <a:gd name="textAreaRight" fmla="*/ 1193760 w 1193400"/>
              <a:gd name="textAreaTop" fmla="*/ 0 h 866520"/>
              <a:gd name="textAreaBottom" fmla="*/ 866880 h 866520"/>
              <a:gd name="GluePoint1X" fmla="*/ 2147483647 w 752"/>
              <a:gd name="GluePoint1Y" fmla="*/ 2147483647 h 546"/>
              <a:gd name="GluePoint2X" fmla="*/ 2147483647 w 752"/>
              <a:gd name="GluePoint2Y" fmla="*/ 2147483647 h 546"/>
              <a:gd name="GluePoint3X" fmla="*/ 0 w 752"/>
              <a:gd name="GluePoint3Y" fmla="*/ 2147483647 h 546"/>
              <a:gd name="GluePoint4X" fmla="*/ 2147483647 w 752"/>
              <a:gd name="GluePoint4Y" fmla="*/ 0 h 54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24" name="Group 291"/>
          <p:cNvGrpSpPr/>
          <p:nvPr/>
        </p:nvGrpSpPr>
        <p:grpSpPr>
          <a:xfrm>
            <a:off x="3520440" y="3645360"/>
            <a:ext cx="1428840" cy="965880"/>
            <a:chOff x="3520440" y="3645360"/>
            <a:chExt cx="1428840" cy="965880"/>
          </a:xfrm>
        </p:grpSpPr>
        <p:sp>
          <p:nvSpPr>
            <p:cNvPr id="3225" name="Text Box 292"/>
            <p:cNvSpPr/>
            <p:nvPr/>
          </p:nvSpPr>
          <p:spPr>
            <a:xfrm>
              <a:off x="3520440" y="3645360"/>
              <a:ext cx="4834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2+e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6" name="Text Box 293"/>
            <p:cNvSpPr/>
            <p:nvPr/>
          </p:nvSpPr>
          <p:spPr>
            <a:xfrm>
              <a:off x="4669200" y="367884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7" name="Text Box 294"/>
            <p:cNvSpPr/>
            <p:nvPr/>
          </p:nvSpPr>
          <p:spPr>
            <a:xfrm>
              <a:off x="4523400" y="430740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8" name="Text Box 295"/>
            <p:cNvSpPr/>
            <p:nvPr/>
          </p:nvSpPr>
          <p:spPr>
            <a:xfrm>
              <a:off x="3707280" y="425052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9" name="Text Box 296"/>
            <p:cNvSpPr/>
            <p:nvPr/>
          </p:nvSpPr>
          <p:spPr>
            <a:xfrm>
              <a:off x="3941280" y="4021920"/>
              <a:ext cx="4834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1+e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0" name="Text Box 297"/>
            <p:cNvSpPr/>
            <p:nvPr/>
          </p:nvSpPr>
          <p:spPr>
            <a:xfrm>
              <a:off x="4331160" y="401220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31" name="Group 299"/>
          <p:cNvGrpSpPr/>
          <p:nvPr/>
        </p:nvGrpSpPr>
        <p:grpSpPr>
          <a:xfrm>
            <a:off x="6346440" y="3456000"/>
            <a:ext cx="2768400" cy="2738880"/>
            <a:chOff x="6346440" y="3456000"/>
            <a:chExt cx="2768400" cy="2738880"/>
          </a:xfrm>
        </p:grpSpPr>
        <p:sp>
          <p:nvSpPr>
            <p:cNvPr id="3232" name="Freeform 300"/>
            <p:cNvSpPr/>
            <p:nvPr/>
          </p:nvSpPr>
          <p:spPr>
            <a:xfrm>
              <a:off x="6558120" y="3456000"/>
              <a:ext cx="1944360" cy="1355400"/>
            </a:xfrm>
            <a:custGeom>
              <a:avLst/>
              <a:gdLst>
                <a:gd name="textAreaLeft" fmla="*/ 0 w 1944360"/>
                <a:gd name="textAreaRight" fmla="*/ 1944720 w 1944360"/>
                <a:gd name="textAreaTop" fmla="*/ 0 h 1355400"/>
                <a:gd name="textAreaBottom" fmla="*/ 1355760 h 1355400"/>
                <a:gd name="GluePoint1X" fmla="*/ 0 w 1225"/>
                <a:gd name="GluePoint1Y" fmla="*/ 387 h 854"/>
                <a:gd name="GluePoint2X" fmla="*/ 168 w 1225"/>
                <a:gd name="GluePoint2Y" fmla="*/ 162 h 854"/>
                <a:gd name="GluePoint3X" fmla="*/ 486 w 1225"/>
                <a:gd name="GluePoint3Y" fmla="*/ 18 h 854"/>
                <a:gd name="GluePoint4X" fmla="*/ 822 w 1225"/>
                <a:gd name="GluePoint4Y" fmla="*/ 30 h 854"/>
                <a:gd name="GluePoint5X" fmla="*/ 1152 w 1225"/>
                <a:gd name="GluePoint5Y" fmla="*/ 267 h 854"/>
                <a:gd name="GluePoint6X" fmla="*/ 1188 w 1225"/>
                <a:gd name="GluePoint6Y" fmla="*/ 537 h 854"/>
                <a:gd name="GluePoint7X" fmla="*/ 927 w 1225"/>
                <a:gd name="GluePoint7Y" fmla="*/ 780 h 854"/>
                <a:gd name="GluePoint8X" fmla="*/ 447 w 1225"/>
                <a:gd name="GluePoint8Y" fmla="*/ 837 h 854"/>
                <a:gd name="GluePoint9X" fmla="*/ 177 w 1225"/>
                <a:gd name="GluePoint9Y" fmla="*/ 675 h 854"/>
                <a:gd name="GluePoint10X" fmla="*/ 0 w 1225"/>
                <a:gd name="GluePoint10Y" fmla="*/ 387 h 8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33" name="Freeform 301"/>
            <p:cNvSpPr/>
            <p:nvPr/>
          </p:nvSpPr>
          <p:spPr>
            <a:xfrm>
              <a:off x="6967800" y="3794040"/>
              <a:ext cx="390240" cy="209160"/>
            </a:xfrm>
            <a:custGeom>
              <a:avLst/>
              <a:gdLst>
                <a:gd name="textAreaLeft" fmla="*/ 0 w 390240"/>
                <a:gd name="textAreaRight" fmla="*/ 390600 w 390240"/>
                <a:gd name="textAreaTop" fmla="*/ 0 h 209160"/>
                <a:gd name="textAreaBottom" fmla="*/ 209520 h 209160"/>
                <a:gd name="GluePoint1X" fmla="*/ 0 w 342"/>
                <a:gd name="GluePoint1Y" fmla="*/ 9 h 186"/>
                <a:gd name="GluePoint2X" fmla="*/ 17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234" name="Group 302"/>
            <p:cNvGrpSpPr/>
            <p:nvPr/>
          </p:nvGrpSpPr>
          <p:grpSpPr>
            <a:xfrm>
              <a:off x="7274160" y="3476520"/>
              <a:ext cx="501840" cy="395280"/>
              <a:chOff x="7274160" y="3476520"/>
              <a:chExt cx="501840" cy="395280"/>
            </a:xfrm>
          </p:grpSpPr>
          <p:sp>
            <p:nvSpPr>
              <p:cNvPr id="3235" name="Oval 303"/>
              <p:cNvSpPr/>
              <p:nvPr/>
            </p:nvSpPr>
            <p:spPr>
              <a:xfrm>
                <a:off x="7278840" y="366408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36" name="Line 304"/>
              <p:cNvSpPr/>
              <p:nvPr/>
            </p:nvSpPr>
            <p:spPr>
              <a:xfrm>
                <a:off x="7278840" y="365256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37" name="Line 305"/>
              <p:cNvSpPr/>
              <p:nvPr/>
            </p:nvSpPr>
            <p:spPr>
              <a:xfrm>
                <a:off x="7775640" y="365256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38" name="Rectangle 306"/>
              <p:cNvSpPr/>
              <p:nvPr/>
            </p:nvSpPr>
            <p:spPr>
              <a:xfrm>
                <a:off x="7278840" y="365292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39" name="Oval 307"/>
              <p:cNvSpPr/>
              <p:nvPr/>
            </p:nvSpPr>
            <p:spPr>
              <a:xfrm>
                <a:off x="7274160" y="355932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240" name="Group 308"/>
              <p:cNvGrpSpPr/>
              <p:nvPr/>
            </p:nvGrpSpPr>
            <p:grpSpPr>
              <a:xfrm>
                <a:off x="7349400" y="3476520"/>
                <a:ext cx="322560" cy="395280"/>
                <a:chOff x="7349400" y="3476520"/>
                <a:chExt cx="322560" cy="395280"/>
              </a:xfrm>
            </p:grpSpPr>
            <p:sp>
              <p:nvSpPr>
                <p:cNvPr id="3241" name="Rectangle 309"/>
                <p:cNvSpPr/>
                <p:nvPr/>
              </p:nvSpPr>
              <p:spPr>
                <a:xfrm>
                  <a:off x="7391160" y="3579840"/>
                  <a:ext cx="22464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42" name="Text Box 310"/>
                <p:cNvSpPr/>
                <p:nvPr/>
              </p:nvSpPr>
              <p:spPr>
                <a:xfrm>
                  <a:off x="7349400" y="3476520"/>
                  <a:ext cx="32256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a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243" name="Group 311"/>
            <p:cNvGrpSpPr/>
            <p:nvPr/>
          </p:nvGrpSpPr>
          <p:grpSpPr>
            <a:xfrm>
              <a:off x="6626520" y="3881520"/>
              <a:ext cx="501840" cy="395280"/>
              <a:chOff x="6626520" y="3881520"/>
              <a:chExt cx="501840" cy="395280"/>
            </a:xfrm>
          </p:grpSpPr>
          <p:sp>
            <p:nvSpPr>
              <p:cNvPr id="3244" name="Oval 312"/>
              <p:cNvSpPr/>
              <p:nvPr/>
            </p:nvSpPr>
            <p:spPr>
              <a:xfrm>
                <a:off x="6631200" y="407844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45" name="Line 313"/>
              <p:cNvSpPr/>
              <p:nvPr/>
            </p:nvSpPr>
            <p:spPr>
              <a:xfrm>
                <a:off x="6631200" y="4066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46" name="Line 314"/>
              <p:cNvSpPr/>
              <p:nvPr/>
            </p:nvSpPr>
            <p:spPr>
              <a:xfrm>
                <a:off x="7128000" y="4066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47" name="Rectangle 315"/>
              <p:cNvSpPr/>
              <p:nvPr/>
            </p:nvSpPr>
            <p:spPr>
              <a:xfrm>
                <a:off x="6631200" y="406728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48" name="Oval 316"/>
              <p:cNvSpPr/>
              <p:nvPr/>
            </p:nvSpPr>
            <p:spPr>
              <a:xfrm>
                <a:off x="6626520" y="397368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249" name="Group 317"/>
              <p:cNvGrpSpPr/>
              <p:nvPr/>
            </p:nvGrpSpPr>
            <p:grpSpPr>
              <a:xfrm>
                <a:off x="6720120" y="3881520"/>
                <a:ext cx="336240" cy="395280"/>
                <a:chOff x="6720120" y="3881520"/>
                <a:chExt cx="336240" cy="395280"/>
              </a:xfrm>
            </p:grpSpPr>
            <p:sp>
              <p:nvSpPr>
                <p:cNvPr id="3250" name="Rectangle 318"/>
                <p:cNvSpPr/>
                <p:nvPr/>
              </p:nvSpPr>
              <p:spPr>
                <a:xfrm>
                  <a:off x="6768720" y="3984480"/>
                  <a:ext cx="22824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51" name="Text Box 319"/>
                <p:cNvSpPr/>
                <p:nvPr/>
              </p:nvSpPr>
              <p:spPr>
                <a:xfrm>
                  <a:off x="6720120" y="3881520"/>
                  <a:ext cx="33624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d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252" name="Group 320"/>
            <p:cNvGrpSpPr/>
            <p:nvPr/>
          </p:nvGrpSpPr>
          <p:grpSpPr>
            <a:xfrm>
              <a:off x="7261200" y="4343400"/>
              <a:ext cx="500040" cy="395280"/>
              <a:chOff x="7261200" y="4343400"/>
              <a:chExt cx="500040" cy="395280"/>
            </a:xfrm>
          </p:grpSpPr>
          <p:grpSp>
            <p:nvGrpSpPr>
              <p:cNvPr id="3253" name="Group 321"/>
              <p:cNvGrpSpPr/>
              <p:nvPr/>
            </p:nvGrpSpPr>
            <p:grpSpPr>
              <a:xfrm>
                <a:off x="7261200" y="4429080"/>
                <a:ext cx="500040" cy="228240"/>
                <a:chOff x="7261200" y="4429080"/>
                <a:chExt cx="500040" cy="228240"/>
              </a:xfrm>
            </p:grpSpPr>
            <p:sp>
              <p:nvSpPr>
                <p:cNvPr id="3254" name="Oval 322"/>
                <p:cNvSpPr/>
                <p:nvPr/>
              </p:nvSpPr>
              <p:spPr>
                <a:xfrm>
                  <a:off x="7261560" y="4529160"/>
                  <a:ext cx="495000" cy="12816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55" name="Line 323"/>
                <p:cNvSpPr/>
                <p:nvPr/>
              </p:nvSpPr>
              <p:spPr>
                <a:xfrm>
                  <a:off x="7261200" y="4518000"/>
                  <a:ext cx="360" cy="7920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200" rIns="90000" bIns="34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56" name="Line 324"/>
                <p:cNvSpPr/>
                <p:nvPr/>
              </p:nvSpPr>
              <p:spPr>
                <a:xfrm>
                  <a:off x="7756560" y="4518000"/>
                  <a:ext cx="360" cy="7920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200" rIns="90000" bIns="34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57" name="Rectangle 325"/>
                <p:cNvSpPr/>
                <p:nvPr/>
              </p:nvSpPr>
              <p:spPr>
                <a:xfrm>
                  <a:off x="7261560" y="4518000"/>
                  <a:ext cx="490320" cy="7740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32760" rIns="90000" bIns="3276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58" name="Oval 326"/>
                <p:cNvSpPr/>
                <p:nvPr/>
              </p:nvSpPr>
              <p:spPr>
                <a:xfrm>
                  <a:off x="7266240" y="4429080"/>
                  <a:ext cx="495000" cy="15048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  <p:grpSp>
            <p:nvGrpSpPr>
              <p:cNvPr id="3259" name="Group 327"/>
              <p:cNvGrpSpPr/>
              <p:nvPr/>
            </p:nvGrpSpPr>
            <p:grpSpPr>
              <a:xfrm>
                <a:off x="7353000" y="4343400"/>
                <a:ext cx="301680" cy="395280"/>
                <a:chOff x="7353000" y="4343400"/>
                <a:chExt cx="301680" cy="395280"/>
              </a:xfrm>
            </p:grpSpPr>
            <p:sp>
              <p:nvSpPr>
                <p:cNvPr id="3260" name="Rectangle 328"/>
                <p:cNvSpPr/>
                <p:nvPr/>
              </p:nvSpPr>
              <p:spPr>
                <a:xfrm>
                  <a:off x="7385040" y="4446720"/>
                  <a:ext cx="22788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61" name="Text Box 329"/>
                <p:cNvSpPr/>
                <p:nvPr/>
              </p:nvSpPr>
              <p:spPr>
                <a:xfrm>
                  <a:off x="7353000" y="4343400"/>
                  <a:ext cx="30168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c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262" name="Group 330"/>
            <p:cNvGrpSpPr/>
            <p:nvPr/>
          </p:nvGrpSpPr>
          <p:grpSpPr>
            <a:xfrm>
              <a:off x="7915680" y="3895560"/>
              <a:ext cx="501840" cy="395280"/>
              <a:chOff x="7915680" y="3895560"/>
              <a:chExt cx="501840" cy="395280"/>
            </a:xfrm>
          </p:grpSpPr>
          <p:sp>
            <p:nvSpPr>
              <p:cNvPr id="3263" name="Oval 331"/>
              <p:cNvSpPr/>
              <p:nvPr/>
            </p:nvSpPr>
            <p:spPr>
              <a:xfrm>
                <a:off x="7920360" y="408780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64" name="Line 332"/>
              <p:cNvSpPr/>
              <p:nvPr/>
            </p:nvSpPr>
            <p:spPr>
              <a:xfrm>
                <a:off x="7920000" y="407664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65" name="Line 333"/>
              <p:cNvSpPr/>
              <p:nvPr/>
            </p:nvSpPr>
            <p:spPr>
              <a:xfrm>
                <a:off x="8417160" y="407664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66" name="Rectangle 334"/>
              <p:cNvSpPr/>
              <p:nvPr/>
            </p:nvSpPr>
            <p:spPr>
              <a:xfrm>
                <a:off x="7920360" y="407664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67" name="Oval 335"/>
              <p:cNvSpPr/>
              <p:nvPr/>
            </p:nvSpPr>
            <p:spPr>
              <a:xfrm>
                <a:off x="7915680" y="398304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268" name="Group 336"/>
              <p:cNvGrpSpPr/>
              <p:nvPr/>
            </p:nvGrpSpPr>
            <p:grpSpPr>
              <a:xfrm>
                <a:off x="8004600" y="3895560"/>
                <a:ext cx="336240" cy="395280"/>
                <a:chOff x="8004600" y="3895560"/>
                <a:chExt cx="336240" cy="395280"/>
              </a:xfrm>
            </p:grpSpPr>
            <p:sp>
              <p:nvSpPr>
                <p:cNvPr id="3269" name="Rectangle 337"/>
                <p:cNvSpPr/>
                <p:nvPr/>
              </p:nvSpPr>
              <p:spPr>
                <a:xfrm>
                  <a:off x="8053200" y="3998880"/>
                  <a:ext cx="22500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70" name="Text Box 338"/>
                <p:cNvSpPr/>
                <p:nvPr/>
              </p:nvSpPr>
              <p:spPr>
                <a:xfrm>
                  <a:off x="8004600" y="3895560"/>
                  <a:ext cx="33624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b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3271" name="Freeform 339"/>
            <p:cNvSpPr/>
            <p:nvPr/>
          </p:nvSpPr>
          <p:spPr>
            <a:xfrm flipH="1">
              <a:off x="7753680" y="3741840"/>
              <a:ext cx="313920" cy="247320"/>
            </a:xfrm>
            <a:custGeom>
              <a:avLst/>
              <a:gdLst>
                <a:gd name="textAreaLeft" fmla="*/ 360 w 313920"/>
                <a:gd name="textAreaRight" fmla="*/ 314640 w 313920"/>
                <a:gd name="textAreaTop" fmla="*/ 0 h 247320"/>
                <a:gd name="textAreaBottom" fmla="*/ 247680 h 247320"/>
                <a:gd name="GluePoint1X" fmla="*/ 0 w 342"/>
                <a:gd name="GluePoint1Y" fmla="*/ 39 h 186"/>
                <a:gd name="GluePoint2X" fmla="*/ 3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72" name="Freeform 340"/>
            <p:cNvSpPr/>
            <p:nvPr/>
          </p:nvSpPr>
          <p:spPr>
            <a:xfrm flipH="1" flipV="1">
              <a:off x="7719480" y="4226760"/>
              <a:ext cx="285480" cy="223560"/>
            </a:xfrm>
            <a:custGeom>
              <a:avLst/>
              <a:gdLst>
                <a:gd name="textAreaLeft" fmla="*/ -360 w 285480"/>
                <a:gd name="textAreaRight" fmla="*/ 285480 w 285480"/>
                <a:gd name="textAreaTop" fmla="*/ -360 h 223560"/>
                <a:gd name="textAreaBottom" fmla="*/ 223560 h 223560"/>
                <a:gd name="GluePoint1X" fmla="*/ 0 w 342"/>
                <a:gd name="GluePoint1Y" fmla="*/ 15 h 186"/>
                <a:gd name="GluePoint2X" fmla="*/ 1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73" name="Freeform 341"/>
            <p:cNvSpPr/>
            <p:nvPr/>
          </p:nvSpPr>
          <p:spPr>
            <a:xfrm flipV="1">
              <a:off x="7001280" y="4198320"/>
              <a:ext cx="323640" cy="247320"/>
            </a:xfrm>
            <a:custGeom>
              <a:avLst/>
              <a:gdLst>
                <a:gd name="textAreaLeft" fmla="*/ 0 w 323640"/>
                <a:gd name="textAreaRight" fmla="*/ 324000 w 323640"/>
                <a:gd name="textAreaTop" fmla="*/ -360 h 247320"/>
                <a:gd name="textAreaBottom" fmla="*/ 247320 h 247320"/>
                <a:gd name="GluePoint1X" fmla="*/ 0 w 342"/>
                <a:gd name="GluePoint1Y" fmla="*/ 39 h 186"/>
                <a:gd name="GluePoint2X" fmla="*/ 4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74" name="Freeform 342"/>
            <p:cNvSpPr/>
            <p:nvPr/>
          </p:nvSpPr>
          <p:spPr>
            <a:xfrm flipH="1" flipV="1">
              <a:off x="7587000" y="4165560"/>
              <a:ext cx="299520" cy="242640"/>
            </a:xfrm>
            <a:custGeom>
              <a:avLst/>
              <a:gdLst>
                <a:gd name="textAreaLeft" fmla="*/ 360 w 299520"/>
                <a:gd name="textAreaRight" fmla="*/ 300240 w 299520"/>
                <a:gd name="textAreaTop" fmla="*/ 360 h 242640"/>
                <a:gd name="textAreaBottom" fmla="*/ 243360 h 242640"/>
                <a:gd name="GluePoint1X" fmla="*/ 0 w 342"/>
                <a:gd name="GluePoint1Y" fmla="*/ 32 h 186"/>
                <a:gd name="GluePoint2X" fmla="*/ 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75" name="Freeform 343"/>
            <p:cNvSpPr/>
            <p:nvPr/>
          </p:nvSpPr>
          <p:spPr>
            <a:xfrm flipH="1">
              <a:off x="7148880" y="4160880"/>
              <a:ext cx="275760" cy="232920"/>
            </a:xfrm>
            <a:custGeom>
              <a:avLst/>
              <a:gdLst>
                <a:gd name="textAreaLeft" fmla="*/ 360 w 275760"/>
                <a:gd name="textAreaRight" fmla="*/ 276480 w 275760"/>
                <a:gd name="textAreaTop" fmla="*/ 0 h 232920"/>
                <a:gd name="textAreaBottom" fmla="*/ 233280 h 232920"/>
                <a:gd name="GluePoint1X" fmla="*/ 0 w 342"/>
                <a:gd name="GluePoint1Y" fmla="*/ 22 h 186"/>
                <a:gd name="GluePoint2X" fmla="*/ 1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76" name="Text Box 344"/>
            <p:cNvSpPr/>
            <p:nvPr/>
          </p:nvSpPr>
          <p:spPr>
            <a:xfrm>
              <a:off x="6346440" y="5372280"/>
              <a:ext cx="2768400" cy="82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given these costs,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find new routing….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resulting in new costs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7" name="Line 345"/>
            <p:cNvSpPr/>
            <p:nvPr/>
          </p:nvSpPr>
          <p:spPr>
            <a:xfrm flipV="1">
              <a:off x="7520040" y="4674960"/>
              <a:ext cx="360" cy="24768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78" name="Line 346"/>
            <p:cNvSpPr/>
            <p:nvPr/>
          </p:nvSpPr>
          <p:spPr>
            <a:xfrm flipV="1">
              <a:off x="6853320" y="4217760"/>
              <a:ext cx="360" cy="24768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79" name="Line 347"/>
            <p:cNvSpPr/>
            <p:nvPr/>
          </p:nvSpPr>
          <p:spPr>
            <a:xfrm flipV="1">
              <a:off x="8186760" y="4222440"/>
              <a:ext cx="360" cy="24768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280" name="Freeform 228"/>
          <p:cNvSpPr/>
          <p:nvPr/>
        </p:nvSpPr>
        <p:spPr>
          <a:xfrm>
            <a:off x="6926760" y="3591000"/>
            <a:ext cx="1180800" cy="952200"/>
          </a:xfrm>
          <a:custGeom>
            <a:avLst/>
            <a:gdLst>
              <a:gd name="textAreaLeft" fmla="*/ 0 w 1180800"/>
              <a:gd name="textAreaRight" fmla="*/ 1181160 w 1180800"/>
              <a:gd name="textAreaTop" fmla="*/ 0 h 952200"/>
              <a:gd name="textAreaBottom" fmla="*/ 952560 h 952200"/>
              <a:gd name="GluePoint1X" fmla="*/ 0 w 744"/>
              <a:gd name="GluePoint1Y" fmla="*/ 2147483647 h 600"/>
              <a:gd name="GluePoint2X" fmla="*/ 2147483647 w 744"/>
              <a:gd name="GluePoint2Y" fmla="*/ 2147483647 h 600"/>
              <a:gd name="GluePoint3X" fmla="*/ 2147483647 w 744"/>
              <a:gd name="GluePoint3Y" fmla="*/ 2147483647 h 600"/>
              <a:gd name="GluePoint4X" fmla="*/ 2147483647 w 744"/>
              <a:gd name="GluePoint4Y" fmla="*/ 2147483647 h 600"/>
              <a:gd name="GluePoint5X" fmla="*/ 2147483647 w 744"/>
              <a:gd name="GluePoint5Y" fmla="*/ 0 h 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744" h="600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81" name="Group 348"/>
          <p:cNvGrpSpPr/>
          <p:nvPr/>
        </p:nvGrpSpPr>
        <p:grpSpPr>
          <a:xfrm>
            <a:off x="6845040" y="3668760"/>
            <a:ext cx="1492200" cy="989640"/>
            <a:chOff x="6845040" y="3668760"/>
            <a:chExt cx="1492200" cy="989640"/>
          </a:xfrm>
        </p:grpSpPr>
        <p:sp>
          <p:nvSpPr>
            <p:cNvPr id="3282" name="Text Box 270"/>
            <p:cNvSpPr/>
            <p:nvPr/>
          </p:nvSpPr>
          <p:spPr>
            <a:xfrm>
              <a:off x="6845040" y="369252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3" name="Text Box 274"/>
            <p:cNvSpPr/>
            <p:nvPr/>
          </p:nvSpPr>
          <p:spPr>
            <a:xfrm>
              <a:off x="7853760" y="3668760"/>
              <a:ext cx="4834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2+e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4" name="Text Box 275"/>
            <p:cNvSpPr/>
            <p:nvPr/>
          </p:nvSpPr>
          <p:spPr>
            <a:xfrm>
              <a:off x="7679160" y="4354560"/>
              <a:ext cx="4834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1+e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5" name="Text Box 276"/>
            <p:cNvSpPr/>
            <p:nvPr/>
          </p:nvSpPr>
          <p:spPr>
            <a:xfrm>
              <a:off x="6930720" y="429732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6" name="Text Box 279"/>
            <p:cNvSpPr/>
            <p:nvPr/>
          </p:nvSpPr>
          <p:spPr>
            <a:xfrm>
              <a:off x="7265880" y="406872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7" name="Text Box 280"/>
            <p:cNvSpPr/>
            <p:nvPr/>
          </p:nvSpPr>
          <p:spPr>
            <a:xfrm>
              <a:off x="7554600" y="405936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8" name="Group 349"/>
          <p:cNvGrpSpPr/>
          <p:nvPr/>
        </p:nvGrpSpPr>
        <p:grpSpPr>
          <a:xfrm>
            <a:off x="9333000" y="3505320"/>
            <a:ext cx="2768400" cy="2689200"/>
            <a:chOff x="9333000" y="3505320"/>
            <a:chExt cx="2768400" cy="2689200"/>
          </a:xfrm>
        </p:grpSpPr>
        <p:sp>
          <p:nvSpPr>
            <p:cNvPr id="3289" name="Freeform 350"/>
            <p:cNvSpPr/>
            <p:nvPr/>
          </p:nvSpPr>
          <p:spPr>
            <a:xfrm>
              <a:off x="9686160" y="3505320"/>
              <a:ext cx="1944360" cy="1355400"/>
            </a:xfrm>
            <a:custGeom>
              <a:avLst/>
              <a:gdLst>
                <a:gd name="textAreaLeft" fmla="*/ 0 w 1944360"/>
                <a:gd name="textAreaRight" fmla="*/ 1944720 w 1944360"/>
                <a:gd name="textAreaTop" fmla="*/ 0 h 1355400"/>
                <a:gd name="textAreaBottom" fmla="*/ 1355760 h 1355400"/>
                <a:gd name="GluePoint1X" fmla="*/ 0 w 1225"/>
                <a:gd name="GluePoint1Y" fmla="*/ 387 h 854"/>
                <a:gd name="GluePoint2X" fmla="*/ 168 w 1225"/>
                <a:gd name="GluePoint2Y" fmla="*/ 162 h 854"/>
                <a:gd name="GluePoint3X" fmla="*/ 486 w 1225"/>
                <a:gd name="GluePoint3Y" fmla="*/ 18 h 854"/>
                <a:gd name="GluePoint4X" fmla="*/ 822 w 1225"/>
                <a:gd name="GluePoint4Y" fmla="*/ 30 h 854"/>
                <a:gd name="GluePoint5X" fmla="*/ 1152 w 1225"/>
                <a:gd name="GluePoint5Y" fmla="*/ 267 h 854"/>
                <a:gd name="GluePoint6X" fmla="*/ 1188 w 1225"/>
                <a:gd name="GluePoint6Y" fmla="*/ 537 h 854"/>
                <a:gd name="GluePoint7X" fmla="*/ 927 w 1225"/>
                <a:gd name="GluePoint7Y" fmla="*/ 780 h 854"/>
                <a:gd name="GluePoint8X" fmla="*/ 447 w 1225"/>
                <a:gd name="GluePoint8Y" fmla="*/ 837 h 854"/>
                <a:gd name="GluePoint9X" fmla="*/ 177 w 1225"/>
                <a:gd name="GluePoint9Y" fmla="*/ 675 h 854"/>
                <a:gd name="GluePoint10X" fmla="*/ 0 w 1225"/>
                <a:gd name="GluePoint10Y" fmla="*/ 387 h 8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290" name="Freeform 351"/>
            <p:cNvSpPr/>
            <p:nvPr/>
          </p:nvSpPr>
          <p:spPr>
            <a:xfrm>
              <a:off x="10095840" y="3843360"/>
              <a:ext cx="390240" cy="209160"/>
            </a:xfrm>
            <a:custGeom>
              <a:avLst/>
              <a:gdLst>
                <a:gd name="textAreaLeft" fmla="*/ 0 w 390240"/>
                <a:gd name="textAreaRight" fmla="*/ 390600 w 390240"/>
                <a:gd name="textAreaTop" fmla="*/ 0 h 209160"/>
                <a:gd name="textAreaBottom" fmla="*/ 209520 h 209160"/>
                <a:gd name="GluePoint1X" fmla="*/ 0 w 342"/>
                <a:gd name="GluePoint1Y" fmla="*/ 9 h 186"/>
                <a:gd name="GluePoint2X" fmla="*/ 17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291" name="Group 352"/>
            <p:cNvGrpSpPr/>
            <p:nvPr/>
          </p:nvGrpSpPr>
          <p:grpSpPr>
            <a:xfrm>
              <a:off x="10402200" y="3525840"/>
              <a:ext cx="501840" cy="395280"/>
              <a:chOff x="10402200" y="3525840"/>
              <a:chExt cx="501840" cy="395280"/>
            </a:xfrm>
          </p:grpSpPr>
          <p:sp>
            <p:nvSpPr>
              <p:cNvPr id="3292" name="Oval 353"/>
              <p:cNvSpPr/>
              <p:nvPr/>
            </p:nvSpPr>
            <p:spPr>
              <a:xfrm>
                <a:off x="10406880" y="371304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93" name="Line 354"/>
              <p:cNvSpPr/>
              <p:nvPr/>
            </p:nvSpPr>
            <p:spPr>
              <a:xfrm>
                <a:off x="10406880" y="370188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94" name="Line 355"/>
              <p:cNvSpPr/>
              <p:nvPr/>
            </p:nvSpPr>
            <p:spPr>
              <a:xfrm>
                <a:off x="10903680" y="370188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95" name="Rectangle 356"/>
              <p:cNvSpPr/>
              <p:nvPr/>
            </p:nvSpPr>
            <p:spPr>
              <a:xfrm>
                <a:off x="10406880" y="370188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296" name="Oval 357"/>
              <p:cNvSpPr/>
              <p:nvPr/>
            </p:nvSpPr>
            <p:spPr>
              <a:xfrm>
                <a:off x="10402200" y="360828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297" name="Group 358"/>
              <p:cNvGrpSpPr/>
              <p:nvPr/>
            </p:nvGrpSpPr>
            <p:grpSpPr>
              <a:xfrm>
                <a:off x="10477080" y="3525840"/>
                <a:ext cx="322560" cy="395280"/>
                <a:chOff x="10477080" y="3525840"/>
                <a:chExt cx="322560" cy="395280"/>
              </a:xfrm>
            </p:grpSpPr>
            <p:sp>
              <p:nvSpPr>
                <p:cNvPr id="3298" name="Rectangle 359"/>
                <p:cNvSpPr/>
                <p:nvPr/>
              </p:nvSpPr>
              <p:spPr>
                <a:xfrm>
                  <a:off x="10519200" y="3629160"/>
                  <a:ext cx="22464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299" name="Text Box 360"/>
                <p:cNvSpPr/>
                <p:nvPr/>
              </p:nvSpPr>
              <p:spPr>
                <a:xfrm>
                  <a:off x="10477080" y="3525840"/>
                  <a:ext cx="32256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a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300" name="Group 361"/>
            <p:cNvGrpSpPr/>
            <p:nvPr/>
          </p:nvGrpSpPr>
          <p:grpSpPr>
            <a:xfrm>
              <a:off x="9754560" y="3930480"/>
              <a:ext cx="501840" cy="395280"/>
              <a:chOff x="9754560" y="3930480"/>
              <a:chExt cx="501840" cy="395280"/>
            </a:xfrm>
          </p:grpSpPr>
          <p:sp>
            <p:nvSpPr>
              <p:cNvPr id="3301" name="Oval 362"/>
              <p:cNvSpPr/>
              <p:nvPr/>
            </p:nvSpPr>
            <p:spPr>
              <a:xfrm>
                <a:off x="9759240" y="412740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02" name="Line 363"/>
              <p:cNvSpPr/>
              <p:nvPr/>
            </p:nvSpPr>
            <p:spPr>
              <a:xfrm>
                <a:off x="9759240" y="411624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03" name="Line 364"/>
              <p:cNvSpPr/>
              <p:nvPr/>
            </p:nvSpPr>
            <p:spPr>
              <a:xfrm>
                <a:off x="10256040" y="411624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04" name="Rectangle 365"/>
              <p:cNvSpPr/>
              <p:nvPr/>
            </p:nvSpPr>
            <p:spPr>
              <a:xfrm>
                <a:off x="9759240" y="411624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05" name="Oval 366"/>
              <p:cNvSpPr/>
              <p:nvPr/>
            </p:nvSpPr>
            <p:spPr>
              <a:xfrm>
                <a:off x="9754560" y="402264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306" name="Group 367"/>
              <p:cNvGrpSpPr/>
              <p:nvPr/>
            </p:nvGrpSpPr>
            <p:grpSpPr>
              <a:xfrm>
                <a:off x="9848160" y="3930480"/>
                <a:ext cx="336240" cy="395280"/>
                <a:chOff x="9848160" y="3930480"/>
                <a:chExt cx="336240" cy="395280"/>
              </a:xfrm>
            </p:grpSpPr>
            <p:sp>
              <p:nvSpPr>
                <p:cNvPr id="3307" name="Rectangle 368"/>
                <p:cNvSpPr/>
                <p:nvPr/>
              </p:nvSpPr>
              <p:spPr>
                <a:xfrm>
                  <a:off x="9896760" y="4033800"/>
                  <a:ext cx="22824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308" name="Text Box 369"/>
                <p:cNvSpPr/>
                <p:nvPr/>
              </p:nvSpPr>
              <p:spPr>
                <a:xfrm>
                  <a:off x="9848160" y="3930480"/>
                  <a:ext cx="33624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d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309" name="Group 370"/>
            <p:cNvGrpSpPr/>
            <p:nvPr/>
          </p:nvGrpSpPr>
          <p:grpSpPr>
            <a:xfrm>
              <a:off x="10389240" y="4392720"/>
              <a:ext cx="500040" cy="395280"/>
              <a:chOff x="10389240" y="4392720"/>
              <a:chExt cx="500040" cy="395280"/>
            </a:xfrm>
          </p:grpSpPr>
          <p:grpSp>
            <p:nvGrpSpPr>
              <p:cNvPr id="3310" name="Group 371"/>
              <p:cNvGrpSpPr/>
              <p:nvPr/>
            </p:nvGrpSpPr>
            <p:grpSpPr>
              <a:xfrm>
                <a:off x="10389240" y="4478400"/>
                <a:ext cx="500040" cy="228240"/>
                <a:chOff x="10389240" y="4478400"/>
                <a:chExt cx="500040" cy="228240"/>
              </a:xfrm>
            </p:grpSpPr>
            <p:sp>
              <p:nvSpPr>
                <p:cNvPr id="3311" name="Oval 372"/>
                <p:cNvSpPr/>
                <p:nvPr/>
              </p:nvSpPr>
              <p:spPr>
                <a:xfrm>
                  <a:off x="10389600" y="4578480"/>
                  <a:ext cx="495000" cy="12816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312" name="Line 373"/>
                <p:cNvSpPr/>
                <p:nvPr/>
              </p:nvSpPr>
              <p:spPr>
                <a:xfrm>
                  <a:off x="10389240" y="456696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313" name="Line 374"/>
                <p:cNvSpPr/>
                <p:nvPr/>
              </p:nvSpPr>
              <p:spPr>
                <a:xfrm>
                  <a:off x="10884600" y="456696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314" name="Rectangle 375"/>
                <p:cNvSpPr/>
                <p:nvPr/>
              </p:nvSpPr>
              <p:spPr>
                <a:xfrm>
                  <a:off x="10389600" y="4567320"/>
                  <a:ext cx="490320" cy="7740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32760" rIns="90000" bIns="3276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315" name="Oval 376"/>
                <p:cNvSpPr/>
                <p:nvPr/>
              </p:nvSpPr>
              <p:spPr>
                <a:xfrm>
                  <a:off x="10394280" y="4478400"/>
                  <a:ext cx="495000" cy="15048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  <p:grpSp>
            <p:nvGrpSpPr>
              <p:cNvPr id="3316" name="Group 377"/>
              <p:cNvGrpSpPr/>
              <p:nvPr/>
            </p:nvGrpSpPr>
            <p:grpSpPr>
              <a:xfrm>
                <a:off x="10480680" y="4392720"/>
                <a:ext cx="301680" cy="395280"/>
                <a:chOff x="10480680" y="4392720"/>
                <a:chExt cx="301680" cy="395280"/>
              </a:xfrm>
            </p:grpSpPr>
            <p:sp>
              <p:nvSpPr>
                <p:cNvPr id="3317" name="Rectangle 378"/>
                <p:cNvSpPr/>
                <p:nvPr/>
              </p:nvSpPr>
              <p:spPr>
                <a:xfrm>
                  <a:off x="10513080" y="4495680"/>
                  <a:ext cx="22788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318" name="Text Box 379"/>
                <p:cNvSpPr/>
                <p:nvPr/>
              </p:nvSpPr>
              <p:spPr>
                <a:xfrm>
                  <a:off x="10480680" y="4392720"/>
                  <a:ext cx="30168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c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319" name="Group 380"/>
            <p:cNvGrpSpPr/>
            <p:nvPr/>
          </p:nvGrpSpPr>
          <p:grpSpPr>
            <a:xfrm>
              <a:off x="11043720" y="3944880"/>
              <a:ext cx="501840" cy="395280"/>
              <a:chOff x="11043720" y="3944880"/>
              <a:chExt cx="501840" cy="395280"/>
            </a:xfrm>
          </p:grpSpPr>
          <p:sp>
            <p:nvSpPr>
              <p:cNvPr id="3320" name="Oval 381"/>
              <p:cNvSpPr/>
              <p:nvPr/>
            </p:nvSpPr>
            <p:spPr>
              <a:xfrm>
                <a:off x="11048400" y="413712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21" name="Line 382"/>
              <p:cNvSpPr/>
              <p:nvPr/>
            </p:nvSpPr>
            <p:spPr>
              <a:xfrm>
                <a:off x="11048040" y="412560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22" name="Line 383"/>
              <p:cNvSpPr/>
              <p:nvPr/>
            </p:nvSpPr>
            <p:spPr>
              <a:xfrm>
                <a:off x="11545200" y="412560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23" name="Rectangle 384"/>
              <p:cNvSpPr/>
              <p:nvPr/>
            </p:nvSpPr>
            <p:spPr>
              <a:xfrm>
                <a:off x="11048400" y="412596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24" name="Oval 385"/>
              <p:cNvSpPr/>
              <p:nvPr/>
            </p:nvSpPr>
            <p:spPr>
              <a:xfrm>
                <a:off x="11043720" y="403236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325" name="Group 386"/>
              <p:cNvGrpSpPr/>
              <p:nvPr/>
            </p:nvGrpSpPr>
            <p:grpSpPr>
              <a:xfrm>
                <a:off x="11132640" y="3944880"/>
                <a:ext cx="336240" cy="395280"/>
                <a:chOff x="11132640" y="3944880"/>
                <a:chExt cx="336240" cy="395280"/>
              </a:xfrm>
            </p:grpSpPr>
            <p:sp>
              <p:nvSpPr>
                <p:cNvPr id="3326" name="Rectangle 387"/>
                <p:cNvSpPr/>
                <p:nvPr/>
              </p:nvSpPr>
              <p:spPr>
                <a:xfrm>
                  <a:off x="11181240" y="4048200"/>
                  <a:ext cx="22500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327" name="Text Box 388"/>
                <p:cNvSpPr/>
                <p:nvPr/>
              </p:nvSpPr>
              <p:spPr>
                <a:xfrm>
                  <a:off x="11132640" y="3944880"/>
                  <a:ext cx="33624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alibri"/>
                      <a:ea typeface="ＭＳ Ｐゴシック"/>
                    </a:rPr>
                    <a:t>b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3328" name="Freeform 389"/>
            <p:cNvSpPr/>
            <p:nvPr/>
          </p:nvSpPr>
          <p:spPr>
            <a:xfrm flipH="1">
              <a:off x="10881720" y="3790800"/>
              <a:ext cx="313920" cy="247320"/>
            </a:xfrm>
            <a:custGeom>
              <a:avLst/>
              <a:gdLst>
                <a:gd name="textAreaLeft" fmla="*/ 360 w 313920"/>
                <a:gd name="textAreaRight" fmla="*/ 314640 w 313920"/>
                <a:gd name="textAreaTop" fmla="*/ 0 h 247320"/>
                <a:gd name="textAreaBottom" fmla="*/ 247680 h 247320"/>
                <a:gd name="GluePoint1X" fmla="*/ 0 w 342"/>
                <a:gd name="GluePoint1Y" fmla="*/ 39 h 186"/>
                <a:gd name="GluePoint2X" fmla="*/ 3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29" name="Freeform 390"/>
            <p:cNvSpPr/>
            <p:nvPr/>
          </p:nvSpPr>
          <p:spPr>
            <a:xfrm flipH="1" flipV="1">
              <a:off x="10847520" y="4276080"/>
              <a:ext cx="285480" cy="223560"/>
            </a:xfrm>
            <a:custGeom>
              <a:avLst/>
              <a:gdLst>
                <a:gd name="textAreaLeft" fmla="*/ -360 w 285480"/>
                <a:gd name="textAreaRight" fmla="*/ 285480 w 285480"/>
                <a:gd name="textAreaTop" fmla="*/ -360 h 223560"/>
                <a:gd name="textAreaBottom" fmla="*/ 223560 h 223560"/>
                <a:gd name="GluePoint1X" fmla="*/ 0 w 342"/>
                <a:gd name="GluePoint1Y" fmla="*/ 15 h 186"/>
                <a:gd name="GluePoint2X" fmla="*/ 1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30" name="Freeform 391"/>
            <p:cNvSpPr/>
            <p:nvPr/>
          </p:nvSpPr>
          <p:spPr>
            <a:xfrm flipV="1">
              <a:off x="10129320" y="4247280"/>
              <a:ext cx="323640" cy="247320"/>
            </a:xfrm>
            <a:custGeom>
              <a:avLst/>
              <a:gdLst>
                <a:gd name="textAreaLeft" fmla="*/ 0 w 323640"/>
                <a:gd name="textAreaRight" fmla="*/ 324000 w 323640"/>
                <a:gd name="textAreaTop" fmla="*/ -360 h 247320"/>
                <a:gd name="textAreaBottom" fmla="*/ 247320 h 247320"/>
                <a:gd name="GluePoint1X" fmla="*/ 0 w 342"/>
                <a:gd name="GluePoint1Y" fmla="*/ 39 h 186"/>
                <a:gd name="GluePoint2X" fmla="*/ 4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31" name="Freeform 392"/>
            <p:cNvSpPr/>
            <p:nvPr/>
          </p:nvSpPr>
          <p:spPr>
            <a:xfrm flipH="1" flipV="1">
              <a:off x="10715040" y="4214880"/>
              <a:ext cx="299520" cy="242640"/>
            </a:xfrm>
            <a:custGeom>
              <a:avLst/>
              <a:gdLst>
                <a:gd name="textAreaLeft" fmla="*/ 360 w 299520"/>
                <a:gd name="textAreaRight" fmla="*/ 300240 w 299520"/>
                <a:gd name="textAreaTop" fmla="*/ 360 h 242640"/>
                <a:gd name="textAreaBottom" fmla="*/ 243360 h 242640"/>
                <a:gd name="GluePoint1X" fmla="*/ 0 w 342"/>
                <a:gd name="GluePoint1Y" fmla="*/ 32 h 186"/>
                <a:gd name="GluePoint2X" fmla="*/ 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32" name="Freeform 393"/>
            <p:cNvSpPr/>
            <p:nvPr/>
          </p:nvSpPr>
          <p:spPr>
            <a:xfrm flipH="1">
              <a:off x="10276920" y="4210200"/>
              <a:ext cx="275760" cy="232920"/>
            </a:xfrm>
            <a:custGeom>
              <a:avLst/>
              <a:gdLst>
                <a:gd name="textAreaLeft" fmla="*/ 360 w 275760"/>
                <a:gd name="textAreaRight" fmla="*/ 276480 w 275760"/>
                <a:gd name="textAreaTop" fmla="*/ 0 h 232920"/>
                <a:gd name="textAreaBottom" fmla="*/ 233280 h 232920"/>
                <a:gd name="GluePoint1X" fmla="*/ 0 w 342"/>
                <a:gd name="GluePoint1Y" fmla="*/ 22 h 186"/>
                <a:gd name="GluePoint2X" fmla="*/ 1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33" name="Text Box 394"/>
            <p:cNvSpPr/>
            <p:nvPr/>
          </p:nvSpPr>
          <p:spPr>
            <a:xfrm>
              <a:off x="9333000" y="5371920"/>
              <a:ext cx="2768400" cy="82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given these costs,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find new routing….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resulting in new costs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4" name="Line 395"/>
            <p:cNvSpPr/>
            <p:nvPr/>
          </p:nvSpPr>
          <p:spPr>
            <a:xfrm flipV="1">
              <a:off x="10648080" y="4724280"/>
              <a:ext cx="360" cy="24768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35" name="Line 396"/>
            <p:cNvSpPr/>
            <p:nvPr/>
          </p:nvSpPr>
          <p:spPr>
            <a:xfrm flipV="1">
              <a:off x="9981360" y="4267080"/>
              <a:ext cx="360" cy="24768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36" name="Line 397"/>
            <p:cNvSpPr/>
            <p:nvPr/>
          </p:nvSpPr>
          <p:spPr>
            <a:xfrm flipV="1">
              <a:off x="11314800" y="4271760"/>
              <a:ext cx="360" cy="24768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337" name="Freeform 398"/>
          <p:cNvSpPr/>
          <p:nvPr/>
        </p:nvSpPr>
        <p:spPr>
          <a:xfrm>
            <a:off x="10048320" y="3706920"/>
            <a:ext cx="1193400" cy="866520"/>
          </a:xfrm>
          <a:custGeom>
            <a:avLst/>
            <a:gdLst>
              <a:gd name="textAreaLeft" fmla="*/ 0 w 1193400"/>
              <a:gd name="textAreaRight" fmla="*/ 1193760 w 1193400"/>
              <a:gd name="textAreaTop" fmla="*/ 0 h 866520"/>
              <a:gd name="textAreaBottom" fmla="*/ 866880 h 866520"/>
              <a:gd name="GluePoint1X" fmla="*/ 2147483647 w 752"/>
              <a:gd name="GluePoint1Y" fmla="*/ 2147483647 h 546"/>
              <a:gd name="GluePoint2X" fmla="*/ 2147483647 w 752"/>
              <a:gd name="GluePoint2Y" fmla="*/ 2147483647 h 546"/>
              <a:gd name="GluePoint3X" fmla="*/ 0 w 752"/>
              <a:gd name="GluePoint3Y" fmla="*/ 2147483647 h 546"/>
              <a:gd name="GluePoint4X" fmla="*/ 2147483647 w 752"/>
              <a:gd name="GluePoint4Y" fmla="*/ 0 h 54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38" name="Group 399"/>
          <p:cNvGrpSpPr/>
          <p:nvPr/>
        </p:nvGrpSpPr>
        <p:grpSpPr>
          <a:xfrm>
            <a:off x="9873720" y="3692520"/>
            <a:ext cx="1428840" cy="965880"/>
            <a:chOff x="9873720" y="3692520"/>
            <a:chExt cx="1428840" cy="965880"/>
          </a:xfrm>
        </p:grpSpPr>
        <p:sp>
          <p:nvSpPr>
            <p:cNvPr id="3339" name="Text Box 400"/>
            <p:cNvSpPr/>
            <p:nvPr/>
          </p:nvSpPr>
          <p:spPr>
            <a:xfrm>
              <a:off x="9873720" y="3692520"/>
              <a:ext cx="4834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2+e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0" name="Text Box 401"/>
            <p:cNvSpPr/>
            <p:nvPr/>
          </p:nvSpPr>
          <p:spPr>
            <a:xfrm>
              <a:off x="11022480" y="372600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1" name="Text Box 402"/>
            <p:cNvSpPr/>
            <p:nvPr/>
          </p:nvSpPr>
          <p:spPr>
            <a:xfrm>
              <a:off x="10876320" y="435456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2" name="Text Box 403"/>
            <p:cNvSpPr/>
            <p:nvPr/>
          </p:nvSpPr>
          <p:spPr>
            <a:xfrm>
              <a:off x="10060560" y="429732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3" name="Text Box 404"/>
            <p:cNvSpPr/>
            <p:nvPr/>
          </p:nvSpPr>
          <p:spPr>
            <a:xfrm>
              <a:off x="10294200" y="4068720"/>
              <a:ext cx="4834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1+e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4" name="Text Box 405"/>
            <p:cNvSpPr/>
            <p:nvPr/>
          </p:nvSpPr>
          <p:spPr>
            <a:xfrm>
              <a:off x="10684440" y="4059360"/>
              <a:ext cx="280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45" name="Rectangle 3"/>
          <p:cNvSpPr/>
          <p:nvPr/>
        </p:nvSpPr>
        <p:spPr>
          <a:xfrm>
            <a:off x="627840" y="1762920"/>
            <a:ext cx="10791720" cy="12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401760" indent="-27144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sample scenario: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4480" lvl="1" indent="-271440" defTabSz="914400">
              <a:lnSpc>
                <a:spcPct val="100000"/>
              </a:lnSpc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routing to destination a, traffic entering at d, c, e with rates 1, e (&lt;1),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4480" lvl="1" indent="-271440" defTabSz="914400">
              <a:lnSpc>
                <a:spcPct val="100000"/>
              </a:lnSpc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 costs are directional, and volume-dependent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46" name="Group 475"/>
          <p:cNvGrpSpPr/>
          <p:nvPr/>
        </p:nvGrpSpPr>
        <p:grpSpPr>
          <a:xfrm>
            <a:off x="3365640" y="4272840"/>
            <a:ext cx="1854720" cy="767520"/>
            <a:chOff x="3365640" y="4272840"/>
            <a:chExt cx="1854720" cy="767520"/>
          </a:xfrm>
        </p:grpSpPr>
        <p:sp>
          <p:nvSpPr>
            <p:cNvPr id="3347" name="Text Box 52"/>
            <p:cNvSpPr/>
            <p:nvPr/>
          </p:nvSpPr>
          <p:spPr>
            <a:xfrm>
              <a:off x="4042800" y="4675680"/>
              <a:ext cx="3099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8" name="Text Box 54"/>
            <p:cNvSpPr/>
            <p:nvPr/>
          </p:nvSpPr>
          <p:spPr>
            <a:xfrm>
              <a:off x="3365640" y="428004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9" name="Text Box 56"/>
            <p:cNvSpPr/>
            <p:nvPr/>
          </p:nvSpPr>
          <p:spPr>
            <a:xfrm>
              <a:off x="4909680" y="427284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50" name="Group 479"/>
          <p:cNvGrpSpPr/>
          <p:nvPr/>
        </p:nvGrpSpPr>
        <p:grpSpPr>
          <a:xfrm>
            <a:off x="6576480" y="4293360"/>
            <a:ext cx="1854360" cy="767520"/>
            <a:chOff x="6576480" y="4293360"/>
            <a:chExt cx="1854360" cy="767520"/>
          </a:xfrm>
        </p:grpSpPr>
        <p:sp>
          <p:nvSpPr>
            <p:cNvPr id="3351" name="Text Box 52"/>
            <p:cNvSpPr/>
            <p:nvPr/>
          </p:nvSpPr>
          <p:spPr>
            <a:xfrm>
              <a:off x="7253280" y="4696200"/>
              <a:ext cx="3099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2" name="Text Box 54"/>
            <p:cNvSpPr/>
            <p:nvPr/>
          </p:nvSpPr>
          <p:spPr>
            <a:xfrm>
              <a:off x="6576480" y="430020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3" name="Text Box 56"/>
            <p:cNvSpPr/>
            <p:nvPr/>
          </p:nvSpPr>
          <p:spPr>
            <a:xfrm>
              <a:off x="8120160" y="429336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54" name="Group 483"/>
          <p:cNvGrpSpPr/>
          <p:nvPr/>
        </p:nvGrpSpPr>
        <p:grpSpPr>
          <a:xfrm>
            <a:off x="9705600" y="4313520"/>
            <a:ext cx="1854360" cy="767520"/>
            <a:chOff x="9705600" y="4313520"/>
            <a:chExt cx="1854360" cy="767520"/>
          </a:xfrm>
        </p:grpSpPr>
        <p:sp>
          <p:nvSpPr>
            <p:cNvPr id="3355" name="Text Box 52"/>
            <p:cNvSpPr/>
            <p:nvPr/>
          </p:nvSpPr>
          <p:spPr>
            <a:xfrm>
              <a:off x="10382760" y="4716360"/>
              <a:ext cx="3099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6" name="Text Box 54"/>
            <p:cNvSpPr/>
            <p:nvPr/>
          </p:nvSpPr>
          <p:spPr>
            <a:xfrm>
              <a:off x="9705600" y="432072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7" name="Text Box 56"/>
            <p:cNvSpPr/>
            <p:nvPr/>
          </p:nvSpPr>
          <p:spPr>
            <a:xfrm>
              <a:off x="11249280" y="431352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alibri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755" dur="indefinite" restart="never" nodeType="tmRoot">
          <p:childTnLst>
            <p:seq>
              <p:cTn id="756" dur="indefinite" nodeType="mainSeq">
                <p:childTnLst>
                  <p:par>
                    <p:cTn id="757" fill="hold">
                      <p:stCondLst>
                        <p:cond delay="indefinite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61" dur="500"/>
                                        <p:tgtEl>
                                          <p:spTgt spid="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64" dur="500"/>
                                        <p:tgtEl>
                                          <p:spTgt spid="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5" fill="hold">
                      <p:stCondLst>
                        <p:cond delay="indefinite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69" dur="500"/>
                                        <p:tgtEl>
                                          <p:spTgt spid="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0" fill="hold">
                      <p:stCondLst>
                        <p:cond delay="indefinite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74" dur="500"/>
                                        <p:tgtEl>
                                          <p:spTgt spid="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5" fill="hold">
                      <p:stCondLst>
                        <p:cond delay="indefinite"/>
                      </p:stCondLst>
                      <p:childTnLst>
                        <p:par>
                          <p:cTn id="776" fill="hold">
                            <p:stCondLst>
                              <p:cond delay="0"/>
                            </p:stCondLst>
                            <p:childTnLst>
                              <p:par>
                                <p:cTn id="77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79" dur="500"/>
                                        <p:tgtEl>
                                          <p:spTgt spid="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82" dur="500"/>
                                        <p:tgtEl>
                                          <p:spTgt spid="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3" fill="hold">
                      <p:stCondLst>
                        <p:cond delay="indefinite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87" dur="500"/>
                                        <p:tgtEl>
                                          <p:spTgt spid="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8" fill="hold">
                      <p:stCondLst>
                        <p:cond delay="indefinite"/>
                      </p:stCondLst>
                      <p:childTnLst>
                        <p:par>
                          <p:cTn id="789" fill="hold">
                            <p:stCondLst>
                              <p:cond delay="0"/>
                            </p:stCondLst>
                            <p:childTnLst>
                              <p:par>
                                <p:cTn id="79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92" dur="500"/>
                                        <p:tgtEl>
                                          <p:spTgt spid="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>
                      <p:stCondLst>
                        <p:cond delay="indefinite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id="79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97" dur="500"/>
                                        <p:tgtEl>
                                          <p:spTgt spid="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00" dur="500"/>
                                        <p:tgtEl>
                                          <p:spTgt spid="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1" fill="hold">
                            <p:stCondLst>
                              <p:cond delay="500"/>
                            </p:stCondLst>
                            <p:childTnLst>
                              <p:par>
                                <p:cTn id="802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04" dur="500"/>
                                        <p:tgtEl>
                                          <p:spTgt spid="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5" fill="hold">
                            <p:stCondLst>
                              <p:cond delay="1000"/>
                            </p:stCondLst>
                            <p:childTnLst>
                              <p:par>
                                <p:cTn id="806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08" dur="500"/>
                                        <p:tgtEl>
                                          <p:spTgt spid="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359" name="Rectangle 4"/>
          <p:cNvSpPr/>
          <p:nvPr/>
        </p:nvSpPr>
        <p:spPr>
          <a:xfrm>
            <a:off x="6761520" y="4144680"/>
            <a:ext cx="506628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0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link state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distance vector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1" name="PlaceHolder 2"/>
          <p:cNvSpPr>
            <a:spLocks noGrp="1"/>
          </p:cNvSpPr>
          <p:nvPr>
            <p:ph type="sldNum" idx="2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8550AD5C-FF2A-464F-9861-A3ECDC35BBB5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31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62" name="Picture 2"/>
          <p:cNvPicPr/>
          <p:nvPr/>
        </p:nvPicPr>
        <p:blipFill>
          <a:blip r:embed="rId1"/>
          <a:stretch/>
        </p:blipFill>
        <p:spPr>
          <a:xfrm>
            <a:off x="6971040" y="163872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PlaceHolder 1"/>
          <p:cNvSpPr>
            <a:spLocks noGrp="1"/>
          </p:cNvSpPr>
          <p:nvPr>
            <p:ph/>
          </p:nvPr>
        </p:nvSpPr>
        <p:spPr>
          <a:xfrm>
            <a:off x="838080" y="1724040"/>
            <a:ext cx="10812600" cy="51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13032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Based on </a:t>
            </a:r>
            <a:r>
              <a:rPr lang="en-US" sz="32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Bellman-Ford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(BF) equation (dynamic programming):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64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algorithm 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365" name="PlaceHolder 3"/>
          <p:cNvSpPr>
            <a:spLocks noGrp="1"/>
          </p:cNvSpPr>
          <p:nvPr>
            <p:ph type="sldNum" idx="3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A392FC3F-55CB-42DD-9892-DE97D1BEE560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366" name="Group 29"/>
          <p:cNvGrpSpPr/>
          <p:nvPr/>
        </p:nvGrpSpPr>
        <p:grpSpPr>
          <a:xfrm>
            <a:off x="1902600" y="2507400"/>
            <a:ext cx="8853840" cy="2757600"/>
            <a:chOff x="1902600" y="2507400"/>
            <a:chExt cx="8853840" cy="2757600"/>
          </a:xfrm>
        </p:grpSpPr>
        <p:sp>
          <p:nvSpPr>
            <p:cNvPr id="3367" name="Rectangle 3"/>
            <p:cNvSpPr/>
            <p:nvPr/>
          </p:nvSpPr>
          <p:spPr>
            <a:xfrm>
              <a:off x="2803320" y="3288960"/>
              <a:ext cx="7953120" cy="1976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rmAutofit fontScale="92500" lnSpcReduction="9999"/>
            </a:bodyPr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pos="0" algn="l"/>
                </a:tabLst>
              </a:pPr>
              <a:r>
                <a:rPr lang="en-US" sz="3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Let </a:t>
              </a:r>
              <a:r>
                <a:rPr lang="en-US" sz="30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D</a:t>
              </a:r>
              <a:r>
                <a:rPr lang="en-US" sz="3000" b="0" i="1" u="none" strike="noStrike" baseline="-25000">
                  <a:solidFill>
                    <a:schemeClr val="dk1"/>
                  </a:solidFill>
                  <a:effectLst/>
                  <a:uFillTx/>
                  <a:latin typeface="Arial"/>
                </a:rPr>
                <a:t>x</a:t>
              </a:r>
              <a:r>
                <a:rPr lang="en-US" sz="30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(y): </a:t>
              </a:r>
              <a:r>
                <a:rPr lang="en-US" sz="3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cost of least-cost path from </a:t>
              </a:r>
              <a:r>
                <a:rPr lang="en-US" sz="30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x</a:t>
              </a:r>
              <a:r>
                <a:rPr lang="en-US" sz="3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 to </a:t>
              </a:r>
              <a:r>
                <a:rPr lang="en-US" sz="30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y</a:t>
              </a:r>
              <a:r>
                <a:rPr lang="en-US" sz="3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.</a:t>
              </a:r>
              <a:endPara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pos="0" algn="l"/>
                </a:tabLst>
              </a:pPr>
              <a:r>
                <a:rPr lang="en-US" sz="3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Then:</a:t>
              </a:r>
              <a:endPara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pos="0" algn="l"/>
                </a:tabLst>
              </a:pPr>
              <a:r>
                <a:rPr lang="en-US" sz="2800" b="0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   </a:t>
              </a:r>
              <a:r>
                <a:rPr lang="en-US" sz="32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D</a:t>
              </a:r>
              <a:r>
                <a:rPr lang="en-US" sz="3200" b="0" i="1" u="none" strike="noStrike" baseline="-25000">
                  <a:solidFill>
                    <a:srgbClr val="CC0000"/>
                  </a:solidFill>
                  <a:effectLst/>
                  <a:uFillTx/>
                  <a:latin typeface="Arial"/>
                </a:rPr>
                <a:t>x</a:t>
              </a:r>
              <a:r>
                <a:rPr lang="en-US" sz="32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(y) = </a:t>
              </a:r>
              <a:r>
                <a:rPr lang="en-US" sz="3200" b="0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min</a:t>
              </a:r>
              <a:r>
                <a:rPr lang="en-US" sz="3200" b="0" i="1" u="none" strike="noStrike" baseline="-25000">
                  <a:solidFill>
                    <a:srgbClr val="CC0000"/>
                  </a:solidFill>
                  <a:effectLst/>
                  <a:uFillTx/>
                  <a:latin typeface="Arial"/>
                </a:rPr>
                <a:t>v</a:t>
              </a:r>
              <a:r>
                <a:rPr lang="en-US" sz="32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 { c</a:t>
              </a:r>
              <a:r>
                <a:rPr lang="en-US" sz="3200" b="0" i="1" u="none" strike="noStrike" baseline="-25000">
                  <a:solidFill>
                    <a:srgbClr val="CC0000"/>
                  </a:solidFill>
                  <a:effectLst/>
                  <a:uFillTx/>
                  <a:latin typeface="Arial"/>
                </a:rPr>
                <a:t>x,v </a:t>
              </a:r>
              <a:r>
                <a:rPr lang="en-US" sz="32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+ D</a:t>
              </a:r>
              <a:r>
                <a:rPr lang="en-US" sz="3200" b="0" i="1" u="none" strike="noStrike" baseline="-25000">
                  <a:solidFill>
                    <a:srgbClr val="CC0000"/>
                  </a:solidFill>
                  <a:effectLst/>
                  <a:uFillTx/>
                  <a:latin typeface="Arial"/>
                </a:rPr>
                <a:t>v</a:t>
              </a:r>
              <a:r>
                <a:rPr lang="en-US" sz="32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(y) }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pos="0" algn="l"/>
                </a:tabLst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   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pos="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8" name="Rectangle 8"/>
            <p:cNvSpPr/>
            <p:nvPr/>
          </p:nvSpPr>
          <p:spPr>
            <a:xfrm>
              <a:off x="1902600" y="2743200"/>
              <a:ext cx="8686440" cy="218232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69" name="TextBox 9"/>
            <p:cNvSpPr/>
            <p:nvPr/>
          </p:nvSpPr>
          <p:spPr>
            <a:xfrm>
              <a:off x="2418840" y="2507400"/>
              <a:ext cx="3458880" cy="45612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Bellman-Ford equation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70" name="Group 19"/>
          <p:cNvGrpSpPr/>
          <p:nvPr/>
        </p:nvGrpSpPr>
        <p:grpSpPr>
          <a:xfrm>
            <a:off x="882000" y="4742640"/>
            <a:ext cx="5057280" cy="1556280"/>
            <a:chOff x="882000" y="4742640"/>
            <a:chExt cx="5057280" cy="1556280"/>
          </a:xfrm>
        </p:grpSpPr>
        <p:sp>
          <p:nvSpPr>
            <p:cNvPr id="3371" name="Text Box 8"/>
            <p:cNvSpPr/>
            <p:nvPr/>
          </p:nvSpPr>
          <p:spPr>
            <a:xfrm>
              <a:off x="882000" y="5842800"/>
              <a:ext cx="505728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min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taken over all neighbors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v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of 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x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2" name="Line 10"/>
            <p:cNvSpPr/>
            <p:nvPr/>
          </p:nvSpPr>
          <p:spPr>
            <a:xfrm>
              <a:off x="5250600" y="4742640"/>
              <a:ext cx="360" cy="1357200"/>
            </a:xfrm>
            <a:prstGeom prst="line">
              <a:avLst/>
            </a:prstGeom>
            <a:ln w="12700">
              <a:solidFill>
                <a:srgbClr val="0000A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373" name="Group 28"/>
          <p:cNvGrpSpPr/>
          <p:nvPr/>
        </p:nvGrpSpPr>
        <p:grpSpPr>
          <a:xfrm>
            <a:off x="6490440" y="4684680"/>
            <a:ext cx="5481360" cy="1067400"/>
            <a:chOff x="6490440" y="4684680"/>
            <a:chExt cx="5481360" cy="1067400"/>
          </a:xfrm>
        </p:grpSpPr>
        <p:sp>
          <p:nvSpPr>
            <p:cNvPr id="3374" name="Text Box 9"/>
            <p:cNvSpPr/>
            <p:nvPr/>
          </p:nvSpPr>
          <p:spPr>
            <a:xfrm>
              <a:off x="6490440" y="5295960"/>
              <a:ext cx="548136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v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’s estimated least-cost-path cost to 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y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375" name="Straight Connector 23"/>
            <p:cNvCxnSpPr/>
            <p:nvPr/>
          </p:nvCxnSpPr>
          <p:spPr>
            <a:xfrm flipV="1">
              <a:off x="6788880" y="4684680"/>
              <a:ext cx="360" cy="714240"/>
            </a:xfrm>
            <a:prstGeom prst="straightConnector1">
              <a:avLst/>
            </a:prstGeom>
            <a:ln w="12700">
              <a:solidFill>
                <a:srgbClr val="0000A8"/>
              </a:solidFill>
            </a:ln>
          </p:spPr>
        </p:cxnSp>
      </p:grpSp>
      <p:grpSp>
        <p:nvGrpSpPr>
          <p:cNvPr id="3376" name="Group 27"/>
          <p:cNvGrpSpPr/>
          <p:nvPr/>
        </p:nvGrpSpPr>
        <p:grpSpPr>
          <a:xfrm>
            <a:off x="5898960" y="4749120"/>
            <a:ext cx="4210920" cy="1584720"/>
            <a:chOff x="5898960" y="4749120"/>
            <a:chExt cx="4210920" cy="1584720"/>
          </a:xfrm>
        </p:grpSpPr>
        <p:sp>
          <p:nvSpPr>
            <p:cNvPr id="3377" name="Text Box 7"/>
            <p:cNvSpPr/>
            <p:nvPr/>
          </p:nvSpPr>
          <p:spPr>
            <a:xfrm>
              <a:off x="5898960" y="5877720"/>
              <a:ext cx="421092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direct cost of link from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x </a:t>
              </a: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to </a:t>
              </a:r>
              <a:r>
                <a:rPr lang="en-US" sz="24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v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378" name="Straight Connector 24"/>
            <p:cNvCxnSpPr/>
            <p:nvPr/>
          </p:nvCxnSpPr>
          <p:spPr>
            <a:xfrm flipV="1">
              <a:off x="5901840" y="4749120"/>
              <a:ext cx="360" cy="1338840"/>
            </a:xfrm>
            <a:prstGeom prst="straightConnector1">
              <a:avLst/>
            </a:prstGeom>
            <a:ln w="12700">
              <a:solidFill>
                <a:srgbClr val="0000A8"/>
              </a:solidFill>
            </a:ln>
          </p:spPr>
        </p:cxn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809" dur="indefinite" restart="never" nodeType="tmRoot">
          <p:childTnLst>
            <p:seq>
              <p:cTn id="810" dur="indefinite" nodeType="mainSeq">
                <p:childTnLst>
                  <p:par>
                    <p:cTn id="811" fill="hold">
                      <p:stCondLst>
                        <p:cond delay="indefinite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id="81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15" dur="500"/>
                                        <p:tgtEl>
                                          <p:spTgt spid="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6" fill="hold">
                      <p:stCondLst>
                        <p:cond delay="indefinite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20" dur="500"/>
                                        <p:tgtEl>
                                          <p:spTgt spid="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1" fill="hold">
                      <p:stCondLst>
                        <p:cond delay="indefinite"/>
                      </p:stCondLst>
                      <p:childTnLst>
                        <p:par>
                          <p:cTn id="822" fill="hold">
                            <p:stCondLst>
                              <p:cond delay="0"/>
                            </p:stCondLst>
                            <p:childTnLst>
                              <p:par>
                                <p:cTn id="82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25" dur="500"/>
                                        <p:tgtEl>
                                          <p:spTgt spid="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6" fill="hold">
                      <p:stCondLst>
                        <p:cond delay="indefinite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30" dur="500"/>
                                        <p:tgtEl>
                                          <p:spTgt spid="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Bellman-Ford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380" name="PlaceHolder 2"/>
          <p:cNvSpPr>
            <a:spLocks noGrp="1"/>
          </p:cNvSpPr>
          <p:nvPr>
            <p:ph type="sldNum" idx="3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3BECA302-5C65-441E-A24B-46D4B4C288B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1" name="Freeform 4"/>
          <p:cNvSpPr/>
          <p:nvPr/>
        </p:nvSpPr>
        <p:spPr>
          <a:xfrm>
            <a:off x="1464840" y="2577600"/>
            <a:ext cx="3571560" cy="2236320"/>
          </a:xfrm>
          <a:custGeom>
            <a:avLst/>
            <a:gdLst>
              <a:gd name="textAreaLeft" fmla="*/ 0 w 3571560"/>
              <a:gd name="textAreaRight" fmla="*/ 3571920 w 3571560"/>
              <a:gd name="textAreaTop" fmla="*/ 0 h 2236320"/>
              <a:gd name="textAreaBottom" fmla="*/ 2236680 h 2236320"/>
              <a:gd name="GluePoint1X" fmla="*/ 0 w 2250"/>
              <a:gd name="GluePoint1Y" fmla="*/ 624 h 1409"/>
              <a:gd name="GluePoint2X" fmla="*/ 219 w 2250"/>
              <a:gd name="GluePoint2Y" fmla="*/ 321 h 1409"/>
              <a:gd name="GluePoint3X" fmla="*/ 529 w 2250"/>
              <a:gd name="GluePoint3Y" fmla="*/ 35 h 1409"/>
              <a:gd name="GluePoint4X" fmla="*/ 1551 w 2250"/>
              <a:gd name="GluePoint4Y" fmla="*/ 111 h 1409"/>
              <a:gd name="GluePoint5X" fmla="*/ 1968 w 2250"/>
              <a:gd name="GluePoint5Y" fmla="*/ 483 h 1409"/>
              <a:gd name="GluePoint6X" fmla="*/ 2199 w 2250"/>
              <a:gd name="GluePoint6Y" fmla="*/ 906 h 1409"/>
              <a:gd name="GluePoint7X" fmla="*/ 1659 w 2250"/>
              <a:gd name="GluePoint7Y" fmla="*/ 1314 h 1409"/>
              <a:gd name="GluePoint8X" fmla="*/ 993 w 2250"/>
              <a:gd name="GluePoint8Y" fmla="*/ 1386 h 1409"/>
              <a:gd name="GluePoint9X" fmla="*/ 465 w 2250"/>
              <a:gd name="GluePoint9Y" fmla="*/ 1356 h 1409"/>
              <a:gd name="GluePoint10X" fmla="*/ 102 w 2250"/>
              <a:gd name="GluePoint10Y" fmla="*/ 1068 h 1409"/>
              <a:gd name="GluePoint11X" fmla="*/ 0 w 2250"/>
              <a:gd name="GluePoint11Y" fmla="*/ 624 h 140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2" name="Freeform 5"/>
          <p:cNvSpPr/>
          <p:nvPr/>
        </p:nvSpPr>
        <p:spPr>
          <a:xfrm>
            <a:off x="1974600" y="3431160"/>
            <a:ext cx="542520" cy="294840"/>
          </a:xfrm>
          <a:custGeom>
            <a:avLst/>
            <a:gdLst>
              <a:gd name="textAreaLeft" fmla="*/ 0 w 542520"/>
              <a:gd name="textAreaRight" fmla="*/ 542880 w 542520"/>
              <a:gd name="textAreaTop" fmla="*/ 0 h 294840"/>
              <a:gd name="textAreaBottom" fmla="*/ 295200 h 294840"/>
              <a:gd name="GluePoint1X" fmla="*/ 0 w 342"/>
              <a:gd name="GluePoint1Y" fmla="*/ 186 h 186"/>
              <a:gd name="GluePoint2X" fmla="*/ 342 w 342"/>
              <a:gd name="GluePoint2Y" fmla="*/ 0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3" name="Oval 6"/>
          <p:cNvSpPr/>
          <p:nvPr/>
        </p:nvSpPr>
        <p:spPr>
          <a:xfrm>
            <a:off x="1561680" y="3815640"/>
            <a:ext cx="496440" cy="128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4" name="Line 7"/>
          <p:cNvSpPr/>
          <p:nvPr/>
        </p:nvSpPr>
        <p:spPr>
          <a:xfrm>
            <a:off x="1561680" y="3804120"/>
            <a:ext cx="360" cy="795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560" rIns="90000" bIns="345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5" name="Line 8"/>
          <p:cNvSpPr/>
          <p:nvPr/>
        </p:nvSpPr>
        <p:spPr>
          <a:xfrm>
            <a:off x="2058480" y="3804120"/>
            <a:ext cx="360" cy="795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560" rIns="90000" bIns="345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6" name="Rectangle 9"/>
          <p:cNvSpPr/>
          <p:nvPr/>
        </p:nvSpPr>
        <p:spPr>
          <a:xfrm>
            <a:off x="1561680" y="3804480"/>
            <a:ext cx="491760" cy="7740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2760" rIns="90000" bIns="327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7" name="Oval 10"/>
          <p:cNvSpPr/>
          <p:nvPr/>
        </p:nvSpPr>
        <p:spPr>
          <a:xfrm>
            <a:off x="1557000" y="3710880"/>
            <a:ext cx="496440" cy="1504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8" name="Oval 26"/>
          <p:cNvSpPr/>
          <p:nvPr/>
        </p:nvSpPr>
        <p:spPr>
          <a:xfrm>
            <a:off x="3408120" y="4425120"/>
            <a:ext cx="496440" cy="128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9" name="Line 27"/>
          <p:cNvSpPr/>
          <p:nvPr/>
        </p:nvSpPr>
        <p:spPr>
          <a:xfrm>
            <a:off x="3407760" y="4413960"/>
            <a:ext cx="36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200" rIns="90000" bIns="342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0" name="Line 28"/>
          <p:cNvSpPr/>
          <p:nvPr/>
        </p:nvSpPr>
        <p:spPr>
          <a:xfrm>
            <a:off x="3904920" y="4413960"/>
            <a:ext cx="36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200" rIns="90000" bIns="342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1" name="Rectangle 29"/>
          <p:cNvSpPr/>
          <p:nvPr/>
        </p:nvSpPr>
        <p:spPr>
          <a:xfrm>
            <a:off x="3408120" y="4413960"/>
            <a:ext cx="491760" cy="7740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2760" rIns="90000" bIns="327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2" name="Oval 30"/>
          <p:cNvSpPr/>
          <p:nvPr/>
        </p:nvSpPr>
        <p:spPr>
          <a:xfrm>
            <a:off x="3403440" y="4320360"/>
            <a:ext cx="496440" cy="1504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3" name="Oval 31"/>
          <p:cNvSpPr/>
          <p:nvPr/>
        </p:nvSpPr>
        <p:spPr>
          <a:xfrm>
            <a:off x="4304880" y="3883680"/>
            <a:ext cx="496440" cy="128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4" name="Line 32"/>
          <p:cNvSpPr/>
          <p:nvPr/>
        </p:nvSpPr>
        <p:spPr>
          <a:xfrm>
            <a:off x="4304880" y="3872520"/>
            <a:ext cx="36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200" rIns="90000" bIns="342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5" name="Line 33"/>
          <p:cNvSpPr/>
          <p:nvPr/>
        </p:nvSpPr>
        <p:spPr>
          <a:xfrm>
            <a:off x="4801680" y="3872520"/>
            <a:ext cx="36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200" rIns="90000" bIns="342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6" name="Rectangle 34"/>
          <p:cNvSpPr/>
          <p:nvPr/>
        </p:nvSpPr>
        <p:spPr>
          <a:xfrm>
            <a:off x="4304880" y="3872520"/>
            <a:ext cx="491760" cy="7740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2760" rIns="90000" bIns="327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7" name="Oval 35"/>
          <p:cNvSpPr/>
          <p:nvPr/>
        </p:nvSpPr>
        <p:spPr>
          <a:xfrm>
            <a:off x="4300200" y="3778920"/>
            <a:ext cx="496440" cy="1504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8" name="Freeform 36"/>
          <p:cNvSpPr/>
          <p:nvPr/>
        </p:nvSpPr>
        <p:spPr>
          <a:xfrm>
            <a:off x="3655800" y="3474360"/>
            <a:ext cx="1080" cy="828360"/>
          </a:xfrm>
          <a:custGeom>
            <a:avLst/>
            <a:gdLst>
              <a:gd name="textAreaLeft" fmla="*/ 0 w 1080"/>
              <a:gd name="textAreaRight" fmla="*/ 1440 w 1080"/>
              <a:gd name="textAreaTop" fmla="*/ 0 h 828360"/>
              <a:gd name="textAreaBottom" fmla="*/ 828720 h 828360"/>
              <a:gd name="GluePoint1X" fmla="*/ 0 w 1"/>
              <a:gd name="GluePoint1Y" fmla="*/ 0 h 522"/>
              <a:gd name="GluePoint2X" fmla="*/ 0 w 1"/>
              <a:gd name="GluePoint2Y" fmla="*/ 522 h 5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9" name="Freeform 37"/>
          <p:cNvSpPr/>
          <p:nvPr/>
        </p:nvSpPr>
        <p:spPr>
          <a:xfrm>
            <a:off x="2555640" y="3483720"/>
            <a:ext cx="1080" cy="852120"/>
          </a:xfrm>
          <a:custGeom>
            <a:avLst/>
            <a:gdLst>
              <a:gd name="textAreaLeft" fmla="*/ 0 w 1080"/>
              <a:gd name="textAreaRight" fmla="*/ 1440 w 1080"/>
              <a:gd name="textAreaTop" fmla="*/ 0 h 852120"/>
              <a:gd name="textAreaBottom" fmla="*/ 852480 h 852120"/>
              <a:gd name="GluePoint1X" fmla="*/ 0 w 1"/>
              <a:gd name="GluePoint1Y" fmla="*/ 0 h 537"/>
              <a:gd name="GluePoint2X" fmla="*/ 0 w 1"/>
              <a:gd name="GluePoint2Y" fmla="*/ 537 h 53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0" name="Freeform 38"/>
          <p:cNvSpPr/>
          <p:nvPr/>
        </p:nvSpPr>
        <p:spPr>
          <a:xfrm>
            <a:off x="2817360" y="3459960"/>
            <a:ext cx="799920" cy="952200"/>
          </a:xfrm>
          <a:custGeom>
            <a:avLst/>
            <a:gdLst>
              <a:gd name="textAreaLeft" fmla="*/ 0 w 799920"/>
              <a:gd name="textAreaRight" fmla="*/ 800280 w 799920"/>
              <a:gd name="textAreaTop" fmla="*/ 0 h 952200"/>
              <a:gd name="textAreaBottom" fmla="*/ 952560 h 952200"/>
              <a:gd name="GluePoint1X" fmla="*/ 0 w 378"/>
              <a:gd name="GluePoint1Y" fmla="*/ 11993521 h 174"/>
              <a:gd name="GluePoint2X" fmla="*/ 5035 w 378"/>
              <a:gd name="GluePoint2Y" fmla="*/ 0 h 17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1" name="Freeform 39"/>
          <p:cNvSpPr/>
          <p:nvPr/>
        </p:nvSpPr>
        <p:spPr>
          <a:xfrm>
            <a:off x="3908160" y="4012200"/>
            <a:ext cx="580680" cy="428400"/>
          </a:xfrm>
          <a:custGeom>
            <a:avLst/>
            <a:gdLst>
              <a:gd name="textAreaLeft" fmla="*/ 0 w 580680"/>
              <a:gd name="textAreaRight" fmla="*/ 581040 w 580680"/>
              <a:gd name="textAreaTop" fmla="*/ 0 h 428400"/>
              <a:gd name="textAreaBottom" fmla="*/ 428760 h 428400"/>
              <a:gd name="GluePoint1X" fmla="*/ 0 w 366"/>
              <a:gd name="GluePoint1Y" fmla="*/ 270 h 270"/>
              <a:gd name="GluePoint2X" fmla="*/ 366 w 366"/>
              <a:gd name="GluePoint2Y" fmla="*/ 0 h 27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2" name="Freeform 40"/>
          <p:cNvSpPr/>
          <p:nvPr/>
        </p:nvSpPr>
        <p:spPr>
          <a:xfrm>
            <a:off x="2827080" y="4460040"/>
            <a:ext cx="580680" cy="1080"/>
          </a:xfrm>
          <a:custGeom>
            <a:avLst/>
            <a:gdLst>
              <a:gd name="textAreaLeft" fmla="*/ 0 w 580680"/>
              <a:gd name="textAreaRight" fmla="*/ 581040 w 580680"/>
              <a:gd name="textAreaTop" fmla="*/ 0 h 1080"/>
              <a:gd name="textAreaBottom" fmla="*/ 1440 h 1080"/>
              <a:gd name="GluePoint1X" fmla="*/ 366 w 366"/>
              <a:gd name="GluePoint1Y" fmla="*/ 0 h 1"/>
              <a:gd name="GluePoint2X" fmla="*/ 0 w 366"/>
              <a:gd name="GluePoint2Y" fmla="*/ 0 h 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43560" rIns="90000" bIns="-435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3" name="Freeform 41"/>
          <p:cNvSpPr/>
          <p:nvPr/>
        </p:nvSpPr>
        <p:spPr>
          <a:xfrm>
            <a:off x="1888920" y="3945600"/>
            <a:ext cx="437760" cy="418680"/>
          </a:xfrm>
          <a:custGeom>
            <a:avLst/>
            <a:gdLst>
              <a:gd name="textAreaLeft" fmla="*/ 0 w 437760"/>
              <a:gd name="textAreaRight" fmla="*/ 438120 w 437760"/>
              <a:gd name="textAreaTop" fmla="*/ 0 h 418680"/>
              <a:gd name="textAreaBottom" fmla="*/ 419040 h 418680"/>
              <a:gd name="GluePoint1X" fmla="*/ 276 w 276"/>
              <a:gd name="GluePoint1Y" fmla="*/ 264 h 264"/>
              <a:gd name="GluePoint2X" fmla="*/ 0 w 276"/>
              <a:gd name="GluePoint2Y" fmla="*/ 0 h 26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4" name="Freeform 42"/>
          <p:cNvSpPr/>
          <p:nvPr/>
        </p:nvSpPr>
        <p:spPr>
          <a:xfrm>
            <a:off x="2817360" y="3364560"/>
            <a:ext cx="580680" cy="1080"/>
          </a:xfrm>
          <a:custGeom>
            <a:avLst/>
            <a:gdLst>
              <a:gd name="textAreaLeft" fmla="*/ 0 w 580680"/>
              <a:gd name="textAreaRight" fmla="*/ 581040 w 580680"/>
              <a:gd name="textAreaTop" fmla="*/ 0 h 1080"/>
              <a:gd name="textAreaBottom" fmla="*/ 1440 h 1080"/>
              <a:gd name="GluePoint1X" fmla="*/ 366 w 366"/>
              <a:gd name="GluePoint1Y" fmla="*/ 0 h 1"/>
              <a:gd name="GluePoint2X" fmla="*/ 0 w 366"/>
              <a:gd name="GluePoint2Y" fmla="*/ 0 h 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43560" rIns="90000" bIns="-435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5" name="Freeform 43"/>
          <p:cNvSpPr/>
          <p:nvPr/>
        </p:nvSpPr>
        <p:spPr>
          <a:xfrm>
            <a:off x="3889080" y="3359880"/>
            <a:ext cx="628200" cy="423360"/>
          </a:xfrm>
          <a:custGeom>
            <a:avLst/>
            <a:gdLst>
              <a:gd name="textAreaLeft" fmla="*/ 0 w 628200"/>
              <a:gd name="textAreaRight" fmla="*/ 628560 w 628200"/>
              <a:gd name="textAreaTop" fmla="*/ 0 h 423360"/>
              <a:gd name="textAreaBottom" fmla="*/ 423720 h 423360"/>
              <a:gd name="GluePoint1X" fmla="*/ 396 w 396"/>
              <a:gd name="GluePoint1Y" fmla="*/ 267 h 267"/>
              <a:gd name="GluePoint2X" fmla="*/ 0 w 396"/>
              <a:gd name="GluePoint2Y" fmla="*/ 0 h 2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6" name="Freeform 44"/>
          <p:cNvSpPr/>
          <p:nvPr/>
        </p:nvSpPr>
        <p:spPr>
          <a:xfrm>
            <a:off x="1798200" y="2678760"/>
            <a:ext cx="1761840" cy="1023480"/>
          </a:xfrm>
          <a:custGeom>
            <a:avLst/>
            <a:gdLst>
              <a:gd name="textAreaLeft" fmla="*/ 0 w 1761840"/>
              <a:gd name="textAreaRight" fmla="*/ 1762200 w 1761840"/>
              <a:gd name="textAreaTop" fmla="*/ 0 h 1023480"/>
              <a:gd name="textAreaBottom" fmla="*/ 1023840 h 1023480"/>
              <a:gd name="GluePoint1X" fmla="*/ 1110 w 1110"/>
              <a:gd name="GluePoint1Y" fmla="*/ 342 h 645"/>
              <a:gd name="GluePoint2X" fmla="*/ 0 w 1110"/>
              <a:gd name="GluePoint2Y" fmla="*/ 645 h 6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07" name="Group 45"/>
          <p:cNvGrpSpPr/>
          <p:nvPr/>
        </p:nvGrpSpPr>
        <p:grpSpPr>
          <a:xfrm>
            <a:off x="1640520" y="3628080"/>
            <a:ext cx="322560" cy="395280"/>
            <a:chOff x="1640520" y="3628080"/>
            <a:chExt cx="322560" cy="395280"/>
          </a:xfrm>
        </p:grpSpPr>
        <p:sp>
          <p:nvSpPr>
            <p:cNvPr id="3408" name="Rectangle 46"/>
            <p:cNvSpPr/>
            <p:nvPr/>
          </p:nvSpPr>
          <p:spPr>
            <a:xfrm>
              <a:off x="1683360" y="3731400"/>
              <a:ext cx="225000" cy="20916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9" name="Text Box 47"/>
            <p:cNvSpPr/>
            <p:nvPr/>
          </p:nvSpPr>
          <p:spPr>
            <a:xfrm>
              <a:off x="1640520" y="3628080"/>
              <a:ext cx="32256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10" name="Group 48"/>
          <p:cNvGrpSpPr/>
          <p:nvPr/>
        </p:nvGrpSpPr>
        <p:grpSpPr>
          <a:xfrm>
            <a:off x="3504240" y="4237920"/>
            <a:ext cx="308160" cy="395280"/>
            <a:chOff x="3504240" y="4237920"/>
            <a:chExt cx="308160" cy="395280"/>
          </a:xfrm>
        </p:grpSpPr>
        <p:sp>
          <p:nvSpPr>
            <p:cNvPr id="3411" name="Rectangle 49"/>
            <p:cNvSpPr/>
            <p:nvPr/>
          </p:nvSpPr>
          <p:spPr>
            <a:xfrm>
              <a:off x="3540960" y="4340880"/>
              <a:ext cx="221760" cy="20916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2" name="Text Box 50"/>
            <p:cNvSpPr/>
            <p:nvPr/>
          </p:nvSpPr>
          <p:spPr>
            <a:xfrm>
              <a:off x="3504240" y="4237920"/>
              <a:ext cx="30816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13" name="Group 60"/>
          <p:cNvGrpSpPr/>
          <p:nvPr/>
        </p:nvGrpSpPr>
        <p:grpSpPr>
          <a:xfrm>
            <a:off x="4399920" y="3647160"/>
            <a:ext cx="333360" cy="456120"/>
            <a:chOff x="4399920" y="3647160"/>
            <a:chExt cx="333360" cy="456120"/>
          </a:xfrm>
        </p:grpSpPr>
        <p:sp>
          <p:nvSpPr>
            <p:cNvPr id="3414" name="Rectangle 61"/>
            <p:cNvSpPr/>
            <p:nvPr/>
          </p:nvSpPr>
          <p:spPr>
            <a:xfrm>
              <a:off x="4450680" y="3798000"/>
              <a:ext cx="222840" cy="20916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5" name="Text Box 62"/>
            <p:cNvSpPr/>
            <p:nvPr/>
          </p:nvSpPr>
          <p:spPr>
            <a:xfrm>
              <a:off x="4399920" y="3647160"/>
              <a:ext cx="33336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z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16" name="Text Box 63"/>
          <p:cNvSpPr/>
          <p:nvPr/>
        </p:nvSpPr>
        <p:spPr>
          <a:xfrm>
            <a:off x="1967760" y="334872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7" name="Text Box 64"/>
          <p:cNvSpPr/>
          <p:nvPr/>
        </p:nvSpPr>
        <p:spPr>
          <a:xfrm>
            <a:off x="2520000" y="369648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8" name="Text Box 65"/>
          <p:cNvSpPr/>
          <p:nvPr/>
        </p:nvSpPr>
        <p:spPr>
          <a:xfrm>
            <a:off x="1829520" y="403452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9" name="Text Box 66"/>
          <p:cNvSpPr/>
          <p:nvPr/>
        </p:nvSpPr>
        <p:spPr>
          <a:xfrm>
            <a:off x="3129840" y="384408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0" name="Text Box 67"/>
          <p:cNvSpPr/>
          <p:nvPr/>
        </p:nvSpPr>
        <p:spPr>
          <a:xfrm>
            <a:off x="3029760" y="440604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1" name="Text Box 68"/>
          <p:cNvSpPr/>
          <p:nvPr/>
        </p:nvSpPr>
        <p:spPr>
          <a:xfrm>
            <a:off x="3601080" y="372492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2" name="Text Box 69"/>
          <p:cNvSpPr/>
          <p:nvPr/>
        </p:nvSpPr>
        <p:spPr>
          <a:xfrm>
            <a:off x="4172760" y="414396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3" name="Text Box 70"/>
          <p:cNvSpPr/>
          <p:nvPr/>
        </p:nvSpPr>
        <p:spPr>
          <a:xfrm>
            <a:off x="4129920" y="329148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4" name="Text Box 71"/>
          <p:cNvSpPr/>
          <p:nvPr/>
        </p:nvSpPr>
        <p:spPr>
          <a:xfrm>
            <a:off x="2963160" y="305352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5" name="Text Box 72"/>
          <p:cNvSpPr/>
          <p:nvPr/>
        </p:nvSpPr>
        <p:spPr>
          <a:xfrm>
            <a:off x="2405880" y="2629800"/>
            <a:ext cx="308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6" name="Text Box 73"/>
          <p:cNvSpPr/>
          <p:nvPr/>
        </p:nvSpPr>
        <p:spPr>
          <a:xfrm>
            <a:off x="826560" y="1452960"/>
            <a:ext cx="110602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Suppose that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u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’s neighboring node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s, x,v,w,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know that for destination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z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27" name="Group 197"/>
          <p:cNvGrpSpPr/>
          <p:nvPr/>
        </p:nvGrpSpPr>
        <p:grpSpPr>
          <a:xfrm>
            <a:off x="5954400" y="2229120"/>
            <a:ext cx="4907880" cy="1912680"/>
            <a:chOff x="5954400" y="2229120"/>
            <a:chExt cx="4907880" cy="1912680"/>
          </a:xfrm>
        </p:grpSpPr>
        <p:sp>
          <p:nvSpPr>
            <p:cNvPr id="3428" name="Text Box 74"/>
            <p:cNvSpPr/>
            <p:nvPr/>
          </p:nvSpPr>
          <p:spPr>
            <a:xfrm>
              <a:off x="6467040" y="2803680"/>
              <a:ext cx="3503520" cy="133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</a:t>
              </a:r>
              <a:r>
                <a:rPr lang="en-US" sz="2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(z) </a:t>
              </a: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= min { 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</a:t>
              </a:r>
              <a:r>
                <a:rPr lang="en-US" sz="2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u,v 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+ D</a:t>
              </a:r>
              <a:r>
                <a:rPr lang="en-US" sz="2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v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(z),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                    c</a:t>
              </a:r>
              <a:r>
                <a:rPr lang="en-US" sz="2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u,x 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+ D</a:t>
              </a:r>
              <a:r>
                <a:rPr lang="en-US" sz="2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x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(z),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                    c</a:t>
              </a:r>
              <a:r>
                <a:rPr lang="en-US" sz="2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u,w 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+ D</a:t>
              </a:r>
              <a:r>
                <a:rPr lang="en-US" sz="2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w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(z) </a:t>
              </a: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}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9" name="Text Box 76"/>
            <p:cNvSpPr/>
            <p:nvPr/>
          </p:nvSpPr>
          <p:spPr>
            <a:xfrm>
              <a:off x="5954400" y="2229120"/>
              <a:ext cx="49078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Bellman-Ford equation says: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30" name="Oval 10"/>
          <p:cNvSpPr/>
          <p:nvPr/>
        </p:nvSpPr>
        <p:spPr>
          <a:xfrm>
            <a:off x="1490760" y="3507120"/>
            <a:ext cx="613440" cy="613440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431" name="Group 18"/>
          <p:cNvGrpSpPr/>
          <p:nvPr/>
        </p:nvGrpSpPr>
        <p:grpSpPr>
          <a:xfrm>
            <a:off x="763920" y="2192040"/>
            <a:ext cx="1690920" cy="1127160"/>
            <a:chOff x="763920" y="2192040"/>
            <a:chExt cx="1690920" cy="1127160"/>
          </a:xfrm>
        </p:grpSpPr>
        <p:sp>
          <p:nvSpPr>
            <p:cNvPr id="3432" name="Freeform 16"/>
            <p:cNvSpPr/>
            <p:nvPr/>
          </p:nvSpPr>
          <p:spPr>
            <a:xfrm>
              <a:off x="851760" y="2630520"/>
              <a:ext cx="1603080" cy="688680"/>
            </a:xfrm>
            <a:custGeom>
              <a:avLst/>
              <a:gdLst>
                <a:gd name="textAreaLeft" fmla="*/ 0 w 1603080"/>
                <a:gd name="textAreaRight" fmla="*/ 1603440 w 1603080"/>
                <a:gd name="textAreaTop" fmla="*/ 0 h 688680"/>
                <a:gd name="textAreaBottom" fmla="*/ 689040 h 688680"/>
                <a:gd name="GluePoint1X" fmla="*/ 1603331 w 1603331"/>
                <a:gd name="GluePoint1Y" fmla="*/ 626301 h 688931"/>
                <a:gd name="GluePoint2X" fmla="*/ 1453019 w 1603331"/>
                <a:gd name="GluePoint2Y" fmla="*/ 688931 h 688931"/>
                <a:gd name="GluePoint3X" fmla="*/ 0 w 1603331"/>
                <a:gd name="GluePoint3Y" fmla="*/ 0 h 688931"/>
                <a:gd name="GluePoint4X" fmla="*/ 1240077 w 1603331"/>
                <a:gd name="GluePoint4Y" fmla="*/ 0 h 688931"/>
                <a:gd name="GluePoint5X" fmla="*/ 1603331 w 1603331"/>
                <a:gd name="GluePoint5Y" fmla="*/ 626301 h 6889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98000">
                  <a:srgbClr val="D9D9D9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433" name="Group 17"/>
            <p:cNvGrpSpPr/>
            <p:nvPr/>
          </p:nvGrpSpPr>
          <p:grpSpPr>
            <a:xfrm>
              <a:off x="763920" y="2192040"/>
              <a:ext cx="1409400" cy="505800"/>
              <a:chOff x="763920" y="2192040"/>
              <a:chExt cx="1409400" cy="505800"/>
            </a:xfrm>
          </p:grpSpPr>
          <p:sp>
            <p:nvSpPr>
              <p:cNvPr id="3434" name="Rectangle 15"/>
              <p:cNvSpPr/>
              <p:nvPr/>
            </p:nvSpPr>
            <p:spPr>
              <a:xfrm>
                <a:off x="851760" y="2242080"/>
                <a:ext cx="1239840" cy="388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FFFF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435" name="TextBox 3"/>
              <p:cNvSpPr/>
              <p:nvPr/>
            </p:nvSpPr>
            <p:spPr>
              <a:xfrm>
                <a:off x="763920" y="2192040"/>
                <a:ext cx="1409400" cy="50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marL="123840" defTabSz="914400">
                  <a:lnSpc>
                    <a:spcPct val="100000"/>
                  </a:lnSpc>
                </a:pPr>
                <a:r>
                  <a:rPr lang="en-US" sz="2400" b="0" i="1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D</a:t>
                </a:r>
                <a:r>
                  <a:rPr lang="en-US" sz="2400" b="0" i="1" u="none" strike="noStrike" baseline="-25000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v</a:t>
                </a:r>
                <a:r>
                  <a:rPr lang="en-US" sz="2400" b="0" i="1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(z) </a:t>
                </a: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= 5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436" name="Group 179"/>
          <p:cNvGrpSpPr/>
          <p:nvPr/>
        </p:nvGrpSpPr>
        <p:grpSpPr>
          <a:xfrm>
            <a:off x="2315160" y="3160080"/>
            <a:ext cx="501840" cy="395280"/>
            <a:chOff x="2315160" y="3160080"/>
            <a:chExt cx="501840" cy="395280"/>
          </a:xfrm>
        </p:grpSpPr>
        <p:grpSp>
          <p:nvGrpSpPr>
            <p:cNvPr id="3437" name="Group 178"/>
            <p:cNvGrpSpPr/>
            <p:nvPr/>
          </p:nvGrpSpPr>
          <p:grpSpPr>
            <a:xfrm>
              <a:off x="2315160" y="3253320"/>
              <a:ext cx="501840" cy="232920"/>
              <a:chOff x="2315160" y="3253320"/>
              <a:chExt cx="501840" cy="232920"/>
            </a:xfrm>
          </p:grpSpPr>
          <p:sp>
            <p:nvSpPr>
              <p:cNvPr id="3438" name="Oval 16"/>
              <p:cNvSpPr/>
              <p:nvPr/>
            </p:nvSpPr>
            <p:spPr>
              <a:xfrm>
                <a:off x="2319840" y="335808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39" name="Line 17"/>
              <p:cNvSpPr/>
              <p:nvPr/>
            </p:nvSpPr>
            <p:spPr>
              <a:xfrm>
                <a:off x="2319480" y="3346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0" name="Line 18"/>
              <p:cNvSpPr/>
              <p:nvPr/>
            </p:nvSpPr>
            <p:spPr>
              <a:xfrm>
                <a:off x="2816640" y="3346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1" name="Rectangle 19"/>
              <p:cNvSpPr/>
              <p:nvPr/>
            </p:nvSpPr>
            <p:spPr>
              <a:xfrm>
                <a:off x="2319840" y="334728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2" name="Oval 20"/>
              <p:cNvSpPr/>
              <p:nvPr/>
            </p:nvSpPr>
            <p:spPr>
              <a:xfrm>
                <a:off x="2315160" y="325332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443" name="Group 57"/>
            <p:cNvGrpSpPr/>
            <p:nvPr/>
          </p:nvGrpSpPr>
          <p:grpSpPr>
            <a:xfrm>
              <a:off x="2409120" y="3160080"/>
              <a:ext cx="308160" cy="395280"/>
              <a:chOff x="2409120" y="3160080"/>
              <a:chExt cx="308160" cy="395280"/>
            </a:xfrm>
          </p:grpSpPr>
          <p:sp>
            <p:nvSpPr>
              <p:cNvPr id="3444" name="Rectangle 58"/>
              <p:cNvSpPr/>
              <p:nvPr/>
            </p:nvSpPr>
            <p:spPr>
              <a:xfrm>
                <a:off x="2445480" y="32634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5" name="Text Box 59"/>
              <p:cNvSpPr/>
              <p:nvPr/>
            </p:nvSpPr>
            <p:spPr>
              <a:xfrm>
                <a:off x="2409120" y="3160080"/>
                <a:ext cx="30816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446" name="Group 186"/>
          <p:cNvGrpSpPr/>
          <p:nvPr/>
        </p:nvGrpSpPr>
        <p:grpSpPr>
          <a:xfrm>
            <a:off x="3717360" y="2156400"/>
            <a:ext cx="1670760" cy="1131120"/>
            <a:chOff x="3717360" y="2156400"/>
            <a:chExt cx="1670760" cy="1131120"/>
          </a:xfrm>
        </p:grpSpPr>
        <p:sp>
          <p:nvSpPr>
            <p:cNvPr id="3447" name="Freeform 181"/>
            <p:cNvSpPr/>
            <p:nvPr/>
          </p:nvSpPr>
          <p:spPr>
            <a:xfrm flipH="1">
              <a:off x="3717000" y="2598840"/>
              <a:ext cx="1603080" cy="688680"/>
            </a:xfrm>
            <a:custGeom>
              <a:avLst/>
              <a:gdLst>
                <a:gd name="textAreaLeft" fmla="*/ -360 w 1603080"/>
                <a:gd name="textAreaRight" fmla="*/ 1603080 w 1603080"/>
                <a:gd name="textAreaTop" fmla="*/ 0 h 688680"/>
                <a:gd name="textAreaBottom" fmla="*/ 689040 h 688680"/>
                <a:gd name="GluePoint1X" fmla="*/ 1603331 w 1603331"/>
                <a:gd name="GluePoint1Y" fmla="*/ 626301 h 688931"/>
                <a:gd name="GluePoint2X" fmla="*/ 1453019 w 1603331"/>
                <a:gd name="GluePoint2Y" fmla="*/ 688931 h 688931"/>
                <a:gd name="GluePoint3X" fmla="*/ 0 w 1603331"/>
                <a:gd name="GluePoint3Y" fmla="*/ 0 h 688931"/>
                <a:gd name="GluePoint4X" fmla="*/ 1240077 w 1603331"/>
                <a:gd name="GluePoint4Y" fmla="*/ 0 h 688931"/>
                <a:gd name="GluePoint5X" fmla="*/ 1603331 w 1603331"/>
                <a:gd name="GluePoint5Y" fmla="*/ 626301 h 6889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98000">
                  <a:srgbClr val="D9D9D9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448" name="Group 185"/>
            <p:cNvGrpSpPr/>
            <p:nvPr/>
          </p:nvGrpSpPr>
          <p:grpSpPr>
            <a:xfrm>
              <a:off x="3933720" y="2156400"/>
              <a:ext cx="1454400" cy="505800"/>
              <a:chOff x="3933720" y="2156400"/>
              <a:chExt cx="1454400" cy="505800"/>
            </a:xfrm>
          </p:grpSpPr>
          <p:sp>
            <p:nvSpPr>
              <p:cNvPr id="3449" name="Rectangle 176"/>
              <p:cNvSpPr/>
              <p:nvPr/>
            </p:nvSpPr>
            <p:spPr>
              <a:xfrm>
                <a:off x="4078800" y="2214000"/>
                <a:ext cx="1239840" cy="388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FFFF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450" name="TextBox 174"/>
              <p:cNvSpPr/>
              <p:nvPr/>
            </p:nvSpPr>
            <p:spPr>
              <a:xfrm>
                <a:off x="3933720" y="2156400"/>
                <a:ext cx="1454400" cy="50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marL="123840" defTabSz="914400">
                  <a:lnSpc>
                    <a:spcPct val="100000"/>
                  </a:lnSpc>
                </a:pPr>
                <a:r>
                  <a:rPr lang="en-US" sz="2400" b="0" i="1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D</a:t>
                </a:r>
                <a:r>
                  <a:rPr lang="en-US" sz="2400" b="0" i="1" u="none" strike="noStrike" baseline="-25000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w</a:t>
                </a:r>
                <a:r>
                  <a:rPr lang="en-US" sz="2400" b="0" i="1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(z) = </a:t>
                </a: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3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451" name="Group 187"/>
          <p:cNvGrpSpPr/>
          <p:nvPr/>
        </p:nvGrpSpPr>
        <p:grpSpPr>
          <a:xfrm>
            <a:off x="3391920" y="3123360"/>
            <a:ext cx="500040" cy="395280"/>
            <a:chOff x="3391920" y="3123360"/>
            <a:chExt cx="500040" cy="395280"/>
          </a:xfrm>
        </p:grpSpPr>
        <p:sp>
          <p:nvSpPr>
            <p:cNvPr id="3452" name="Oval 21"/>
            <p:cNvSpPr/>
            <p:nvPr/>
          </p:nvSpPr>
          <p:spPr>
            <a:xfrm>
              <a:off x="3392280" y="332820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3" name="Line 22"/>
            <p:cNvSpPr/>
            <p:nvPr/>
          </p:nvSpPr>
          <p:spPr>
            <a:xfrm>
              <a:off x="3391920" y="33166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4" name="Line 23"/>
            <p:cNvSpPr/>
            <p:nvPr/>
          </p:nvSpPr>
          <p:spPr>
            <a:xfrm>
              <a:off x="3887280" y="33166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5" name="Rectangle 24"/>
            <p:cNvSpPr/>
            <p:nvPr/>
          </p:nvSpPr>
          <p:spPr>
            <a:xfrm>
              <a:off x="3392280" y="331704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6" name="Oval 25"/>
            <p:cNvSpPr/>
            <p:nvPr/>
          </p:nvSpPr>
          <p:spPr>
            <a:xfrm>
              <a:off x="3396960" y="322812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457" name="Group 54"/>
            <p:cNvGrpSpPr/>
            <p:nvPr/>
          </p:nvGrpSpPr>
          <p:grpSpPr>
            <a:xfrm>
              <a:off x="3468240" y="3123360"/>
              <a:ext cx="365040" cy="395280"/>
              <a:chOff x="3468240" y="3123360"/>
              <a:chExt cx="365040" cy="395280"/>
            </a:xfrm>
          </p:grpSpPr>
          <p:sp>
            <p:nvSpPr>
              <p:cNvPr id="3458" name="Rectangle 55"/>
              <p:cNvSpPr/>
              <p:nvPr/>
            </p:nvSpPr>
            <p:spPr>
              <a:xfrm>
                <a:off x="3530880" y="324576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9" name="Text Box 56"/>
              <p:cNvSpPr/>
              <p:nvPr/>
            </p:nvSpPr>
            <p:spPr>
              <a:xfrm>
                <a:off x="3468240" y="3123360"/>
                <a:ext cx="365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460" name="Group 194"/>
          <p:cNvGrpSpPr/>
          <p:nvPr/>
        </p:nvGrpSpPr>
        <p:grpSpPr>
          <a:xfrm>
            <a:off x="848520" y="4371840"/>
            <a:ext cx="1691280" cy="1151280"/>
            <a:chOff x="848520" y="4371840"/>
            <a:chExt cx="1691280" cy="1151280"/>
          </a:xfrm>
        </p:grpSpPr>
        <p:sp>
          <p:nvSpPr>
            <p:cNvPr id="3461" name="Freeform 189"/>
            <p:cNvSpPr/>
            <p:nvPr/>
          </p:nvSpPr>
          <p:spPr>
            <a:xfrm flipV="1">
              <a:off x="936720" y="4371480"/>
              <a:ext cx="1603080" cy="688680"/>
            </a:xfrm>
            <a:custGeom>
              <a:avLst/>
              <a:gdLst>
                <a:gd name="textAreaLeft" fmla="*/ 0 w 1603080"/>
                <a:gd name="textAreaRight" fmla="*/ 1603440 w 1603080"/>
                <a:gd name="textAreaTop" fmla="*/ -360 h 688680"/>
                <a:gd name="textAreaBottom" fmla="*/ 688680 h 688680"/>
                <a:gd name="GluePoint1X" fmla="*/ 1603331 w 1603331"/>
                <a:gd name="GluePoint1Y" fmla="*/ 626301 h 688931"/>
                <a:gd name="GluePoint2X" fmla="*/ 1453019 w 1603331"/>
                <a:gd name="GluePoint2Y" fmla="*/ 688931 h 688931"/>
                <a:gd name="GluePoint3X" fmla="*/ 0 w 1603331"/>
                <a:gd name="GluePoint3Y" fmla="*/ 0 h 688931"/>
                <a:gd name="GluePoint4X" fmla="*/ 1240077 w 1603331"/>
                <a:gd name="GluePoint4Y" fmla="*/ 0 h 688931"/>
                <a:gd name="GluePoint5X" fmla="*/ 1603331 w 1603331"/>
                <a:gd name="GluePoint5Y" fmla="*/ 626301 h 6889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98000">
                  <a:srgbClr val="D9D9D9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462" name="Group 193"/>
            <p:cNvGrpSpPr/>
            <p:nvPr/>
          </p:nvGrpSpPr>
          <p:grpSpPr>
            <a:xfrm>
              <a:off x="848520" y="5017320"/>
              <a:ext cx="1412280" cy="505800"/>
              <a:chOff x="848520" y="5017320"/>
              <a:chExt cx="1412280" cy="505800"/>
            </a:xfrm>
          </p:grpSpPr>
          <p:sp>
            <p:nvSpPr>
              <p:cNvPr id="3463" name="Rectangle 177"/>
              <p:cNvSpPr/>
              <p:nvPr/>
            </p:nvSpPr>
            <p:spPr>
              <a:xfrm>
                <a:off x="950400" y="5057280"/>
                <a:ext cx="1239840" cy="388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FFFF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464" name="TextBox 173"/>
              <p:cNvSpPr/>
              <p:nvPr/>
            </p:nvSpPr>
            <p:spPr>
              <a:xfrm>
                <a:off x="848520" y="5017320"/>
                <a:ext cx="1412280" cy="50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marL="123840" defTabSz="914400">
                  <a:lnSpc>
                    <a:spcPct val="100000"/>
                  </a:lnSpc>
                </a:pPr>
                <a:r>
                  <a:rPr lang="en-US" sz="2400" b="0" i="1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D</a:t>
                </a:r>
                <a:r>
                  <a:rPr lang="en-US" sz="2400" b="0" i="1" u="none" strike="noStrike" baseline="-25000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x</a:t>
                </a:r>
                <a:r>
                  <a:rPr lang="en-US" sz="2400" b="0" i="1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(z)</a:t>
                </a: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 = 3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465" name="Group 195"/>
          <p:cNvGrpSpPr/>
          <p:nvPr/>
        </p:nvGrpSpPr>
        <p:grpSpPr>
          <a:xfrm>
            <a:off x="2309400" y="4185360"/>
            <a:ext cx="501840" cy="456120"/>
            <a:chOff x="2309400" y="4185360"/>
            <a:chExt cx="501840" cy="456120"/>
          </a:xfrm>
        </p:grpSpPr>
        <p:sp>
          <p:nvSpPr>
            <p:cNvPr id="3466" name="Oval 11"/>
            <p:cNvSpPr/>
            <p:nvPr/>
          </p:nvSpPr>
          <p:spPr>
            <a:xfrm>
              <a:off x="2314440" y="44298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7" name="Line 12"/>
            <p:cNvSpPr/>
            <p:nvPr/>
          </p:nvSpPr>
          <p:spPr>
            <a:xfrm>
              <a:off x="2314080" y="44186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8" name="Line 13"/>
            <p:cNvSpPr/>
            <p:nvPr/>
          </p:nvSpPr>
          <p:spPr>
            <a:xfrm>
              <a:off x="2810880" y="44186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200" rIns="90000" bIns="34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9" name="Rectangle 14"/>
            <p:cNvSpPr/>
            <p:nvPr/>
          </p:nvSpPr>
          <p:spPr>
            <a:xfrm>
              <a:off x="2314440" y="44186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0" name="Oval 15"/>
            <p:cNvSpPr/>
            <p:nvPr/>
          </p:nvSpPr>
          <p:spPr>
            <a:xfrm>
              <a:off x="2309400" y="43250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471" name="Group 51"/>
            <p:cNvGrpSpPr/>
            <p:nvPr/>
          </p:nvGrpSpPr>
          <p:grpSpPr>
            <a:xfrm>
              <a:off x="2410920" y="4185360"/>
              <a:ext cx="333360" cy="456120"/>
              <a:chOff x="2410920" y="4185360"/>
              <a:chExt cx="333360" cy="456120"/>
            </a:xfrm>
          </p:grpSpPr>
          <p:sp>
            <p:nvSpPr>
              <p:cNvPr id="3472" name="Rectangle 52"/>
              <p:cNvSpPr/>
              <p:nvPr/>
            </p:nvSpPr>
            <p:spPr>
              <a:xfrm>
                <a:off x="2458440" y="433620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3" name="Text Box 53"/>
              <p:cNvSpPr/>
              <p:nvPr/>
            </p:nvSpPr>
            <p:spPr>
              <a:xfrm>
                <a:off x="2410920" y="4185360"/>
                <a:ext cx="333360" cy="456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74" name="Text Box 74"/>
          <p:cNvSpPr/>
          <p:nvPr/>
        </p:nvSpPr>
        <p:spPr>
          <a:xfrm>
            <a:off x="7446240" y="3940920"/>
            <a:ext cx="250200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= min {2 + 5,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          1 + 3,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          5 + 3}  =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75" name="Group 203"/>
          <p:cNvGrpSpPr/>
          <p:nvPr/>
        </p:nvGrpSpPr>
        <p:grpSpPr>
          <a:xfrm>
            <a:off x="6270840" y="2745360"/>
            <a:ext cx="4776840" cy="4080240"/>
            <a:chOff x="6270840" y="2745360"/>
            <a:chExt cx="4776840" cy="4080240"/>
          </a:xfrm>
        </p:grpSpPr>
        <p:sp>
          <p:nvSpPr>
            <p:cNvPr id="3476" name="Text Box 75"/>
            <p:cNvSpPr/>
            <p:nvPr/>
          </p:nvSpPr>
          <p:spPr>
            <a:xfrm>
              <a:off x="6270840" y="5284440"/>
              <a:ext cx="4776840" cy="154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</a:pPr>
              <a:r>
                <a:rPr lang="en-US" sz="28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node achieving minimum (x) is next hop on estimated least-cost path to destination (z)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477" name="Group 202"/>
            <p:cNvGrpSpPr/>
            <p:nvPr/>
          </p:nvGrpSpPr>
          <p:grpSpPr>
            <a:xfrm>
              <a:off x="6465600" y="2745360"/>
              <a:ext cx="3644640" cy="2469240"/>
              <a:chOff x="6465600" y="2745360"/>
              <a:chExt cx="3644640" cy="2469240"/>
            </a:xfrm>
          </p:grpSpPr>
          <p:sp>
            <p:nvSpPr>
              <p:cNvPr id="3478" name="Oval 199"/>
              <p:cNvSpPr/>
              <p:nvPr/>
            </p:nvSpPr>
            <p:spPr>
              <a:xfrm>
                <a:off x="6465600" y="2745360"/>
                <a:ext cx="874440" cy="6134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479" name="Oval 200"/>
              <p:cNvSpPr/>
              <p:nvPr/>
            </p:nvSpPr>
            <p:spPr>
              <a:xfrm>
                <a:off x="9235800" y="4601160"/>
                <a:ext cx="874440" cy="6134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480" name="Oval 201"/>
              <p:cNvSpPr/>
              <p:nvPr/>
            </p:nvSpPr>
            <p:spPr>
              <a:xfrm>
                <a:off x="8098200" y="3187800"/>
                <a:ext cx="1721880" cy="482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831" dur="indefinite" restart="never" nodeType="tmRoot">
          <p:childTnLst>
            <p:seq>
              <p:cTn id="832" dur="indefinite" nodeType="mainSeq">
                <p:childTnLst>
                  <p:par>
                    <p:cTn id="833" fill="hold">
                      <p:stCondLst>
                        <p:cond delay="0"/>
                      </p:stCondLst>
                      <p:childTnLst>
                        <p:par>
                          <p:cTn id="834" fill="hold">
                            <p:stCondLst>
                              <p:cond delay="0"/>
                            </p:stCondLst>
                            <p:childTnLst>
                              <p:par>
                                <p:cTn id="835" presetID="9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37" dur="500"/>
                                        <p:tgtEl>
                                          <p:spTgt spid="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8" fill="hold">
                      <p:stCondLst>
                        <p:cond delay="indefinite"/>
                      </p:stCondLst>
                      <p:childTnLst>
                        <p:par>
                          <p:cTn id="839" fill="hold">
                            <p:stCondLst>
                              <p:cond delay="0"/>
                            </p:stCondLst>
                            <p:childTnLst>
                              <p:par>
                                <p:cTn id="840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842" dur="500"/>
                                        <p:tgtEl>
                                          <p:spTgt spid="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3" fill="hold">
                      <p:stCondLst>
                        <p:cond delay="indefinite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847" dur="500"/>
                                        <p:tgtEl>
                                          <p:spTgt spid="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8" fill="hold">
                      <p:stCondLst>
                        <p:cond delay="indefinite"/>
                      </p:stCondLst>
                      <p:childTnLst>
                        <p:par>
                          <p:cTn id="849" fill="hold">
                            <p:stCondLst>
                              <p:cond delay="0"/>
                            </p:stCondLst>
                            <p:childTnLst>
                              <p:par>
                                <p:cTn id="850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852" dur="500"/>
                                        <p:tgtEl>
                                          <p:spTgt spid="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3" fill="hold">
                      <p:stCondLst>
                        <p:cond delay="indefinite"/>
                      </p:stCondLst>
                      <p:childTnLst>
                        <p:par>
                          <p:cTn id="854" fill="hold">
                            <p:stCondLst>
                              <p:cond delay="0"/>
                            </p:stCondLst>
                            <p:childTnLst>
                              <p:par>
                                <p:cTn id="85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57" dur="500"/>
                                        <p:tgtEl>
                                          <p:spTgt spid="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8" fill="hold">
                      <p:stCondLst>
                        <p:cond delay="indefinite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id="86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62" dur="500"/>
                                        <p:tgtEl>
                                          <p:spTgt spid="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3" fill="hold">
                      <p:stCondLst>
                        <p:cond delay="indefinite"/>
                      </p:stCondLst>
                      <p:childTnLst>
                        <p:par>
                          <p:cTn id="864" fill="hold">
                            <p:stCondLst>
                              <p:cond delay="0"/>
                            </p:stCondLst>
                            <p:childTnLst>
                              <p:par>
                                <p:cTn id="86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67" dur="500"/>
                                        <p:tgtEl>
                                          <p:spTgt spid="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algorithm 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482" name="PlaceHolder 2"/>
          <p:cNvSpPr>
            <a:spLocks noGrp="1"/>
          </p:cNvSpPr>
          <p:nvPr>
            <p:ph type="sldNum" idx="3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620F66A4-8EDE-47C4-AE9A-50B87B9A2718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3" name="Rectangle 3"/>
          <p:cNvSpPr/>
          <p:nvPr/>
        </p:nvSpPr>
        <p:spPr>
          <a:xfrm>
            <a:off x="696240" y="1449720"/>
            <a:ext cx="1081476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key idea: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330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from time-to-time, each node sends its own distance vector estimate to neighbors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4" name="Rectangle 5"/>
          <p:cNvSpPr/>
          <p:nvPr/>
        </p:nvSpPr>
        <p:spPr>
          <a:xfrm>
            <a:off x="824040" y="4777920"/>
            <a:ext cx="10674360" cy="14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7760" indent="-347760" defTabSz="914400">
              <a:lnSpc>
                <a:spcPct val="90000"/>
              </a:lnSpc>
              <a:spcBef>
                <a:spcPts val="56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under minor, natural conditions, the estimate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800" b="0" i="1" u="none" strike="noStrike" baseline="-30000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(y) converge to the actual least cost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8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(y)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85" name="Group 3"/>
          <p:cNvGrpSpPr/>
          <p:nvPr/>
        </p:nvGrpSpPr>
        <p:grpSpPr>
          <a:xfrm>
            <a:off x="648360" y="2792160"/>
            <a:ext cx="10814760" cy="1446840"/>
            <a:chOff x="648360" y="2792160"/>
            <a:chExt cx="10814760" cy="1446840"/>
          </a:xfrm>
        </p:grpSpPr>
        <p:sp>
          <p:nvSpPr>
            <p:cNvPr id="3486" name="Rectangle 4"/>
            <p:cNvSpPr/>
            <p:nvPr/>
          </p:nvSpPr>
          <p:spPr>
            <a:xfrm>
              <a:off x="2556360" y="3646440"/>
              <a:ext cx="7245720" cy="59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800" b="0" i="1" u="none" strike="noStrike">
                  <a:solidFill>
                    <a:srgbClr val="CC0000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2800" b="0" i="1" u="none" strike="noStrike" baseline="-30000">
                  <a:solidFill>
                    <a:srgbClr val="CC0000"/>
                  </a:solidFill>
                  <a:effectLst/>
                  <a:uFillTx/>
                  <a:latin typeface="Calibri"/>
                </a:rPr>
                <a:t>x</a:t>
              </a:r>
              <a:r>
                <a:rPr lang="en-US" sz="2800" b="0" i="1" u="none" strike="noStrike">
                  <a:solidFill>
                    <a:srgbClr val="CC0000"/>
                  </a:solidFill>
                  <a:effectLst/>
                  <a:uFillTx/>
                  <a:latin typeface="Calibri"/>
                </a:rPr>
                <a:t>(y) ← min</a:t>
              </a:r>
              <a:r>
                <a:rPr lang="en-US" sz="2800" b="0" i="1" u="none" strike="noStrike" baseline="-30000">
                  <a:solidFill>
                    <a:srgbClr val="CC0000"/>
                  </a:solidFill>
                  <a:effectLst/>
                  <a:uFillTx/>
                  <a:latin typeface="Calibri"/>
                </a:rPr>
                <a:t>v</a:t>
              </a:r>
              <a:r>
                <a:rPr lang="en-US" sz="2800" b="0" i="1" u="none" strike="noStrike">
                  <a:solidFill>
                    <a:srgbClr val="CC0000"/>
                  </a:solidFill>
                  <a:effectLst/>
                  <a:uFillTx/>
                  <a:latin typeface="Calibri"/>
                </a:rPr>
                <a:t>{c</a:t>
              </a:r>
              <a:r>
                <a:rPr lang="en-US" sz="2800" b="0" i="1" u="none" strike="noStrike" baseline="-25000">
                  <a:solidFill>
                    <a:srgbClr val="CC0000"/>
                  </a:solidFill>
                  <a:effectLst/>
                  <a:uFillTx/>
                  <a:latin typeface="Calibri"/>
                </a:rPr>
                <a:t>x,v </a:t>
              </a:r>
              <a:r>
                <a:rPr lang="en-US" sz="2800" b="0" i="1" u="none" strike="noStrike">
                  <a:solidFill>
                    <a:srgbClr val="CC0000"/>
                  </a:solidFill>
                  <a:effectLst/>
                  <a:uFillTx/>
                  <a:latin typeface="Calibri"/>
                </a:rPr>
                <a:t>+ D</a:t>
              </a:r>
              <a:r>
                <a:rPr lang="en-US" sz="2800" b="0" i="1" u="none" strike="noStrike" baseline="-30000">
                  <a:solidFill>
                    <a:srgbClr val="CC0000"/>
                  </a:solidFill>
                  <a:effectLst/>
                  <a:uFillTx/>
                  <a:latin typeface="Calibri"/>
                </a:rPr>
                <a:t>v</a:t>
              </a:r>
              <a:r>
                <a:rPr lang="en-US" sz="2800" b="0" i="1" u="none" strike="noStrike">
                  <a:solidFill>
                    <a:srgbClr val="CC0000"/>
                  </a:solidFill>
                  <a:effectLst/>
                  <a:uFillTx/>
                  <a:latin typeface="Calibri"/>
                </a:rPr>
                <a:t>(y)}  </a:t>
              </a: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for each node </a:t>
              </a:r>
              <a:r>
                <a:rPr lang="en-US" sz="2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MS Mincho"/>
                </a:rPr>
                <a:t>∊</a:t>
              </a: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MS Mincho"/>
                </a:rPr>
                <a:t> </a:t>
              </a:r>
              <a:r>
                <a:rPr lang="en-US" sz="2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MS Mincho"/>
                </a:rPr>
                <a:t>N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7" name="Rectangle 3"/>
            <p:cNvSpPr/>
            <p:nvPr/>
          </p:nvSpPr>
          <p:spPr>
            <a:xfrm>
              <a:off x="648360" y="2792160"/>
              <a:ext cx="10814760" cy="101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rmAutofit/>
            </a:bodyPr>
            <a:p>
              <a:pPr marL="460440" indent="-330120" defTabSz="914400">
                <a:lnSpc>
                  <a:spcPct val="90000"/>
                </a:lnSpc>
                <a:spcBef>
                  <a:spcPts val="10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when </a:t>
              </a:r>
              <a:r>
                <a:rPr lang="en-US" sz="28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receives new DV estimate from any neighbor, it updates its own DV using B-F equation: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868" dur="indefinite" restart="never" nodeType="tmRoot">
          <p:childTnLst>
            <p:seq>
              <p:cTn id="869" dur="indefinite" nodeType="mainSeq">
                <p:childTnLst>
                  <p:par>
                    <p:cTn id="870" fill="hold">
                      <p:stCondLst>
                        <p:cond delay="indefinite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74" dur="500"/>
                                        <p:tgtEl>
                                          <p:spTgt spid="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5" fill="hold">
                      <p:stCondLst>
                        <p:cond delay="indefinite"/>
                      </p:stCondLst>
                      <p:childTnLst>
                        <p:par>
                          <p:cTn id="876" fill="hold">
                            <p:stCondLst>
                              <p:cond delay="0"/>
                            </p:stCondLst>
                            <p:childTnLst>
                              <p:par>
                                <p:cTn id="87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79" dur="500"/>
                                        <p:tgtEl>
                                          <p:spTgt spid="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8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algorithm:  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489" name="PlaceHolder 2"/>
          <p:cNvSpPr>
            <a:spLocks noGrp="1"/>
          </p:cNvSpPr>
          <p:nvPr>
            <p:ph type="sldNum" idx="3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CCB8602F-AAD9-4913-BF8D-6AF8730E7DC9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0" name="Rectangle 3"/>
          <p:cNvSpPr/>
          <p:nvPr/>
        </p:nvSpPr>
        <p:spPr>
          <a:xfrm>
            <a:off x="6173640" y="1530360"/>
            <a:ext cx="5400000" cy="19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iterative, asynchronous: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local iteration caused by: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2239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local link cost change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2239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DV update message from neighbor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1" name="Text Box 4"/>
          <p:cNvSpPr/>
          <p:nvPr/>
        </p:nvSpPr>
        <p:spPr>
          <a:xfrm>
            <a:off x="1077480" y="2097000"/>
            <a:ext cx="4621680" cy="267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2800" b="0" i="1" u="none" strike="noStrik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wait</a:t>
            </a:r>
            <a:r>
              <a:rPr lang="en-US" sz="24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for (change in local link cost or msg from neighbor)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2" name="Text Box 8"/>
          <p:cNvSpPr/>
          <p:nvPr/>
        </p:nvSpPr>
        <p:spPr>
          <a:xfrm>
            <a:off x="854640" y="1397520"/>
            <a:ext cx="22762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each node: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3" name="Rectangle 3"/>
          <p:cNvSpPr/>
          <p:nvPr/>
        </p:nvSpPr>
        <p:spPr>
          <a:xfrm>
            <a:off x="6138000" y="3549240"/>
            <a:ext cx="4936680" cy="29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distributed, self-stopping: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node notifies neighbors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only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when its DV changes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22360" lvl="1" indent="-236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neighbors then notify their neighbors –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only if necessary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22360" lvl="1" indent="-236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notification received, no actions taken!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94" name="Group 2"/>
          <p:cNvGrpSpPr/>
          <p:nvPr/>
        </p:nvGrpSpPr>
        <p:grpSpPr>
          <a:xfrm>
            <a:off x="1092240" y="3294000"/>
            <a:ext cx="4621680" cy="1954080"/>
            <a:chOff x="1092240" y="3294000"/>
            <a:chExt cx="4621680" cy="1954080"/>
          </a:xfrm>
        </p:grpSpPr>
        <p:sp>
          <p:nvSpPr>
            <p:cNvPr id="3495" name="Line 5"/>
            <p:cNvSpPr/>
            <p:nvPr/>
          </p:nvSpPr>
          <p:spPr>
            <a:xfrm>
              <a:off x="3375720" y="3294000"/>
              <a:ext cx="360" cy="422640"/>
            </a:xfrm>
            <a:prstGeom prst="line">
              <a:avLst/>
            </a:prstGeom>
            <a:ln w="19050">
              <a:solidFill>
                <a:srgbClr val="00009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496" name="Text Box 4"/>
            <p:cNvSpPr/>
            <p:nvPr/>
          </p:nvSpPr>
          <p:spPr>
            <a:xfrm>
              <a:off x="1092240" y="3426840"/>
              <a:ext cx="4621680" cy="182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90000"/>
                </a:lnSpc>
              </a:pPr>
              <a:r>
                <a:rPr lang="en-US" sz="28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recompute</a:t>
              </a: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DV estimates using DV received from neighbor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90000"/>
                </a:lnSpc>
              </a:pP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97" name="Group 6"/>
          <p:cNvGrpSpPr/>
          <p:nvPr/>
        </p:nvGrpSpPr>
        <p:grpSpPr>
          <a:xfrm>
            <a:off x="1054440" y="4521600"/>
            <a:ext cx="4621680" cy="1686600"/>
            <a:chOff x="1054440" y="4521600"/>
            <a:chExt cx="4621680" cy="1686600"/>
          </a:xfrm>
        </p:grpSpPr>
        <p:sp>
          <p:nvSpPr>
            <p:cNvPr id="3498" name="Line 6"/>
            <p:cNvSpPr/>
            <p:nvPr/>
          </p:nvSpPr>
          <p:spPr>
            <a:xfrm>
              <a:off x="3352680" y="4521600"/>
              <a:ext cx="360" cy="439920"/>
            </a:xfrm>
            <a:prstGeom prst="line">
              <a:avLst/>
            </a:prstGeom>
            <a:ln w="19050">
              <a:solidFill>
                <a:srgbClr val="00009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499" name="Text Box 4"/>
            <p:cNvSpPr/>
            <p:nvPr/>
          </p:nvSpPr>
          <p:spPr>
            <a:xfrm>
              <a:off x="1054440" y="4661280"/>
              <a:ext cx="4621680" cy="154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90000"/>
                </a:lnSpc>
              </a:pP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if DV to any destination has changed, </a:t>
              </a:r>
              <a:r>
                <a:rPr lang="en-US" sz="2800" b="0" i="1" u="none" strike="noStrik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notify</a:t>
              </a:r>
              <a:r>
                <a:rPr lang="en-US" sz="2800" b="0" u="none" strike="noStrik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neighbors 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500" name="Straight Connector 15"/>
          <p:cNvCxnSpPr/>
          <p:nvPr/>
        </p:nvCxnSpPr>
        <p:spPr>
          <a:xfrm flipV="1">
            <a:off x="3369240" y="5717880"/>
            <a:ext cx="360" cy="454680"/>
          </a:xfrm>
          <a:prstGeom prst="straightConnector1">
            <a:avLst/>
          </a:prstGeom>
          <a:ln w="19050">
            <a:solidFill>
              <a:srgbClr val="0000A8"/>
            </a:solidFill>
          </a:ln>
        </p:spPr>
      </p:cxnSp>
      <p:cxnSp>
        <p:nvCxnSpPr>
          <p:cNvPr id="3501" name="Straight Arrow Connector 19"/>
          <p:cNvCxnSpPr/>
          <p:nvPr/>
        </p:nvCxnSpPr>
        <p:spPr>
          <a:xfrm>
            <a:off x="3352680" y="2179440"/>
            <a:ext cx="360" cy="338400"/>
          </a:xfrm>
          <a:prstGeom prst="straightConnector1">
            <a:avLst/>
          </a:prstGeom>
          <a:ln w="19050">
            <a:solidFill>
              <a:srgbClr val="4472C4"/>
            </a:solidFill>
            <a:tailEnd len="med" type="triangle" w="med"/>
          </a:ln>
        </p:spPr>
      </p:cxnSp>
      <p:cxnSp>
        <p:nvCxnSpPr>
          <p:cNvPr id="3502" name="Straight Connector 26"/>
          <p:cNvCxnSpPr/>
          <p:nvPr/>
        </p:nvCxnSpPr>
        <p:spPr>
          <a:xfrm>
            <a:off x="1051920" y="6172200"/>
            <a:ext cx="2301120" cy="360"/>
          </a:xfrm>
          <a:prstGeom prst="straightConnector1">
            <a:avLst/>
          </a:prstGeom>
          <a:ln w="19050">
            <a:solidFill>
              <a:srgbClr val="4472C4"/>
            </a:solidFill>
          </a:ln>
        </p:spPr>
      </p:cxnSp>
      <p:cxnSp>
        <p:nvCxnSpPr>
          <p:cNvPr id="3503" name="Straight Connector 27"/>
          <p:cNvCxnSpPr/>
          <p:nvPr/>
        </p:nvCxnSpPr>
        <p:spPr>
          <a:xfrm>
            <a:off x="1051920" y="2178360"/>
            <a:ext cx="2301120" cy="360"/>
          </a:xfrm>
          <a:prstGeom prst="straightConnector1">
            <a:avLst/>
          </a:prstGeom>
          <a:ln w="19050">
            <a:solidFill>
              <a:srgbClr val="4472C4"/>
            </a:solidFill>
          </a:ln>
        </p:spPr>
      </p:cxnSp>
      <p:cxnSp>
        <p:nvCxnSpPr>
          <p:cNvPr id="3504" name="Straight Connector 29"/>
          <p:cNvCxnSpPr/>
          <p:nvPr/>
        </p:nvCxnSpPr>
        <p:spPr>
          <a:xfrm>
            <a:off x="1039320" y="2166840"/>
            <a:ext cx="360" cy="4005720"/>
          </a:xfrm>
          <a:prstGeom prst="straightConnector1">
            <a:avLst/>
          </a:prstGeom>
          <a:ln w="19050">
            <a:solidFill>
              <a:srgbClr val="4472C4"/>
            </a:solidFill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880" dur="indefinite" restart="never" nodeType="tmRoot">
          <p:childTnLst>
            <p:seq>
              <p:cTn id="881" dur="indefinite" nodeType="mainSeq">
                <p:childTnLst>
                  <p:par>
                    <p:cTn id="882" fill="hold">
                      <p:stCondLst>
                        <p:cond delay="indefinite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id="88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86" dur="500"/>
                                        <p:tgtEl>
                                          <p:spTgt spid="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91" dur="500"/>
                                        <p:tgtEl>
                                          <p:spTgt spid="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2" fill="hold">
                      <p:stCondLst>
                        <p:cond delay="indefinite"/>
                      </p:stCondLst>
                      <p:childTnLst>
                        <p:par>
                          <p:cTn id="893" fill="hold">
                            <p:stCondLst>
                              <p:cond delay="0"/>
                            </p:stCondLst>
                            <p:childTnLst>
                              <p:par>
                                <p:cTn id="89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896" dur="500"/>
                                        <p:tgtEl>
                                          <p:spTgt spid="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7" fill="hold">
                      <p:stCondLst>
                        <p:cond delay="indefinite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01" dur="5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2" fill="hold">
                            <p:stCondLst>
                              <p:cond delay="500"/>
                            </p:stCondLst>
                            <p:childTnLst>
                              <p:par>
                                <p:cTn id="903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905" dur="500"/>
                                        <p:tgtEl>
                                          <p:spTgt spid="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6" fill="hold">
                            <p:stCondLst>
                              <p:cond delay="1000"/>
                            </p:stCondLst>
                            <p:childTnLst>
                              <p:par>
                                <p:cTn id="907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909" dur="500"/>
                                        <p:tgtEl>
                                          <p:spTgt spid="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13" dur="500"/>
                                        <p:tgtEl>
                                          <p:spTgt spid="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4" fill="hold">
                            <p:stCondLst>
                              <p:cond delay="2000"/>
                            </p:stCondLst>
                            <p:childTnLst>
                              <p:par>
                                <p:cTn id="915" presetID="2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17" dur="500"/>
                                        <p:tgtEl>
                                          <p:spTgt spid="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8" fill="hold">
                      <p:stCondLst>
                        <p:cond delay="indefinite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922" dur="500"/>
                                        <p:tgtEl>
                                          <p:spTgt spid="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3" fill="hold">
                      <p:stCondLst>
                        <p:cond delay="indefinite"/>
                      </p:stCondLst>
                      <p:childTnLst>
                        <p:par>
                          <p:cTn id="924" fill="hold">
                            <p:stCondLst>
                              <p:cond delay="0"/>
                            </p:stCondLst>
                            <p:childTnLst>
                              <p:par>
                                <p:cTn id="92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927" dur="500"/>
                                        <p:tgtEl>
                                          <p:spTgt spid="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5" name="Group 357"/>
          <p:cNvGrpSpPr/>
          <p:nvPr/>
        </p:nvGrpSpPr>
        <p:grpSpPr>
          <a:xfrm>
            <a:off x="2822760" y="1130760"/>
            <a:ext cx="1551960" cy="2893680"/>
            <a:chOff x="2822760" y="1130760"/>
            <a:chExt cx="1551960" cy="2893680"/>
          </a:xfrm>
        </p:grpSpPr>
        <p:sp>
          <p:nvSpPr>
            <p:cNvPr id="3506" name="Freeform 358"/>
            <p:cNvSpPr/>
            <p:nvPr/>
          </p:nvSpPr>
          <p:spPr>
            <a:xfrm>
              <a:off x="3922920" y="1160280"/>
              <a:ext cx="451800" cy="2388960"/>
            </a:xfrm>
            <a:custGeom>
              <a:avLst/>
              <a:gdLst>
                <a:gd name="textAreaLeft" fmla="*/ 0 w 451800"/>
                <a:gd name="textAreaRight" fmla="*/ 452160 w 451800"/>
                <a:gd name="textAreaTop" fmla="*/ 0 h 2388960"/>
                <a:gd name="textAreaBottom" fmla="*/ 2389320 h 2388960"/>
                <a:gd name="GluePoint1X" fmla="*/ 0 w 452284"/>
                <a:gd name="GluePoint1Y" fmla="*/ 0 h 2389239"/>
                <a:gd name="GluePoint2X" fmla="*/ 452284 w 452284"/>
                <a:gd name="GluePoint2Y" fmla="*/ 904568 h 2389239"/>
                <a:gd name="GluePoint3X" fmla="*/ 452284 w 452284"/>
                <a:gd name="GluePoint3Y" fmla="*/ 1052052 h 2389239"/>
                <a:gd name="GluePoint4X" fmla="*/ 9833 w 452284"/>
                <a:gd name="GluePoint4Y" fmla="*/ 2389239 h 2389239"/>
                <a:gd name="GluePoint5X" fmla="*/ 0 w 452284"/>
                <a:gd name="GluePoint5Y" fmla="*/ 0 h 23892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3507" name="Group 359"/>
            <p:cNvGrpSpPr/>
            <p:nvPr/>
          </p:nvGrpSpPr>
          <p:grpSpPr>
            <a:xfrm>
              <a:off x="2822760" y="1130760"/>
              <a:ext cx="1130040" cy="2893680"/>
              <a:chOff x="2822760" y="1130760"/>
              <a:chExt cx="1130040" cy="2893680"/>
            </a:xfrm>
          </p:grpSpPr>
          <p:sp>
            <p:nvSpPr>
              <p:cNvPr id="3508" name="Rectangle 360"/>
              <p:cNvSpPr/>
              <p:nvPr/>
            </p:nvSpPr>
            <p:spPr>
              <a:xfrm>
                <a:off x="2831760" y="1130760"/>
                <a:ext cx="1110600" cy="2418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3509" name="Group 361"/>
              <p:cNvGrpSpPr/>
              <p:nvPr/>
            </p:nvGrpSpPr>
            <p:grpSpPr>
              <a:xfrm>
                <a:off x="2822760" y="1135080"/>
                <a:ext cx="1130040" cy="2889360"/>
                <a:chOff x="2822760" y="1135080"/>
                <a:chExt cx="1130040" cy="2889360"/>
              </a:xfrm>
            </p:grpSpPr>
            <p:sp>
              <p:nvSpPr>
                <p:cNvPr id="3510" name="Rectangle 362"/>
                <p:cNvSpPr/>
                <p:nvPr/>
              </p:nvSpPr>
              <p:spPr>
                <a:xfrm>
                  <a:off x="2836080" y="113940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3511" name="TextBox 363"/>
                <p:cNvSpPr/>
                <p:nvPr/>
              </p:nvSpPr>
              <p:spPr>
                <a:xfrm>
                  <a:off x="2822760" y="1135080"/>
                  <a:ext cx="1116720" cy="2889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a: 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(a)=0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8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3512" name="Straight Connector 364"/>
                <p:cNvCxnSpPr/>
                <p:nvPr/>
              </p:nvCxnSpPr>
              <p:spPr>
                <a:xfrm>
                  <a:off x="2827800" y="150948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3513" name="Rectangle 365"/>
                <p:cNvSpPr/>
                <p:nvPr/>
              </p:nvSpPr>
              <p:spPr>
                <a:xfrm>
                  <a:off x="2830320" y="1139400"/>
                  <a:ext cx="1122480" cy="2589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3514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vector: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515" name="PlaceHolder 2"/>
          <p:cNvSpPr>
            <a:spLocks noGrp="1"/>
          </p:cNvSpPr>
          <p:nvPr>
            <p:ph type="sldNum" idx="3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F9F22D6E-0BC6-46D2-AC07-AC2553FEFD56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516" name="Straight Connector 81"/>
          <p:cNvCxnSpPr>
            <a:stCxn id="3517" idx="2"/>
            <a:endCxn id="3517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518" name="Straight Connector 95"/>
          <p:cNvCxnSpPr>
            <a:stCxn id="3517" idx="1"/>
            <a:endCxn id="3517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3517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9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520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3521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3522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3523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4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5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6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7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528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3529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0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31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3532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3533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4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5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6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7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538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3539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0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41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3542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3543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4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5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6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7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548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3549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50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3551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2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3" name="TextBox 216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4" name="TextBox 217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5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6" name="TextBox 220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7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8" name="TextBox 222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9" name="TextBox 223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0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1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62" name="Group 253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3563" name="TextBox 226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t=0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64" name="Group 252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3565" name="Oval 227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3566" name="Straight Connector 229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67" name="Straight Connector 231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68" name="Straight Connector 232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69" name="Straight Connector 233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70" name="Straight Connector 234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71" name="Straight Connector 238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72" name="Straight Connector 239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73" name="Straight Connector 240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74" name="Straight Connector 241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75" name="Straight Connector 246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76" name="Straight Connector 247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577" name="Straight Connector 248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3578" name="Oval 249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3579" name="Straight Connector 251"/>
              <p:cNvCxnSpPr/>
              <p:nvPr/>
            </p:nvCxnSpPr>
            <p:spPr>
              <a:xfrm>
                <a:off x="926640" y="1962720"/>
                <a:ext cx="360" cy="207720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</a:ln>
            </p:spPr>
          </p:cxnSp>
        </p:grpSp>
      </p:grpSp>
      <p:sp>
        <p:nvSpPr>
          <p:cNvPr id="3580" name="TextBox 254"/>
          <p:cNvSpPr/>
          <p:nvPr/>
        </p:nvSpPr>
        <p:spPr>
          <a:xfrm flipH="1">
            <a:off x="427320" y="3275640"/>
            <a:ext cx="219528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nodes have distance estimates to nearest neighbors (only)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81" name="Group 1028"/>
          <p:cNvGrpSpPr/>
          <p:nvPr/>
        </p:nvGrpSpPr>
        <p:grpSpPr>
          <a:xfrm>
            <a:off x="5663520" y="2293560"/>
            <a:ext cx="5870520" cy="2288880"/>
            <a:chOff x="5663520" y="2293560"/>
            <a:chExt cx="5870520" cy="2288880"/>
          </a:xfrm>
        </p:grpSpPr>
        <p:sp>
          <p:nvSpPr>
            <p:cNvPr id="3582" name="TextBox 1023"/>
            <p:cNvSpPr/>
            <p:nvPr/>
          </p:nvSpPr>
          <p:spPr>
            <a:xfrm>
              <a:off x="9259920" y="3669120"/>
              <a:ext cx="227412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 few asymmetries: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85840" indent="-285840" defTabSz="914400">
                <a:lnSpc>
                  <a:spcPct val="100000"/>
                </a:lnSpc>
                <a:buClr>
                  <a:srgbClr val="0000A8"/>
                </a:buClr>
                <a:buFont typeface="Wingdings" charset="2"/>
                <a:buChar char=""/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missing link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85840" indent="-285840" defTabSz="914400">
                <a:lnSpc>
                  <a:spcPct val="100000"/>
                </a:lnSpc>
                <a:buClr>
                  <a:srgbClr val="0000A8"/>
                </a:buClr>
                <a:buFont typeface="Wingdings" charset="2"/>
                <a:buChar char=""/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larger cost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583" name="Straight Arrow Connector 1026"/>
            <p:cNvCxnSpPr/>
            <p:nvPr/>
          </p:nvCxnSpPr>
          <p:spPr>
            <a:xfrm flipH="1" flipV="1">
              <a:off x="8414640" y="3032280"/>
              <a:ext cx="995760" cy="1111680"/>
            </a:xfrm>
            <a:prstGeom prst="straightConnector1">
              <a:avLst/>
            </a:prstGeom>
            <a:ln>
              <a:solidFill>
                <a:srgbClr val="0000A8"/>
              </a:solidFill>
              <a:tailEnd len="med" type="triangle" w="med"/>
            </a:ln>
          </p:spPr>
        </p:cxnSp>
        <p:cxnSp>
          <p:nvCxnSpPr>
            <p:cNvPr id="3584" name="Straight Arrow Connector 259"/>
            <p:cNvCxnSpPr/>
            <p:nvPr/>
          </p:nvCxnSpPr>
          <p:spPr>
            <a:xfrm flipH="1" flipV="1">
              <a:off x="5663520" y="2293560"/>
              <a:ext cx="3726360" cy="2091960"/>
            </a:xfrm>
            <a:prstGeom prst="straightConnector1">
              <a:avLst/>
            </a:prstGeom>
            <a:ln>
              <a:solidFill>
                <a:srgbClr val="0000A8"/>
              </a:solidFill>
              <a:tailEnd len="med" type="triangle" w="med"/>
            </a:ln>
          </p:spPr>
        </p:cxnSp>
      </p:grpSp>
      <p:sp>
        <p:nvSpPr>
          <p:cNvPr id="3585" name="Right Arrow 1031"/>
          <p:cNvSpPr/>
          <p:nvPr/>
        </p:nvSpPr>
        <p:spPr>
          <a:xfrm rot="5400000">
            <a:off x="4400280" y="25614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6" name="Right Arrow 266"/>
          <p:cNvSpPr/>
          <p:nvPr/>
        </p:nvSpPr>
        <p:spPr>
          <a:xfrm rot="16200000">
            <a:off x="4395240" y="34711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7" name="Right Arrow 267"/>
          <p:cNvSpPr/>
          <p:nvPr/>
        </p:nvSpPr>
        <p:spPr>
          <a:xfrm rot="5400000">
            <a:off x="6302880" y="254664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8" name="Right Arrow 268"/>
          <p:cNvSpPr/>
          <p:nvPr/>
        </p:nvSpPr>
        <p:spPr>
          <a:xfrm rot="16200000">
            <a:off x="6297480" y="34563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9" name="Right Arrow 269"/>
          <p:cNvSpPr/>
          <p:nvPr/>
        </p:nvSpPr>
        <p:spPr>
          <a:xfrm rot="5400000">
            <a:off x="4370760" y="44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0" name="Right Arrow 270"/>
          <p:cNvSpPr/>
          <p:nvPr/>
        </p:nvSpPr>
        <p:spPr>
          <a:xfrm rot="16200000">
            <a:off x="4365720" y="53686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1" name="Right Arrow 271"/>
          <p:cNvSpPr/>
          <p:nvPr/>
        </p:nvSpPr>
        <p:spPr>
          <a:xfrm rot="5400000">
            <a:off x="6312600" y="44539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2" name="Right Arrow 272"/>
          <p:cNvSpPr/>
          <p:nvPr/>
        </p:nvSpPr>
        <p:spPr>
          <a:xfrm rot="16200000">
            <a:off x="6307560" y="53640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3" name="Right Arrow 273"/>
          <p:cNvSpPr/>
          <p:nvPr/>
        </p:nvSpPr>
        <p:spPr>
          <a:xfrm rot="5400000">
            <a:off x="8254440" y="44488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4" name="Right Arrow 274"/>
          <p:cNvSpPr/>
          <p:nvPr/>
        </p:nvSpPr>
        <p:spPr>
          <a:xfrm rot="16200000">
            <a:off x="8249400" y="53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5" name="Right Arrow 278"/>
          <p:cNvSpPr/>
          <p:nvPr/>
        </p:nvSpPr>
        <p:spPr>
          <a:xfrm rot="10800000">
            <a:off x="7582680" y="5830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6" name="Right Arrow 279"/>
          <p:cNvSpPr/>
          <p:nvPr/>
        </p:nvSpPr>
        <p:spPr>
          <a:xfrm>
            <a:off x="6819840" y="5834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597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3598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3599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3600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01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02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03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04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605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3606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07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608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3609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3610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11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12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13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14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615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3616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17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618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3619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3620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21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22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23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24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625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3626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27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3628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3629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3630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3631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32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33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34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35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636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3637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38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639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3640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3641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42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43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44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45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646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3647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48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649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3650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3651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52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53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54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55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656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3657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58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3659" name="Right Arrow 345"/>
          <p:cNvSpPr/>
          <p:nvPr/>
        </p:nvSpPr>
        <p:spPr>
          <a:xfrm rot="10800000">
            <a:off x="5660280" y="5843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0" name="Right Arrow 346"/>
          <p:cNvSpPr/>
          <p:nvPr/>
        </p:nvSpPr>
        <p:spPr>
          <a:xfrm>
            <a:off x="4897440" y="58478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1" name="Right Arrow 347"/>
          <p:cNvSpPr/>
          <p:nvPr/>
        </p:nvSpPr>
        <p:spPr>
          <a:xfrm rot="10800000">
            <a:off x="5652360" y="39052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2" name="Right Arrow 348"/>
          <p:cNvSpPr/>
          <p:nvPr/>
        </p:nvSpPr>
        <p:spPr>
          <a:xfrm>
            <a:off x="4905360" y="39096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3" name="Right Arrow 349"/>
          <p:cNvSpPr/>
          <p:nvPr/>
        </p:nvSpPr>
        <p:spPr>
          <a:xfrm rot="10800000">
            <a:off x="5660280" y="19666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4" name="Right Arrow 350"/>
          <p:cNvSpPr/>
          <p:nvPr/>
        </p:nvSpPr>
        <p:spPr>
          <a:xfrm>
            <a:off x="4924080" y="1987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5" name="Right Arrow 351"/>
          <p:cNvSpPr/>
          <p:nvPr/>
        </p:nvSpPr>
        <p:spPr>
          <a:xfrm rot="10800000">
            <a:off x="7582680" y="1969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6" name="Right Arrow 352"/>
          <p:cNvSpPr/>
          <p:nvPr/>
        </p:nvSpPr>
        <p:spPr>
          <a:xfrm>
            <a:off x="6819840" y="19738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7" name="Right Arrow 353"/>
          <p:cNvSpPr/>
          <p:nvPr/>
        </p:nvSpPr>
        <p:spPr>
          <a:xfrm rot="10800000">
            <a:off x="7596000" y="39078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8" name="Right Arrow 354"/>
          <p:cNvSpPr/>
          <p:nvPr/>
        </p:nvSpPr>
        <p:spPr>
          <a:xfrm>
            <a:off x="6833160" y="39121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9" name="TextBox 355"/>
          <p:cNvSpPr/>
          <p:nvPr/>
        </p:nvSpPr>
        <p:spPr>
          <a:xfrm flipH="1">
            <a:off x="435240" y="4375440"/>
            <a:ext cx="219528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nodes send their local distance vector to their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928" dur="indefinite" restart="never" nodeType="tmRoot">
          <p:childTnLst>
            <p:seq>
              <p:cTn id="929" dur="indefinite" nodeType="mainSeq">
                <p:childTnLst>
                  <p:par>
                    <p:cTn id="930" fill="hold">
                      <p:stCondLst>
                        <p:cond delay="indefinite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934" dur="1000"/>
                                        <p:tgtEl>
                                          <p:spTgt spid="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5" fill="hold">
                      <p:stCondLst>
                        <p:cond delay="indefinite"/>
                      </p:stCondLst>
                      <p:childTnLst>
                        <p:par>
                          <p:cTn id="936" fill="hold">
                            <p:stCondLst>
                              <p:cond delay="0"/>
                            </p:stCondLst>
                            <p:childTnLst>
                              <p:par>
                                <p:cTn id="93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939" dur="500"/>
                                        <p:tgtEl>
                                          <p:spTgt spid="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941" dur="500"/>
                                        <p:tgtEl>
                                          <p:spTgt spid="3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944" dur="500"/>
                                        <p:tgtEl>
                                          <p:spTgt spid="35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6" fill="hold">
                      <p:stCondLst>
                        <p:cond delay="indefinite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id="948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50" dur="500"/>
                                        <p:tgtEl>
                                          <p:spTgt spid="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1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53" dur="500"/>
                                        <p:tgtEl>
                                          <p:spTgt spid="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4" fill="hold">
                            <p:stCondLst>
                              <p:cond delay="500"/>
                            </p:stCondLst>
                            <p:childTnLst>
                              <p:par>
                                <p:cTn id="955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957" dur="500"/>
                                        <p:tgtEl>
                                          <p:spTgt spid="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8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60" dur="500"/>
                                        <p:tgtEl>
                                          <p:spTgt spid="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1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63" dur="500"/>
                                        <p:tgtEl>
                                          <p:spTgt spid="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4" fill="hold">
                            <p:stCondLst>
                              <p:cond delay="1000"/>
                            </p:stCondLst>
                            <p:childTnLst>
                              <p:par>
                                <p:cTn id="965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967" dur="500"/>
                                        <p:tgtEl>
                                          <p:spTgt spid="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8" fill="hold">
                            <p:stCondLst>
                              <p:cond delay="1500"/>
                            </p:stCondLst>
                            <p:childTnLst>
                              <p:par>
                                <p:cTn id="969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971" dur="500"/>
                                        <p:tgtEl>
                                          <p:spTgt spid="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2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74" dur="500"/>
                                        <p:tgtEl>
                                          <p:spTgt spid="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5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77" dur="500"/>
                                        <p:tgtEl>
                                          <p:spTgt spid="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8" fill="hold">
                            <p:stCondLst>
                              <p:cond delay="2000"/>
                            </p:stCondLst>
                            <p:childTnLst>
                              <p:par>
                                <p:cTn id="979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981" dur="500"/>
                                        <p:tgtEl>
                                          <p:spTgt spid="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2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984" dur="500"/>
                                        <p:tgtEl>
                                          <p:spTgt spid="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5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87" dur="500"/>
                                        <p:tgtEl>
                                          <p:spTgt spid="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90" dur="500"/>
                                        <p:tgtEl>
                                          <p:spTgt spid="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92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994" dur="500"/>
                                        <p:tgtEl>
                                          <p:spTgt spid="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5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997" dur="500"/>
                                        <p:tgtEl>
                                          <p:spTgt spid="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9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01" dur="500"/>
                                        <p:tgtEl>
                                          <p:spTgt spid="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2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04" dur="500"/>
                                        <p:tgtEl>
                                          <p:spTgt spid="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5" fill="hold">
                            <p:stCondLst>
                              <p:cond delay="3500"/>
                            </p:stCondLst>
                            <p:childTnLst>
                              <p:par>
                                <p:cTn id="100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08" dur="500"/>
                                        <p:tgtEl>
                                          <p:spTgt spid="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11" dur="500"/>
                                        <p:tgtEl>
                                          <p:spTgt spid="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14" dur="500"/>
                                        <p:tgtEl>
                                          <p:spTgt spid="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18" dur="500"/>
                                        <p:tgtEl>
                                          <p:spTgt spid="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21" dur="500"/>
                                        <p:tgtEl>
                                          <p:spTgt spid="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0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8"/>
                </a:solidFill>
                <a:effectLst/>
                <a:uFillTx/>
                <a:latin typeface="Calibri Light"/>
              </a:rPr>
              <a:t>Distance vector example: iteration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671" name="PlaceHolder 2"/>
          <p:cNvSpPr>
            <a:spLocks noGrp="1"/>
          </p:cNvSpPr>
          <p:nvPr>
            <p:ph type="sldNum" idx="3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7F6D17C6-62DF-415A-9A8D-51ED0FD5831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2" name="TextBox 157"/>
          <p:cNvSpPr/>
          <p:nvPr/>
        </p:nvSpPr>
        <p:spPr>
          <a:xfrm flipH="1">
            <a:off x="476280" y="3079080"/>
            <a:ext cx="2195280" cy="28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nodes: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receive distance vectors from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compute their new local  distance vector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send their new local distance vector to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73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3674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75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3676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3677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78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79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80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81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82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83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84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85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86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87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688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3689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3690" name="Straight Connector 175"/>
              <p:cNvCxnSpPr/>
              <p:nvPr/>
            </p:nvCxnSpPr>
            <p:spPr>
              <a:xfrm flipH="1">
                <a:off x="915480" y="1978560"/>
                <a:ext cx="138240" cy="232200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</a:ln>
            </p:spPr>
          </p:cxnSp>
        </p:grpSp>
      </p:grpSp>
      <p:cxnSp>
        <p:nvCxnSpPr>
          <p:cNvPr id="3691" name="Straight Connector 177"/>
          <p:cNvCxnSpPr>
            <a:stCxn id="3692" idx="2"/>
            <a:endCxn id="3692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693" name="Straight Connector 178"/>
          <p:cNvCxnSpPr>
            <a:stCxn id="3692" idx="1"/>
            <a:endCxn id="3692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3692" name="Rectangle 179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4" name="Rectangle 180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695" name="Group 181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3696" name="Group 182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3697" name="Group 26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3698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99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00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01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02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03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3704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05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706" name="Group 213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3707" name="Group 250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3708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09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10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11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12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13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3714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15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716" name="Group 219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3717" name="Group 228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3718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19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20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21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22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23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3724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25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3726" name="TextBox 357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7" name="TextBox 358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8" name="TextBox 359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9" name="TextBox 360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0" name="TextBox 361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1" name="TextBox 362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2" name="TextBox 363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3" name="TextBox 364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4" name="TextBox 365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5" name="TextBox 366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6" name="TextBox 367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7" name="Right Arrow 368"/>
          <p:cNvSpPr/>
          <p:nvPr/>
        </p:nvSpPr>
        <p:spPr>
          <a:xfrm flipV="1" rot="16200000">
            <a:off x="4400280" y="25614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8" name="Right Arrow 369"/>
          <p:cNvSpPr/>
          <p:nvPr/>
        </p:nvSpPr>
        <p:spPr>
          <a:xfrm flipV="1" rot="5400000">
            <a:off x="4395240" y="34711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9" name="Right Arrow 370"/>
          <p:cNvSpPr/>
          <p:nvPr/>
        </p:nvSpPr>
        <p:spPr>
          <a:xfrm flipV="1" rot="16200000">
            <a:off x="6302880" y="254664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0" name="Right Arrow 371"/>
          <p:cNvSpPr/>
          <p:nvPr/>
        </p:nvSpPr>
        <p:spPr>
          <a:xfrm flipV="1" rot="5400000">
            <a:off x="6297480" y="34563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1" name="Right Arrow 372"/>
          <p:cNvSpPr/>
          <p:nvPr/>
        </p:nvSpPr>
        <p:spPr>
          <a:xfrm flipV="1" rot="16200000">
            <a:off x="4370760" y="44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2" name="Right Arrow 373"/>
          <p:cNvSpPr/>
          <p:nvPr/>
        </p:nvSpPr>
        <p:spPr>
          <a:xfrm flipV="1" rot="5400000">
            <a:off x="4365720" y="53686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3" name="Right Arrow 374"/>
          <p:cNvSpPr/>
          <p:nvPr/>
        </p:nvSpPr>
        <p:spPr>
          <a:xfrm flipV="1" rot="16200000">
            <a:off x="6312600" y="44539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4" name="Right Arrow 375"/>
          <p:cNvSpPr/>
          <p:nvPr/>
        </p:nvSpPr>
        <p:spPr>
          <a:xfrm flipV="1" rot="5400000">
            <a:off x="6307560" y="53640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5" name="Right Arrow 376"/>
          <p:cNvSpPr/>
          <p:nvPr/>
        </p:nvSpPr>
        <p:spPr>
          <a:xfrm flipV="1" rot="16200000">
            <a:off x="8254440" y="44488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6" name="Right Arrow 377"/>
          <p:cNvSpPr/>
          <p:nvPr/>
        </p:nvSpPr>
        <p:spPr>
          <a:xfrm flipV="1" rot="5400000">
            <a:off x="8249400" y="53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7" name="Right Arrow 378"/>
          <p:cNvSpPr/>
          <p:nvPr/>
        </p:nvSpPr>
        <p:spPr>
          <a:xfrm flipH="1" rot="10800000">
            <a:off x="7581960" y="5830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8" name="Right Arrow 379"/>
          <p:cNvSpPr/>
          <p:nvPr/>
        </p:nvSpPr>
        <p:spPr>
          <a:xfrm flipH="1">
            <a:off x="6819120" y="5834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749" name="Group 380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3750" name="Group 381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3751" name="Group 402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3752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53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54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55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56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57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3758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59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760" name="Group 382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3761" name="Group 393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3762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63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64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65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66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67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3768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69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770" name="Group 383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3771" name="Group 384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3772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73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74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75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76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77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3778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79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3780" name="Group 411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3781" name="Group 412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3782" name="Group 433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3783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84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85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86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87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88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3789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90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791" name="Group 413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3792" name="Group 424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3793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94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95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96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97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798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3799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00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801" name="Group 414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3802" name="Group 415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3803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04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05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06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07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808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3809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10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3811" name="Right Arrow 442"/>
          <p:cNvSpPr/>
          <p:nvPr/>
        </p:nvSpPr>
        <p:spPr>
          <a:xfrm flipH="1" rot="10800000">
            <a:off x="5659560" y="5843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2" name="Right Arrow 443"/>
          <p:cNvSpPr/>
          <p:nvPr/>
        </p:nvSpPr>
        <p:spPr>
          <a:xfrm flipH="1">
            <a:off x="4896720" y="58478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3" name="Right Arrow 444"/>
          <p:cNvSpPr/>
          <p:nvPr/>
        </p:nvSpPr>
        <p:spPr>
          <a:xfrm flipH="1" rot="10800000">
            <a:off x="5651640" y="39052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4" name="Right Arrow 445"/>
          <p:cNvSpPr/>
          <p:nvPr/>
        </p:nvSpPr>
        <p:spPr>
          <a:xfrm flipH="1">
            <a:off x="4904640" y="39096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5" name="Right Arrow 446"/>
          <p:cNvSpPr/>
          <p:nvPr/>
        </p:nvSpPr>
        <p:spPr>
          <a:xfrm>
            <a:off x="5659920" y="19663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6" name="Right Arrow 447"/>
          <p:cNvSpPr/>
          <p:nvPr/>
        </p:nvSpPr>
        <p:spPr>
          <a:xfrm rot="10800000">
            <a:off x="4924440" y="198756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7" name="Right Arrow 448"/>
          <p:cNvSpPr/>
          <p:nvPr/>
        </p:nvSpPr>
        <p:spPr>
          <a:xfrm flipH="1" rot="10800000">
            <a:off x="7581960" y="1969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8" name="Right Arrow 449"/>
          <p:cNvSpPr/>
          <p:nvPr/>
        </p:nvSpPr>
        <p:spPr>
          <a:xfrm rot="10800000">
            <a:off x="6819840" y="19742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9" name="Right Arrow 450"/>
          <p:cNvSpPr/>
          <p:nvPr/>
        </p:nvSpPr>
        <p:spPr>
          <a:xfrm flipH="1" rot="10800000">
            <a:off x="7595280" y="39078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0" name="Right Arrow 451"/>
          <p:cNvSpPr/>
          <p:nvPr/>
        </p:nvSpPr>
        <p:spPr>
          <a:xfrm flipH="1">
            <a:off x="6832440" y="39121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022" dur="indefinite" restart="never" nodeType="tmRoot">
          <p:childTnLst>
            <p:seq>
              <p:cTn id="1023" dur="indefinite" nodeType="mainSeq">
                <p:childTnLst>
                  <p:par>
                    <p:cTn id="1024" fill="hold">
                      <p:stCondLst>
                        <p:cond delay="0"/>
                      </p:stCondLst>
                      <p:childTnLst>
                        <p:par>
                          <p:cTn id="1025" fill="hold">
                            <p:stCondLst>
                              <p:cond delay="0"/>
                            </p:stCondLst>
                            <p:childTnLst>
                              <p:par>
                                <p:cTn id="1026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28" dur="1000"/>
                                        <p:tgtEl>
                                          <p:spTgt spid="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9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31" dur="1000"/>
                                        <p:tgtEl>
                                          <p:spTgt spid="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2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34" dur="1000"/>
                                        <p:tgtEl>
                                          <p:spTgt spid="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5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37" dur="1000"/>
                                        <p:tgtEl>
                                          <p:spTgt spid="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8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40" dur="1000"/>
                                        <p:tgtEl>
                                          <p:spTgt spid="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1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43" dur="1000"/>
                                        <p:tgtEl>
                                          <p:spTgt spid="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4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46" dur="1000"/>
                                        <p:tgtEl>
                                          <p:spTgt spid="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7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49" dur="1000"/>
                                        <p:tgtEl>
                                          <p:spTgt spid="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0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52" dur="1000"/>
                                        <p:tgtEl>
                                          <p:spTgt spid="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3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55" dur="1000"/>
                                        <p:tgtEl>
                                          <p:spTgt spid="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6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58" dur="1000"/>
                                        <p:tgtEl>
                                          <p:spTgt spid="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9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61" dur="1000"/>
                                        <p:tgtEl>
                                          <p:spTgt spid="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2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64" dur="1000"/>
                                        <p:tgtEl>
                                          <p:spTgt spid="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5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67" dur="1000"/>
                                        <p:tgtEl>
                                          <p:spTgt spid="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8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70" dur="1000"/>
                                        <p:tgtEl>
                                          <p:spTgt spid="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1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73" dur="1000"/>
                                        <p:tgtEl>
                                          <p:spTgt spid="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76" dur="1000"/>
                                        <p:tgtEl>
                                          <p:spTgt spid="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7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79" dur="1000"/>
                                        <p:tgtEl>
                                          <p:spTgt spid="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0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82" dur="1000"/>
                                        <p:tgtEl>
                                          <p:spTgt spid="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3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85" dur="1000"/>
                                        <p:tgtEl>
                                          <p:spTgt spid="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6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88" dur="1000"/>
                                        <p:tgtEl>
                                          <p:spTgt spid="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9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91" dur="1000"/>
                                        <p:tgtEl>
                                          <p:spTgt spid="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8"/>
                </a:solidFill>
                <a:effectLst/>
                <a:uFillTx/>
                <a:latin typeface="Calibri Light"/>
              </a:rPr>
              <a:t>Distance vector example: iteration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822" name="PlaceHolder 2"/>
          <p:cNvSpPr>
            <a:spLocks noGrp="1"/>
          </p:cNvSpPr>
          <p:nvPr>
            <p:ph type="sldNum" idx="3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72B6E272-3D0E-44C4-87BE-99D18E82E012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823" name="Straight Connector 81"/>
          <p:cNvCxnSpPr>
            <a:stCxn id="3824" idx="2"/>
            <a:endCxn id="3824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825" name="Straight Connector 95"/>
          <p:cNvCxnSpPr>
            <a:stCxn id="3824" idx="1"/>
            <a:endCxn id="3824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3824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6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827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3828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3829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3830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31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32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33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34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835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3836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37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838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3839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3840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41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42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43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44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845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3846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47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848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3849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3850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51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52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53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54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855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3856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57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3858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9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0" name="TextBox 216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1" name="TextBox 217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2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3" name="TextBox 220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4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5" name="TextBox 222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6" name="TextBox 223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7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8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69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3870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3871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3872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73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74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75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76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877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3878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79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880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3881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3882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83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84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85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86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887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3888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89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890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3891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3892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93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94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95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96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897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3898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99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3900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3901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3902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3903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04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05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06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07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908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3909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10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911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3912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3913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14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15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16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17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918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3919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20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921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3922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3923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24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25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26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27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928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3929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30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3931" name="TextBox 157"/>
          <p:cNvSpPr/>
          <p:nvPr/>
        </p:nvSpPr>
        <p:spPr>
          <a:xfrm flipH="1">
            <a:off x="476280" y="3079080"/>
            <a:ext cx="2195280" cy="28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nodes: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receive distance vectors from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compute their new local  distance vector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send their new local distance vector to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32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3933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34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3935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3936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37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38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39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40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41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42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43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44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45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46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3947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3948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3949" name="Group 2"/>
          <p:cNvGrpSpPr/>
          <p:nvPr/>
        </p:nvGrpSpPr>
        <p:grpSpPr>
          <a:xfrm>
            <a:off x="3972240" y="1627200"/>
            <a:ext cx="5127120" cy="4955040"/>
            <a:chOff x="3972240" y="1627200"/>
            <a:chExt cx="5127120" cy="4955040"/>
          </a:xfrm>
        </p:grpSpPr>
        <p:grpSp>
          <p:nvGrpSpPr>
            <p:cNvPr id="3950" name="Group 6"/>
            <p:cNvGrpSpPr/>
            <p:nvPr/>
          </p:nvGrpSpPr>
          <p:grpSpPr>
            <a:xfrm>
              <a:off x="4001760" y="1656720"/>
              <a:ext cx="1233360" cy="1022040"/>
              <a:chOff x="4001760" y="1656720"/>
              <a:chExt cx="1233360" cy="1022040"/>
            </a:xfrm>
          </p:grpSpPr>
          <p:sp>
            <p:nvSpPr>
              <p:cNvPr id="3951" name="Freeform 3"/>
              <p:cNvSpPr/>
              <p:nvPr/>
            </p:nvSpPr>
            <p:spPr>
              <a:xfrm>
                <a:off x="4001760" y="165672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952" name="TextBox 5"/>
              <p:cNvSpPr/>
              <p:nvPr/>
            </p:nvSpPr>
            <p:spPr>
              <a:xfrm>
                <a:off x="4100040" y="194184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53" name="Group 156"/>
            <p:cNvGrpSpPr/>
            <p:nvPr/>
          </p:nvGrpSpPr>
          <p:grpSpPr>
            <a:xfrm>
              <a:off x="5933880" y="1641960"/>
              <a:ext cx="1233360" cy="1022040"/>
              <a:chOff x="5933880" y="1641960"/>
              <a:chExt cx="1233360" cy="1022040"/>
            </a:xfrm>
          </p:grpSpPr>
          <p:sp>
            <p:nvSpPr>
              <p:cNvPr id="3954" name="Freeform 176"/>
              <p:cNvSpPr/>
              <p:nvPr/>
            </p:nvSpPr>
            <p:spPr>
              <a:xfrm>
                <a:off x="5933880" y="164196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955" name="TextBox 177"/>
              <p:cNvSpPr/>
              <p:nvPr/>
            </p:nvSpPr>
            <p:spPr>
              <a:xfrm>
                <a:off x="6032160" y="192708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56" name="Group 178"/>
            <p:cNvGrpSpPr/>
            <p:nvPr/>
          </p:nvGrpSpPr>
          <p:grpSpPr>
            <a:xfrm>
              <a:off x="7865640" y="1627200"/>
              <a:ext cx="1233720" cy="1022040"/>
              <a:chOff x="7865640" y="1627200"/>
              <a:chExt cx="1233720" cy="1022040"/>
            </a:xfrm>
          </p:grpSpPr>
          <p:sp>
            <p:nvSpPr>
              <p:cNvPr id="3957" name="Freeform 179"/>
              <p:cNvSpPr/>
              <p:nvPr/>
            </p:nvSpPr>
            <p:spPr>
              <a:xfrm>
                <a:off x="7865640" y="162720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958" name="TextBox 180"/>
              <p:cNvSpPr/>
              <p:nvPr/>
            </p:nvSpPr>
            <p:spPr>
              <a:xfrm>
                <a:off x="7964280" y="191232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59" name="Group 181"/>
            <p:cNvGrpSpPr/>
            <p:nvPr/>
          </p:nvGrpSpPr>
          <p:grpSpPr>
            <a:xfrm>
              <a:off x="3987000" y="3608280"/>
              <a:ext cx="1233360" cy="1022040"/>
              <a:chOff x="3987000" y="3608280"/>
              <a:chExt cx="1233360" cy="1022040"/>
            </a:xfrm>
          </p:grpSpPr>
          <p:sp>
            <p:nvSpPr>
              <p:cNvPr id="3960" name="Freeform 182"/>
              <p:cNvSpPr/>
              <p:nvPr/>
            </p:nvSpPr>
            <p:spPr>
              <a:xfrm>
                <a:off x="3987000" y="360828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961" name="TextBox 213"/>
              <p:cNvSpPr/>
              <p:nvPr/>
            </p:nvSpPr>
            <p:spPr>
              <a:xfrm>
                <a:off x="4085280" y="389340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62" name="Group 219"/>
            <p:cNvGrpSpPr/>
            <p:nvPr/>
          </p:nvGrpSpPr>
          <p:grpSpPr>
            <a:xfrm>
              <a:off x="5919120" y="3593520"/>
              <a:ext cx="1233360" cy="1022040"/>
              <a:chOff x="5919120" y="3593520"/>
              <a:chExt cx="1233360" cy="1022040"/>
            </a:xfrm>
          </p:grpSpPr>
          <p:sp>
            <p:nvSpPr>
              <p:cNvPr id="3963" name="Freeform 226"/>
              <p:cNvSpPr/>
              <p:nvPr/>
            </p:nvSpPr>
            <p:spPr>
              <a:xfrm>
                <a:off x="5919120" y="359352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964" name="TextBox 227"/>
              <p:cNvSpPr/>
              <p:nvPr/>
            </p:nvSpPr>
            <p:spPr>
              <a:xfrm>
                <a:off x="6017400" y="387900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65" name="Group 228"/>
            <p:cNvGrpSpPr/>
            <p:nvPr/>
          </p:nvGrpSpPr>
          <p:grpSpPr>
            <a:xfrm>
              <a:off x="7850880" y="3579120"/>
              <a:ext cx="1233720" cy="1022040"/>
              <a:chOff x="7850880" y="3579120"/>
              <a:chExt cx="1233720" cy="1022040"/>
            </a:xfrm>
          </p:grpSpPr>
          <p:sp>
            <p:nvSpPr>
              <p:cNvPr id="3966" name="Freeform 229"/>
              <p:cNvSpPr/>
              <p:nvPr/>
            </p:nvSpPr>
            <p:spPr>
              <a:xfrm>
                <a:off x="7850880" y="357912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967" name="TextBox 230"/>
              <p:cNvSpPr/>
              <p:nvPr/>
            </p:nvSpPr>
            <p:spPr>
              <a:xfrm>
                <a:off x="7949520" y="386424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68" name="Group 231"/>
            <p:cNvGrpSpPr/>
            <p:nvPr/>
          </p:nvGrpSpPr>
          <p:grpSpPr>
            <a:xfrm>
              <a:off x="3972240" y="5560200"/>
              <a:ext cx="1233360" cy="1022040"/>
              <a:chOff x="3972240" y="5560200"/>
              <a:chExt cx="1233360" cy="1022040"/>
            </a:xfrm>
          </p:grpSpPr>
          <p:sp>
            <p:nvSpPr>
              <p:cNvPr id="3969" name="Freeform 232"/>
              <p:cNvSpPr/>
              <p:nvPr/>
            </p:nvSpPr>
            <p:spPr>
              <a:xfrm>
                <a:off x="3972240" y="556020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970" name="TextBox 233"/>
              <p:cNvSpPr/>
              <p:nvPr/>
            </p:nvSpPr>
            <p:spPr>
              <a:xfrm>
                <a:off x="4070520" y="584532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71" name="Group 234"/>
            <p:cNvGrpSpPr/>
            <p:nvPr/>
          </p:nvGrpSpPr>
          <p:grpSpPr>
            <a:xfrm>
              <a:off x="5904360" y="5545440"/>
              <a:ext cx="1233360" cy="1022040"/>
              <a:chOff x="5904360" y="5545440"/>
              <a:chExt cx="1233360" cy="1022040"/>
            </a:xfrm>
          </p:grpSpPr>
          <p:sp>
            <p:nvSpPr>
              <p:cNvPr id="3972" name="Freeform 235"/>
              <p:cNvSpPr/>
              <p:nvPr/>
            </p:nvSpPr>
            <p:spPr>
              <a:xfrm>
                <a:off x="5904360" y="554544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973" name="TextBox 236"/>
              <p:cNvSpPr/>
              <p:nvPr/>
            </p:nvSpPr>
            <p:spPr>
              <a:xfrm>
                <a:off x="6002640" y="583056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74" name="Group 237"/>
            <p:cNvGrpSpPr/>
            <p:nvPr/>
          </p:nvGrpSpPr>
          <p:grpSpPr>
            <a:xfrm>
              <a:off x="7836480" y="5530680"/>
              <a:ext cx="1233360" cy="1022040"/>
              <a:chOff x="7836480" y="5530680"/>
              <a:chExt cx="1233360" cy="1022040"/>
            </a:xfrm>
          </p:grpSpPr>
          <p:sp>
            <p:nvSpPr>
              <p:cNvPr id="3975" name="Freeform 238"/>
              <p:cNvSpPr/>
              <p:nvPr/>
            </p:nvSpPr>
            <p:spPr>
              <a:xfrm>
                <a:off x="7836480" y="553068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976" name="TextBox 239"/>
              <p:cNvSpPr/>
              <p:nvPr/>
            </p:nvSpPr>
            <p:spPr>
              <a:xfrm>
                <a:off x="7934760" y="581580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cxnSp>
        <p:nvCxnSpPr>
          <p:cNvPr id="3977" name="Straight Connector 240"/>
          <p:cNvCxnSpPr/>
          <p:nvPr/>
        </p:nvCxnSpPr>
        <p:spPr>
          <a:xfrm flipH="1">
            <a:off x="901800" y="1974960"/>
            <a:ext cx="151920" cy="25776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092" dur="indefinite" restart="never" nodeType="tmRoot">
          <p:childTnLst>
            <p:seq>
              <p:cTn id="1093" dur="indefinite" nodeType="mainSeq">
                <p:childTnLst>
                  <p:par>
                    <p:cTn id="1094" fill="hold">
                      <p:stCondLst>
                        <p:cond delay="0"/>
                      </p:stCondLst>
                      <p:childTnLst>
                        <p:par>
                          <p:cTn id="1095" fill="hold">
                            <p:stCondLst>
                              <p:cond delay="0"/>
                            </p:stCondLst>
                            <p:childTnLst>
                              <p:par>
                                <p:cTn id="109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098" dur="500"/>
                                        <p:tgtEl>
                                          <p:spTgt spid="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example: </a:t>
            </a:r>
            <a:r>
              <a:rPr lang="en-US" sz="4400" b="1" u="none" strike="noStrike">
                <a:solidFill>
                  <a:srgbClr val="0000A8"/>
                </a:solidFill>
                <a:effectLst/>
                <a:uFillTx/>
                <a:latin typeface="Calibri Light"/>
              </a:rPr>
              <a:t>iteration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3979" name="PlaceHolder 2"/>
          <p:cNvSpPr>
            <a:spLocks noGrp="1"/>
          </p:cNvSpPr>
          <p:nvPr>
            <p:ph type="sldNum" idx="3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52395C0-B2C9-4C5B-A943-C78E43F7098F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980" name="Straight Connector 81"/>
          <p:cNvCxnSpPr>
            <a:stCxn id="3981" idx="2"/>
            <a:endCxn id="3981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982" name="Straight Connector 95"/>
          <p:cNvCxnSpPr>
            <a:stCxn id="3981" idx="1"/>
            <a:endCxn id="3981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3981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3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984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3985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3986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3987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88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89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90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91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992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3993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94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995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3996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3997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98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99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00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01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002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4003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04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005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4006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4007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08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09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10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11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012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4013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14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015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6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7" name="TextBox 216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8" name="TextBox 217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9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0" name="TextBox 220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1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2" name="TextBox 222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3" name="TextBox 223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4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5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6" name="Right Arrow 1031"/>
          <p:cNvSpPr/>
          <p:nvPr/>
        </p:nvSpPr>
        <p:spPr>
          <a:xfrm rot="5400000">
            <a:off x="4400280" y="25614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7" name="Right Arrow 266"/>
          <p:cNvSpPr/>
          <p:nvPr/>
        </p:nvSpPr>
        <p:spPr>
          <a:xfrm rot="16200000">
            <a:off x="4395240" y="34711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8" name="Right Arrow 267"/>
          <p:cNvSpPr/>
          <p:nvPr/>
        </p:nvSpPr>
        <p:spPr>
          <a:xfrm rot="5400000">
            <a:off x="6302880" y="254664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9" name="Right Arrow 268"/>
          <p:cNvSpPr/>
          <p:nvPr/>
        </p:nvSpPr>
        <p:spPr>
          <a:xfrm rot="16200000">
            <a:off x="6297480" y="34563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0" name="Right Arrow 269"/>
          <p:cNvSpPr/>
          <p:nvPr/>
        </p:nvSpPr>
        <p:spPr>
          <a:xfrm rot="5400000">
            <a:off x="4370760" y="44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1" name="Right Arrow 270"/>
          <p:cNvSpPr/>
          <p:nvPr/>
        </p:nvSpPr>
        <p:spPr>
          <a:xfrm rot="16200000">
            <a:off x="4365720" y="53686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2" name="Right Arrow 271"/>
          <p:cNvSpPr/>
          <p:nvPr/>
        </p:nvSpPr>
        <p:spPr>
          <a:xfrm rot="5400000">
            <a:off x="6312600" y="44539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3" name="Right Arrow 272"/>
          <p:cNvSpPr/>
          <p:nvPr/>
        </p:nvSpPr>
        <p:spPr>
          <a:xfrm rot="16200000">
            <a:off x="6307560" y="53640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4" name="Right Arrow 273"/>
          <p:cNvSpPr/>
          <p:nvPr/>
        </p:nvSpPr>
        <p:spPr>
          <a:xfrm rot="5400000">
            <a:off x="8254440" y="44488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5" name="Right Arrow 274"/>
          <p:cNvSpPr/>
          <p:nvPr/>
        </p:nvSpPr>
        <p:spPr>
          <a:xfrm rot="16200000">
            <a:off x="8249400" y="53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6" name="Right Arrow 278"/>
          <p:cNvSpPr/>
          <p:nvPr/>
        </p:nvSpPr>
        <p:spPr>
          <a:xfrm rot="10800000">
            <a:off x="7582680" y="5830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7" name="Right Arrow 279"/>
          <p:cNvSpPr/>
          <p:nvPr/>
        </p:nvSpPr>
        <p:spPr>
          <a:xfrm>
            <a:off x="6819840" y="5834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038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4039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4040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4041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42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43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44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45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046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4047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48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049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4050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4051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52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53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54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55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056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4057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58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059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4060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4061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62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63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64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65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066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4067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68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4069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4070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4071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4072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73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74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75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76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077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4078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79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080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4081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4082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83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84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85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86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087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4088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89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090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4091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4092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93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94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95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96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097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4098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99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100" name="Right Arrow 345"/>
          <p:cNvSpPr/>
          <p:nvPr/>
        </p:nvSpPr>
        <p:spPr>
          <a:xfrm rot="10800000">
            <a:off x="5660280" y="5843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1" name="Right Arrow 346"/>
          <p:cNvSpPr/>
          <p:nvPr/>
        </p:nvSpPr>
        <p:spPr>
          <a:xfrm>
            <a:off x="4897440" y="58478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2" name="Right Arrow 347"/>
          <p:cNvSpPr/>
          <p:nvPr/>
        </p:nvSpPr>
        <p:spPr>
          <a:xfrm rot="10800000">
            <a:off x="5652360" y="39052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3" name="Right Arrow 348"/>
          <p:cNvSpPr/>
          <p:nvPr/>
        </p:nvSpPr>
        <p:spPr>
          <a:xfrm>
            <a:off x="4905360" y="39096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4" name="Right Arrow 349"/>
          <p:cNvSpPr/>
          <p:nvPr/>
        </p:nvSpPr>
        <p:spPr>
          <a:xfrm rot="10800000">
            <a:off x="5660280" y="19666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5" name="Right Arrow 350"/>
          <p:cNvSpPr/>
          <p:nvPr/>
        </p:nvSpPr>
        <p:spPr>
          <a:xfrm>
            <a:off x="4924080" y="1987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6" name="Right Arrow 351"/>
          <p:cNvSpPr/>
          <p:nvPr/>
        </p:nvSpPr>
        <p:spPr>
          <a:xfrm rot="10800000">
            <a:off x="7582680" y="1969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7" name="Right Arrow 352"/>
          <p:cNvSpPr/>
          <p:nvPr/>
        </p:nvSpPr>
        <p:spPr>
          <a:xfrm>
            <a:off x="6819840" y="19738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8" name="Right Arrow 353"/>
          <p:cNvSpPr/>
          <p:nvPr/>
        </p:nvSpPr>
        <p:spPr>
          <a:xfrm rot="10800000">
            <a:off x="7596000" y="39078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9" name="Right Arrow 354"/>
          <p:cNvSpPr/>
          <p:nvPr/>
        </p:nvSpPr>
        <p:spPr>
          <a:xfrm>
            <a:off x="6833160" y="39121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0" name="TextBox 157"/>
          <p:cNvSpPr/>
          <p:nvPr/>
        </p:nvSpPr>
        <p:spPr>
          <a:xfrm flipH="1">
            <a:off x="476280" y="3079080"/>
            <a:ext cx="2195280" cy="28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nodes: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receive distance vectors from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compute their new local  distance vector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send their new local distance vector to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11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4112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13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4114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4115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16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17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18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19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20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21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22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23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24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25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126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4127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4128" name="Straight Connector 152"/>
          <p:cNvCxnSpPr/>
          <p:nvPr/>
        </p:nvCxnSpPr>
        <p:spPr>
          <a:xfrm flipH="1">
            <a:off x="908280" y="1974960"/>
            <a:ext cx="149040" cy="2466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099" dur="indefinite" restart="never" nodeType="tmRoot">
          <p:childTnLst>
            <p:seq>
              <p:cTn id="1100" dur="indefinite" nodeType="mainSeq"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05" dur="1000"/>
                                        <p:tgtEl>
                                          <p:spTgt spid="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6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08" dur="10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9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11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2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14" dur="1000"/>
                                        <p:tgtEl>
                                          <p:spTgt spid="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5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17" dur="1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20" dur="10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23" dur="1000"/>
                                        <p:tgtEl>
                                          <p:spTgt spid="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4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26" dur="1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7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29" dur="1000"/>
                                        <p:tgtEl>
                                          <p:spTgt spid="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0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32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3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35" dur="1000"/>
                                        <p:tgtEl>
                                          <p:spTgt spid="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6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38" dur="10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41" dur="1000"/>
                                        <p:tgtEl>
                                          <p:spTgt spid="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2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44" dur="1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5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47" dur="1000"/>
                                        <p:tgtEl>
                                          <p:spTgt spid="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8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50" dur="1000"/>
                                        <p:tgtEl>
                                          <p:spTgt spid="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1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53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56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7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59" dur="1000"/>
                                        <p:tgtEl>
                                          <p:spTgt spid="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0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62" dur="1000"/>
                                        <p:tgtEl>
                                          <p:spTgt spid="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3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65" dur="1000"/>
                                        <p:tgtEl>
                                          <p:spTgt spid="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6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68" dur="1000"/>
                                        <p:tgtEl>
                                          <p:spTgt spid="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8"/>
                </a:solidFill>
                <a:effectLst/>
                <a:uFillTx/>
                <a:latin typeface="Calibri Light"/>
              </a:rPr>
              <a:t>Distance vector example: iteration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4130" name="PlaceHolder 2"/>
          <p:cNvSpPr>
            <a:spLocks noGrp="1"/>
          </p:cNvSpPr>
          <p:nvPr>
            <p:ph type="sldNum" idx="3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22CC9EC1-9A4D-4F8E-A74F-8063B5ACF8F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131" name="Straight Connector 81"/>
          <p:cNvCxnSpPr>
            <a:stCxn id="4132" idx="2"/>
            <a:endCxn id="4132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133" name="Straight Connector 95"/>
          <p:cNvCxnSpPr>
            <a:stCxn id="4132" idx="1"/>
            <a:endCxn id="4132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4132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4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135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4136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4137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4138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39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40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41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42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143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4144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45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146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4147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4148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49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50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51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52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153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4154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55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156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4157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4158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59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60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61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62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163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4164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65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166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7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8" name="TextBox 216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9" name="TextBox 217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0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1" name="TextBox 220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2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3" name="TextBox 222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4" name="TextBox 223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5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6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7" name="Right Arrow 1031"/>
          <p:cNvSpPr/>
          <p:nvPr/>
        </p:nvSpPr>
        <p:spPr>
          <a:xfrm flipV="1" rot="16200000">
            <a:off x="4400280" y="25614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8" name="Right Arrow 266"/>
          <p:cNvSpPr/>
          <p:nvPr/>
        </p:nvSpPr>
        <p:spPr>
          <a:xfrm flipV="1" rot="5400000">
            <a:off x="4395240" y="34711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9" name="Right Arrow 267"/>
          <p:cNvSpPr/>
          <p:nvPr/>
        </p:nvSpPr>
        <p:spPr>
          <a:xfrm flipV="1" rot="16200000">
            <a:off x="6302880" y="254664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0" name="Right Arrow 268"/>
          <p:cNvSpPr/>
          <p:nvPr/>
        </p:nvSpPr>
        <p:spPr>
          <a:xfrm flipV="1" rot="5400000">
            <a:off x="6297480" y="34563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1" name="Right Arrow 269"/>
          <p:cNvSpPr/>
          <p:nvPr/>
        </p:nvSpPr>
        <p:spPr>
          <a:xfrm flipV="1" rot="16200000">
            <a:off x="4370760" y="44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2" name="Right Arrow 270"/>
          <p:cNvSpPr/>
          <p:nvPr/>
        </p:nvSpPr>
        <p:spPr>
          <a:xfrm flipV="1" rot="5400000">
            <a:off x="4365720" y="53686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3" name="Right Arrow 271"/>
          <p:cNvSpPr/>
          <p:nvPr/>
        </p:nvSpPr>
        <p:spPr>
          <a:xfrm flipV="1" rot="16200000">
            <a:off x="6312600" y="44539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4" name="Right Arrow 272"/>
          <p:cNvSpPr/>
          <p:nvPr/>
        </p:nvSpPr>
        <p:spPr>
          <a:xfrm flipV="1" rot="5400000">
            <a:off x="6307560" y="53640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5" name="Right Arrow 273"/>
          <p:cNvSpPr/>
          <p:nvPr/>
        </p:nvSpPr>
        <p:spPr>
          <a:xfrm flipV="1" rot="16200000">
            <a:off x="8254440" y="44488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6" name="Right Arrow 274"/>
          <p:cNvSpPr/>
          <p:nvPr/>
        </p:nvSpPr>
        <p:spPr>
          <a:xfrm flipV="1" rot="5400000">
            <a:off x="8249400" y="53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7" name="Right Arrow 278"/>
          <p:cNvSpPr/>
          <p:nvPr/>
        </p:nvSpPr>
        <p:spPr>
          <a:xfrm flipH="1" rot="10800000">
            <a:off x="7581960" y="5830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8" name="Right Arrow 279"/>
          <p:cNvSpPr/>
          <p:nvPr/>
        </p:nvSpPr>
        <p:spPr>
          <a:xfrm flipH="1">
            <a:off x="6819120" y="5834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189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4190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4191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4192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93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94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95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96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197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4198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99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200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4201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4202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03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04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05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06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207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4208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09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210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4211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4212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13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14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15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16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217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4218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19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4220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4221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4222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4223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24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25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26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27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228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4229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30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231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4232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4233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34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35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36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37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238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4239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40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241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4242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4243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44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45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46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47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248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4249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50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251" name="Right Arrow 345"/>
          <p:cNvSpPr/>
          <p:nvPr/>
        </p:nvSpPr>
        <p:spPr>
          <a:xfrm flipH="1" rot="10800000">
            <a:off x="5659560" y="5843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2" name="Right Arrow 346"/>
          <p:cNvSpPr/>
          <p:nvPr/>
        </p:nvSpPr>
        <p:spPr>
          <a:xfrm flipH="1">
            <a:off x="4896720" y="58478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3" name="Right Arrow 347"/>
          <p:cNvSpPr/>
          <p:nvPr/>
        </p:nvSpPr>
        <p:spPr>
          <a:xfrm flipH="1" rot="10800000">
            <a:off x="5651640" y="39052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4" name="Right Arrow 348"/>
          <p:cNvSpPr/>
          <p:nvPr/>
        </p:nvSpPr>
        <p:spPr>
          <a:xfrm flipH="1">
            <a:off x="4904640" y="39096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5" name="Right Arrow 349"/>
          <p:cNvSpPr/>
          <p:nvPr/>
        </p:nvSpPr>
        <p:spPr>
          <a:xfrm>
            <a:off x="5659920" y="19663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6" name="Right Arrow 350"/>
          <p:cNvSpPr/>
          <p:nvPr/>
        </p:nvSpPr>
        <p:spPr>
          <a:xfrm rot="10800000">
            <a:off x="4924440" y="198756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7" name="Right Arrow 351"/>
          <p:cNvSpPr/>
          <p:nvPr/>
        </p:nvSpPr>
        <p:spPr>
          <a:xfrm flipH="1" rot="10800000">
            <a:off x="7581960" y="1969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8" name="Right Arrow 352"/>
          <p:cNvSpPr/>
          <p:nvPr/>
        </p:nvSpPr>
        <p:spPr>
          <a:xfrm rot="10800000">
            <a:off x="6819840" y="19742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9" name="Right Arrow 353"/>
          <p:cNvSpPr/>
          <p:nvPr/>
        </p:nvSpPr>
        <p:spPr>
          <a:xfrm flipH="1" rot="10800000">
            <a:off x="7595280" y="39078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0" name="Right Arrow 354"/>
          <p:cNvSpPr/>
          <p:nvPr/>
        </p:nvSpPr>
        <p:spPr>
          <a:xfrm flipH="1">
            <a:off x="6832440" y="39121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1" name="TextBox 157"/>
          <p:cNvSpPr/>
          <p:nvPr/>
        </p:nvSpPr>
        <p:spPr>
          <a:xfrm flipH="1">
            <a:off x="476280" y="3079080"/>
            <a:ext cx="2195280" cy="28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nodes: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receive distance vectors from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compute their new local  distance vector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send their new local distance vector to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62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4263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t=2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64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4265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4266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67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68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69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70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71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72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73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74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75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76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277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4278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4279" name="Straight Connector 175"/>
              <p:cNvCxnSpPr/>
              <p:nvPr/>
            </p:nvCxnSpPr>
            <p:spPr>
              <a:xfrm flipH="1">
                <a:off x="919440" y="2070720"/>
                <a:ext cx="240840" cy="121320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</a:ln>
            </p:spPr>
          </p:cxnSp>
        </p:grp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169" dur="indefinite" restart="never" nodeType="tmRoot">
          <p:childTnLst>
            <p:seq>
              <p:cTn id="1170" dur="indefinite" nodeType="mainSeq">
                <p:childTnLst>
                  <p:par>
                    <p:cTn id="1171" fill="hold">
                      <p:stCondLst>
                        <p:cond delay="0"/>
                      </p:stCondLst>
                      <p:childTnLst>
                        <p:par>
                          <p:cTn id="1172" fill="hold">
                            <p:stCondLst>
                              <p:cond delay="0"/>
                            </p:stCondLst>
                            <p:childTnLst>
                              <p:par>
                                <p:cTn id="1173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75" dur="1000"/>
                                        <p:tgtEl>
                                          <p:spTgt spid="4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6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78" dur="1000"/>
                                        <p:tgtEl>
                                          <p:spTgt spid="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9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81" dur="1000"/>
                                        <p:tgtEl>
                                          <p:spTgt spid="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2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84" dur="1000"/>
                                        <p:tgtEl>
                                          <p:spTgt spid="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5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87" dur="1000"/>
                                        <p:tgtEl>
                                          <p:spTgt spid="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8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90" dur="1000"/>
                                        <p:tgtEl>
                                          <p:spTgt spid="4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1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93" dur="1000"/>
                                        <p:tgtEl>
                                          <p:spTgt spid="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96" dur="1000"/>
                                        <p:tgtEl>
                                          <p:spTgt spid="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7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99" dur="1000"/>
                                        <p:tgtEl>
                                          <p:spTgt spid="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0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02" dur="1000"/>
                                        <p:tgtEl>
                                          <p:spTgt spid="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3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05" dur="1000"/>
                                        <p:tgtEl>
                                          <p:spTgt spid="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6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08" dur="1000"/>
                                        <p:tgtEl>
                                          <p:spTgt spid="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9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11" dur="1000"/>
                                        <p:tgtEl>
                                          <p:spTgt spid="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2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14" dur="1000"/>
                                        <p:tgtEl>
                                          <p:spTgt spid="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5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17" dur="1000"/>
                                        <p:tgtEl>
                                          <p:spTgt spid="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8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20" dur="1000"/>
                                        <p:tgtEl>
                                          <p:spTgt spid="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1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23" dur="1000"/>
                                        <p:tgtEl>
                                          <p:spTgt spid="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4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26" dur="1000"/>
                                        <p:tgtEl>
                                          <p:spTgt spid="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7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29" dur="1000"/>
                                        <p:tgtEl>
                                          <p:spTgt spid="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0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32" dur="1000"/>
                                        <p:tgtEl>
                                          <p:spTgt spid="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3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35" dur="1000"/>
                                        <p:tgtEl>
                                          <p:spTgt spid="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6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38" dur="1000"/>
                                        <p:tgtEl>
                                          <p:spTgt spid="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8"/>
                </a:solidFill>
                <a:effectLst/>
                <a:uFillTx/>
                <a:latin typeface="Calibri Light"/>
              </a:rPr>
              <a:t>Distance vector example: iteration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4281" name="PlaceHolder 2"/>
          <p:cNvSpPr>
            <a:spLocks noGrp="1"/>
          </p:cNvSpPr>
          <p:nvPr>
            <p:ph type="sldNum" idx="3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DB77AE06-7A1A-455E-AAC0-D5B0B3127D2B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282" name="Straight Connector 81"/>
          <p:cNvCxnSpPr>
            <a:stCxn id="4283" idx="2"/>
            <a:endCxn id="4283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284" name="Straight Connector 95"/>
          <p:cNvCxnSpPr>
            <a:stCxn id="4283" idx="1"/>
            <a:endCxn id="4283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4283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5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286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4287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4288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4289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90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91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92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93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294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4295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96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297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4298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4299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00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01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02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03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04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4305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06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307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4308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4309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10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11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12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13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14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4315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16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317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8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9" name="TextBox 216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0" name="TextBox 217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1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2" name="TextBox 220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3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4" name="TextBox 222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5" name="TextBox 223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6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7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28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4329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4330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4331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32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33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34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35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36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4337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38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339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4340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4341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42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43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44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45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46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4347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48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349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4350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4351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52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53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54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55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56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4357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58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4359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4360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4361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4362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63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64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65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66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67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4368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69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370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4371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4372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73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74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75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76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77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4378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79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380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4381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4382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83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84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85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86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387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4388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89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390" name="TextBox 157"/>
          <p:cNvSpPr/>
          <p:nvPr/>
        </p:nvSpPr>
        <p:spPr>
          <a:xfrm flipH="1">
            <a:off x="476280" y="3079080"/>
            <a:ext cx="2195280" cy="28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nodes: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receive distance vectors from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compute their new local  distance vector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send their new local distance vector to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91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4392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t=2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3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4394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4395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396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397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398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399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400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401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402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403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404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405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406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4407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4408" name="Group 2"/>
          <p:cNvGrpSpPr/>
          <p:nvPr/>
        </p:nvGrpSpPr>
        <p:grpSpPr>
          <a:xfrm>
            <a:off x="4041000" y="1582920"/>
            <a:ext cx="5127120" cy="4955040"/>
            <a:chOff x="4041000" y="1582920"/>
            <a:chExt cx="5127120" cy="4955040"/>
          </a:xfrm>
        </p:grpSpPr>
        <p:grpSp>
          <p:nvGrpSpPr>
            <p:cNvPr id="4409" name="Group 6"/>
            <p:cNvGrpSpPr/>
            <p:nvPr/>
          </p:nvGrpSpPr>
          <p:grpSpPr>
            <a:xfrm>
              <a:off x="4070520" y="1612440"/>
              <a:ext cx="1233360" cy="1022040"/>
              <a:chOff x="4070520" y="1612440"/>
              <a:chExt cx="1233360" cy="1022040"/>
            </a:xfrm>
          </p:grpSpPr>
          <p:sp>
            <p:nvSpPr>
              <p:cNvPr id="4410" name="Freeform 3"/>
              <p:cNvSpPr/>
              <p:nvPr/>
            </p:nvSpPr>
            <p:spPr>
              <a:xfrm>
                <a:off x="4070520" y="161244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411" name="TextBox 5"/>
              <p:cNvSpPr/>
              <p:nvPr/>
            </p:nvSpPr>
            <p:spPr>
              <a:xfrm>
                <a:off x="4168800" y="189756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12" name="Group 156"/>
            <p:cNvGrpSpPr/>
            <p:nvPr/>
          </p:nvGrpSpPr>
          <p:grpSpPr>
            <a:xfrm>
              <a:off x="6002640" y="1597680"/>
              <a:ext cx="1233360" cy="1022040"/>
              <a:chOff x="6002640" y="1597680"/>
              <a:chExt cx="1233360" cy="1022040"/>
            </a:xfrm>
          </p:grpSpPr>
          <p:sp>
            <p:nvSpPr>
              <p:cNvPr id="4413" name="Freeform 176"/>
              <p:cNvSpPr/>
              <p:nvPr/>
            </p:nvSpPr>
            <p:spPr>
              <a:xfrm>
                <a:off x="6002640" y="159768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414" name="TextBox 177"/>
              <p:cNvSpPr/>
              <p:nvPr/>
            </p:nvSpPr>
            <p:spPr>
              <a:xfrm>
                <a:off x="6100920" y="188280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15" name="Group 178"/>
            <p:cNvGrpSpPr/>
            <p:nvPr/>
          </p:nvGrpSpPr>
          <p:grpSpPr>
            <a:xfrm>
              <a:off x="7934760" y="1582920"/>
              <a:ext cx="1233360" cy="1022040"/>
              <a:chOff x="7934760" y="1582920"/>
              <a:chExt cx="1233360" cy="1022040"/>
            </a:xfrm>
          </p:grpSpPr>
          <p:sp>
            <p:nvSpPr>
              <p:cNvPr id="4416" name="Freeform 179"/>
              <p:cNvSpPr/>
              <p:nvPr/>
            </p:nvSpPr>
            <p:spPr>
              <a:xfrm>
                <a:off x="7934760" y="158292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417" name="TextBox 180"/>
              <p:cNvSpPr/>
              <p:nvPr/>
            </p:nvSpPr>
            <p:spPr>
              <a:xfrm>
                <a:off x="8033040" y="186804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18" name="Group 181"/>
            <p:cNvGrpSpPr/>
            <p:nvPr/>
          </p:nvGrpSpPr>
          <p:grpSpPr>
            <a:xfrm>
              <a:off x="4055760" y="3564360"/>
              <a:ext cx="1233360" cy="1022040"/>
              <a:chOff x="4055760" y="3564360"/>
              <a:chExt cx="1233360" cy="1022040"/>
            </a:xfrm>
          </p:grpSpPr>
          <p:sp>
            <p:nvSpPr>
              <p:cNvPr id="4419" name="Freeform 182"/>
              <p:cNvSpPr/>
              <p:nvPr/>
            </p:nvSpPr>
            <p:spPr>
              <a:xfrm>
                <a:off x="4055760" y="356436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420" name="TextBox 213"/>
              <p:cNvSpPr/>
              <p:nvPr/>
            </p:nvSpPr>
            <p:spPr>
              <a:xfrm>
                <a:off x="4154040" y="384948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21" name="Group 219"/>
            <p:cNvGrpSpPr/>
            <p:nvPr/>
          </p:nvGrpSpPr>
          <p:grpSpPr>
            <a:xfrm>
              <a:off x="5987880" y="3549600"/>
              <a:ext cx="1233360" cy="1022040"/>
              <a:chOff x="5987880" y="3549600"/>
              <a:chExt cx="1233360" cy="1022040"/>
            </a:xfrm>
          </p:grpSpPr>
          <p:sp>
            <p:nvSpPr>
              <p:cNvPr id="4422" name="Freeform 226"/>
              <p:cNvSpPr/>
              <p:nvPr/>
            </p:nvSpPr>
            <p:spPr>
              <a:xfrm>
                <a:off x="5987880" y="354960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423" name="TextBox 227"/>
              <p:cNvSpPr/>
              <p:nvPr/>
            </p:nvSpPr>
            <p:spPr>
              <a:xfrm>
                <a:off x="6086160" y="383472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24" name="Group 228"/>
            <p:cNvGrpSpPr/>
            <p:nvPr/>
          </p:nvGrpSpPr>
          <p:grpSpPr>
            <a:xfrm>
              <a:off x="7920000" y="3534840"/>
              <a:ext cx="1233360" cy="1022040"/>
              <a:chOff x="7920000" y="3534840"/>
              <a:chExt cx="1233360" cy="1022040"/>
            </a:xfrm>
          </p:grpSpPr>
          <p:sp>
            <p:nvSpPr>
              <p:cNvPr id="4425" name="Freeform 229"/>
              <p:cNvSpPr/>
              <p:nvPr/>
            </p:nvSpPr>
            <p:spPr>
              <a:xfrm>
                <a:off x="7920000" y="353484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426" name="TextBox 230"/>
              <p:cNvSpPr/>
              <p:nvPr/>
            </p:nvSpPr>
            <p:spPr>
              <a:xfrm>
                <a:off x="8018280" y="381996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27" name="Group 231"/>
            <p:cNvGrpSpPr/>
            <p:nvPr/>
          </p:nvGrpSpPr>
          <p:grpSpPr>
            <a:xfrm>
              <a:off x="4041000" y="5515920"/>
              <a:ext cx="1233360" cy="1022040"/>
              <a:chOff x="4041000" y="5515920"/>
              <a:chExt cx="1233360" cy="1022040"/>
            </a:xfrm>
          </p:grpSpPr>
          <p:sp>
            <p:nvSpPr>
              <p:cNvPr id="4428" name="Freeform 232"/>
              <p:cNvSpPr/>
              <p:nvPr/>
            </p:nvSpPr>
            <p:spPr>
              <a:xfrm>
                <a:off x="4041000" y="551592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429" name="TextBox 233"/>
              <p:cNvSpPr/>
              <p:nvPr/>
            </p:nvSpPr>
            <p:spPr>
              <a:xfrm>
                <a:off x="4139280" y="580104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30" name="Group 234"/>
            <p:cNvGrpSpPr/>
            <p:nvPr/>
          </p:nvGrpSpPr>
          <p:grpSpPr>
            <a:xfrm>
              <a:off x="5973120" y="5501160"/>
              <a:ext cx="1233360" cy="1022040"/>
              <a:chOff x="5973120" y="5501160"/>
              <a:chExt cx="1233360" cy="1022040"/>
            </a:xfrm>
          </p:grpSpPr>
          <p:sp>
            <p:nvSpPr>
              <p:cNvPr id="4431" name="Freeform 235"/>
              <p:cNvSpPr/>
              <p:nvPr/>
            </p:nvSpPr>
            <p:spPr>
              <a:xfrm>
                <a:off x="5973120" y="550116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432" name="TextBox 236"/>
              <p:cNvSpPr/>
              <p:nvPr/>
            </p:nvSpPr>
            <p:spPr>
              <a:xfrm>
                <a:off x="6071400" y="578628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33" name="Group 237"/>
            <p:cNvGrpSpPr/>
            <p:nvPr/>
          </p:nvGrpSpPr>
          <p:grpSpPr>
            <a:xfrm>
              <a:off x="7905240" y="5486400"/>
              <a:ext cx="1233360" cy="1022040"/>
              <a:chOff x="7905240" y="5486400"/>
              <a:chExt cx="1233360" cy="1022040"/>
            </a:xfrm>
          </p:grpSpPr>
          <p:sp>
            <p:nvSpPr>
              <p:cNvPr id="4434" name="Freeform 238"/>
              <p:cNvSpPr/>
              <p:nvPr/>
            </p:nvSpPr>
            <p:spPr>
              <a:xfrm>
                <a:off x="7905240" y="5486400"/>
                <a:ext cx="1195560" cy="1022040"/>
              </a:xfrm>
              <a:custGeom>
                <a:avLst/>
                <a:gdLst>
                  <a:gd name="textAreaLeft" fmla="*/ 0 w 1195560"/>
                  <a:gd name="textAreaRight" fmla="*/ 1195920 w 1195560"/>
                  <a:gd name="textAreaTop" fmla="*/ 0 h 1022040"/>
                  <a:gd name="textAreaBottom" fmla="*/ 1022400 h 1022040"/>
                  <a:gd name="GluePoint1X" fmla="*/ 1416106 w 2820074"/>
                  <a:gd name="GluePoint1Y" fmla="*/ 606903 h 2290046"/>
                  <a:gd name="GluePoint2X" fmla="*/ 1096471 w 2820074"/>
                  <a:gd name="GluePoint2Y" fmla="*/ 222531 h 2290046"/>
                  <a:gd name="GluePoint3X" fmla="*/ 954860 w 2820074"/>
                  <a:gd name="GluePoint3Y" fmla="*/ 667593 h 2290046"/>
                  <a:gd name="GluePoint4X" fmla="*/ 89012 w 2820074"/>
                  <a:gd name="GluePoint4Y" fmla="*/ 242761 h 2290046"/>
                  <a:gd name="GluePoint5X" fmla="*/ 610948 w 2820074"/>
                  <a:gd name="GluePoint5Y" fmla="*/ 797066 h 2290046"/>
                  <a:gd name="GluePoint6X" fmla="*/ 0 w 2820074"/>
                  <a:gd name="GluePoint6Y" fmla="*/ 902262 h 2290046"/>
                  <a:gd name="GluePoint7X" fmla="*/ 481476 w 2820074"/>
                  <a:gd name="GluePoint7Y" fmla="*/ 1246174 h 2290046"/>
                  <a:gd name="GluePoint8X" fmla="*/ 36414 w 2820074"/>
                  <a:gd name="GluePoint8Y" fmla="*/ 1533441 h 2290046"/>
                  <a:gd name="GluePoint9X" fmla="*/ 760651 w 2820074"/>
                  <a:gd name="GluePoint9Y" fmla="*/ 1476797 h 2290046"/>
                  <a:gd name="GluePoint10X" fmla="*/ 623086 w 2820074"/>
                  <a:gd name="GluePoint10Y" fmla="*/ 1869260 h 2290046"/>
                  <a:gd name="GluePoint11X" fmla="*/ 1003412 w 2820074"/>
                  <a:gd name="GluePoint11Y" fmla="*/ 1658867 h 2290046"/>
                  <a:gd name="GluePoint12X" fmla="*/ 1104563 w 2820074"/>
                  <a:gd name="GluePoint12Y" fmla="*/ 2290046 h 2290046"/>
                  <a:gd name="GluePoint13X" fmla="*/ 1383738 w 2820074"/>
                  <a:gd name="GluePoint13Y" fmla="*/ 1569855 h 2290046"/>
                  <a:gd name="GluePoint14X" fmla="*/ 1743833 w 2820074"/>
                  <a:gd name="GluePoint14Y" fmla="*/ 2091791 h 2290046"/>
                  <a:gd name="GluePoint15X" fmla="*/ 1836892 w 2820074"/>
                  <a:gd name="GluePoint15Y" fmla="*/ 1529395 h 2290046"/>
                  <a:gd name="GluePoint16X" fmla="*/ 2375012 w 2820074"/>
                  <a:gd name="GluePoint16Y" fmla="*/ 1889491 h 2290046"/>
                  <a:gd name="GluePoint17X" fmla="*/ 2209125 w 2820074"/>
                  <a:gd name="GluePoint17Y" fmla="*/ 1351370 h 2290046"/>
                  <a:gd name="GluePoint18X" fmla="*/ 2820074 w 2820074"/>
                  <a:gd name="GluePoint18Y" fmla="*/ 1399922 h 2290046"/>
                  <a:gd name="GluePoint19X" fmla="*/ 2310276 w 2820074"/>
                  <a:gd name="GluePoint19Y" fmla="*/ 1092425 h 2290046"/>
                  <a:gd name="GluePoint20X" fmla="*/ 2775568 w 2820074"/>
                  <a:gd name="GluePoint20Y" fmla="*/ 837526 h 2290046"/>
                  <a:gd name="GluePoint21X" fmla="*/ 2196987 w 2820074"/>
                  <a:gd name="GluePoint21Y" fmla="*/ 768744 h 2290046"/>
                  <a:gd name="GluePoint22X" fmla="*/ 2427610 w 2820074"/>
                  <a:gd name="GluePoint22Y" fmla="*/ 441016 h 2290046"/>
                  <a:gd name="GluePoint23X" fmla="*/ 1844984 w 2820074"/>
                  <a:gd name="GluePoint23Y" fmla="*/ 546213 h 2290046"/>
                  <a:gd name="GluePoint24X" fmla="*/ 1901628 w 2820074"/>
                  <a:gd name="GluePoint24Y" fmla="*/ 0 h 2290046"/>
                  <a:gd name="GluePoint25X" fmla="*/ 1416106 w 2820074"/>
                  <a:gd name="GluePoint25Y" fmla="*/ 606903 h 22900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435" name="TextBox 239"/>
              <p:cNvSpPr/>
              <p:nvPr/>
            </p:nvSpPr>
            <p:spPr>
              <a:xfrm>
                <a:off x="8003520" y="5771520"/>
                <a:ext cx="11350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compute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cxnSp>
        <p:nvCxnSpPr>
          <p:cNvPr id="4436" name="Straight Connector 240"/>
          <p:cNvCxnSpPr/>
          <p:nvPr/>
        </p:nvCxnSpPr>
        <p:spPr>
          <a:xfrm flipH="1">
            <a:off x="919440" y="2070720"/>
            <a:ext cx="240840" cy="12132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239" dur="indefinite" restart="never" nodeType="tmRoot">
          <p:childTnLst>
            <p:seq>
              <p:cTn id="1240" dur="indefinite" nodeType="mainSeq">
                <p:childTnLst>
                  <p:par>
                    <p:cTn id="1241" fill="hold">
                      <p:stCondLst>
                        <p:cond delay="0"/>
                      </p:stCondLst>
                      <p:childTnLst>
                        <p:par>
                          <p:cTn id="1242" fill="hold">
                            <p:stCondLst>
                              <p:cond delay="0"/>
                            </p:stCondLst>
                            <p:childTnLst>
                              <p:par>
                                <p:cTn id="124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45" dur="500"/>
                                        <p:tgtEl>
                                          <p:spTgt spid="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7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example: </a:t>
            </a:r>
            <a:r>
              <a:rPr lang="en-US" sz="4400" b="1" u="none" strike="noStrike">
                <a:solidFill>
                  <a:srgbClr val="0000A8"/>
                </a:solidFill>
                <a:effectLst/>
                <a:uFillTx/>
                <a:latin typeface="Calibri Light"/>
              </a:rPr>
              <a:t>iteration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4438" name="PlaceHolder 2"/>
          <p:cNvSpPr>
            <a:spLocks noGrp="1"/>
          </p:cNvSpPr>
          <p:nvPr>
            <p:ph type="sldNum" idx="4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57D7434A-6268-4081-B893-299B32FDB79B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439" name="Straight Connector 81"/>
          <p:cNvCxnSpPr>
            <a:stCxn id="4440" idx="2"/>
            <a:endCxn id="4440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441" name="Straight Connector 95"/>
          <p:cNvCxnSpPr>
            <a:stCxn id="4440" idx="1"/>
            <a:endCxn id="4440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4440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2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443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4444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4445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4446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47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48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49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50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451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4452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53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454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4455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4456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57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58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59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60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461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4462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63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464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4465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4466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67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68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69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70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471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4472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73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474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5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6" name="TextBox 216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7" name="TextBox 217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8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9" name="TextBox 220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0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1" name="TextBox 222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2" name="TextBox 223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3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4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5" name="Right Arrow 1031"/>
          <p:cNvSpPr/>
          <p:nvPr/>
        </p:nvSpPr>
        <p:spPr>
          <a:xfrm rot="5400000">
            <a:off x="4400280" y="25614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6" name="Right Arrow 266"/>
          <p:cNvSpPr/>
          <p:nvPr/>
        </p:nvSpPr>
        <p:spPr>
          <a:xfrm rot="16200000">
            <a:off x="4395240" y="34711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7" name="Right Arrow 267"/>
          <p:cNvSpPr/>
          <p:nvPr/>
        </p:nvSpPr>
        <p:spPr>
          <a:xfrm rot="5400000">
            <a:off x="6302880" y="254664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8" name="Right Arrow 268"/>
          <p:cNvSpPr/>
          <p:nvPr/>
        </p:nvSpPr>
        <p:spPr>
          <a:xfrm rot="16200000">
            <a:off x="6297480" y="34563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9" name="Right Arrow 269"/>
          <p:cNvSpPr/>
          <p:nvPr/>
        </p:nvSpPr>
        <p:spPr>
          <a:xfrm rot="5400000">
            <a:off x="4370760" y="44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0" name="Right Arrow 270"/>
          <p:cNvSpPr/>
          <p:nvPr/>
        </p:nvSpPr>
        <p:spPr>
          <a:xfrm rot="16200000">
            <a:off x="4365720" y="53686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1" name="Right Arrow 271"/>
          <p:cNvSpPr/>
          <p:nvPr/>
        </p:nvSpPr>
        <p:spPr>
          <a:xfrm rot="5400000">
            <a:off x="6312600" y="44539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2" name="Right Arrow 272"/>
          <p:cNvSpPr/>
          <p:nvPr/>
        </p:nvSpPr>
        <p:spPr>
          <a:xfrm rot="16200000">
            <a:off x="6307560" y="53640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3" name="Right Arrow 273"/>
          <p:cNvSpPr/>
          <p:nvPr/>
        </p:nvSpPr>
        <p:spPr>
          <a:xfrm rot="5400000">
            <a:off x="8254440" y="444888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4" name="Right Arrow 274"/>
          <p:cNvSpPr/>
          <p:nvPr/>
        </p:nvSpPr>
        <p:spPr>
          <a:xfrm rot="16200000">
            <a:off x="8249400" y="53589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5" name="Right Arrow 278"/>
          <p:cNvSpPr/>
          <p:nvPr/>
        </p:nvSpPr>
        <p:spPr>
          <a:xfrm rot="10800000">
            <a:off x="7582680" y="5830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6" name="Right Arrow 279"/>
          <p:cNvSpPr/>
          <p:nvPr/>
        </p:nvSpPr>
        <p:spPr>
          <a:xfrm>
            <a:off x="6819840" y="5834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497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4498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4499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4500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01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02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03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04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505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4506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07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508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4509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4510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11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12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13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14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515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4516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17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518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4519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4520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21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22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23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24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525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4526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27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4528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4529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4530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4531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32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33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34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35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536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4537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38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539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4540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4541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42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43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44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45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546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4547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48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549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4550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4551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52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53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54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55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556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4557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58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559" name="Right Arrow 345"/>
          <p:cNvSpPr/>
          <p:nvPr/>
        </p:nvSpPr>
        <p:spPr>
          <a:xfrm rot="10800000">
            <a:off x="5660280" y="58435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0" name="Right Arrow 346"/>
          <p:cNvSpPr/>
          <p:nvPr/>
        </p:nvSpPr>
        <p:spPr>
          <a:xfrm>
            <a:off x="4897440" y="58478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1" name="Right Arrow 347"/>
          <p:cNvSpPr/>
          <p:nvPr/>
        </p:nvSpPr>
        <p:spPr>
          <a:xfrm rot="10800000">
            <a:off x="5652360" y="39052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2" name="Right Arrow 348"/>
          <p:cNvSpPr/>
          <p:nvPr/>
        </p:nvSpPr>
        <p:spPr>
          <a:xfrm>
            <a:off x="4905360" y="39096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3" name="Right Arrow 349"/>
          <p:cNvSpPr/>
          <p:nvPr/>
        </p:nvSpPr>
        <p:spPr>
          <a:xfrm rot="10800000">
            <a:off x="5660280" y="19666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4" name="Right Arrow 350"/>
          <p:cNvSpPr/>
          <p:nvPr/>
        </p:nvSpPr>
        <p:spPr>
          <a:xfrm>
            <a:off x="4924080" y="1987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5" name="Right Arrow 351"/>
          <p:cNvSpPr/>
          <p:nvPr/>
        </p:nvSpPr>
        <p:spPr>
          <a:xfrm rot="10800000">
            <a:off x="7582680" y="19692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6" name="Right Arrow 352"/>
          <p:cNvSpPr/>
          <p:nvPr/>
        </p:nvSpPr>
        <p:spPr>
          <a:xfrm>
            <a:off x="6819840" y="19738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7" name="Right Arrow 353"/>
          <p:cNvSpPr/>
          <p:nvPr/>
        </p:nvSpPr>
        <p:spPr>
          <a:xfrm rot="10800000">
            <a:off x="7596000" y="39078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8" name="Right Arrow 354"/>
          <p:cNvSpPr/>
          <p:nvPr/>
        </p:nvSpPr>
        <p:spPr>
          <a:xfrm>
            <a:off x="6833160" y="39121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9" name="TextBox 157"/>
          <p:cNvSpPr/>
          <p:nvPr/>
        </p:nvSpPr>
        <p:spPr>
          <a:xfrm flipH="1">
            <a:off x="476280" y="3079080"/>
            <a:ext cx="2195280" cy="28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nodes: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receive distance vectors from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BFBFBF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compute their new local  distance vector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7460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send their new local distance vector to neighbors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70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4571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t=2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572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4573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4574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75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76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77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78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79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80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81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82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83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84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585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4586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4587" name="Straight Connector 152"/>
          <p:cNvCxnSpPr/>
          <p:nvPr/>
        </p:nvCxnSpPr>
        <p:spPr>
          <a:xfrm flipH="1">
            <a:off x="919440" y="2070720"/>
            <a:ext cx="240840" cy="12132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246" dur="indefinite" restart="never" nodeType="tmRoot">
          <p:childTnLst>
            <p:seq>
              <p:cTn id="1247" dur="indefinite" nodeType="mainSeq">
                <p:childTnLst>
                  <p:par>
                    <p:cTn id="1248" fill="hold">
                      <p:stCondLst>
                        <p:cond delay="0"/>
                      </p:stCondLst>
                      <p:childTnLst>
                        <p:par>
                          <p:cTn id="1249" fill="hold">
                            <p:stCondLst>
                              <p:cond delay="0"/>
                            </p:stCondLst>
                            <p:childTnLst>
                              <p:par>
                                <p:cTn id="1250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52" dur="1000"/>
                                        <p:tgtEl>
                                          <p:spTgt spid="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3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55" dur="1000"/>
                                        <p:tgtEl>
                                          <p:spTgt spid="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6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58" dur="1000"/>
                                        <p:tgtEl>
                                          <p:spTgt spid="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9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61" dur="1000"/>
                                        <p:tgtEl>
                                          <p:spTgt spid="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2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64" dur="1000"/>
                                        <p:tgtEl>
                                          <p:spTgt spid="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5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67" dur="1000"/>
                                        <p:tgtEl>
                                          <p:spTgt spid="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8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70" dur="1000"/>
                                        <p:tgtEl>
                                          <p:spTgt spid="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1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73" dur="1000"/>
                                        <p:tgtEl>
                                          <p:spTgt spid="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4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76" dur="1000"/>
                                        <p:tgtEl>
                                          <p:spTgt spid="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7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79" dur="1000"/>
                                        <p:tgtEl>
                                          <p:spTgt spid="4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0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82" dur="1000"/>
                                        <p:tgtEl>
                                          <p:spTgt spid="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3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85" dur="1000"/>
                                        <p:tgtEl>
                                          <p:spTgt spid="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6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88" dur="1000"/>
                                        <p:tgtEl>
                                          <p:spTgt spid="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9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91" dur="1000"/>
                                        <p:tgtEl>
                                          <p:spTgt spid="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2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94" dur="1000"/>
                                        <p:tgtEl>
                                          <p:spTgt spid="4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5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97" dur="1000"/>
                                        <p:tgtEl>
                                          <p:spTgt spid="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8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00" dur="1000"/>
                                        <p:tgtEl>
                                          <p:spTgt spid="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1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303" dur="1000"/>
                                        <p:tgtEl>
                                          <p:spTgt spid="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4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06" dur="1000"/>
                                        <p:tgtEl>
                                          <p:spTgt spid="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7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09" dur="1000"/>
                                        <p:tgtEl>
                                          <p:spTgt spid="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0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312" dur="1000"/>
                                        <p:tgtEl>
                                          <p:spTgt spid="4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3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15" dur="1000"/>
                                        <p:tgtEl>
                                          <p:spTgt spid="4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8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example: </a:t>
            </a:r>
            <a:r>
              <a:rPr lang="en-US" sz="4400" b="1" u="none" strike="noStrike">
                <a:solidFill>
                  <a:srgbClr val="0000A8"/>
                </a:solidFill>
                <a:effectLst/>
                <a:uFillTx/>
                <a:latin typeface="Calibri Light"/>
              </a:rPr>
              <a:t>iteration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4589" name="PlaceHolder 2"/>
          <p:cNvSpPr>
            <a:spLocks noGrp="1"/>
          </p:cNvSpPr>
          <p:nvPr>
            <p:ph type="sldNum" idx="4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CE4547CD-D9DF-4A3D-83E5-908732EB72C9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0" name="TextBox 2"/>
          <p:cNvSpPr/>
          <p:nvPr/>
        </p:nvSpPr>
        <p:spPr>
          <a:xfrm>
            <a:off x="1280160" y="1859400"/>
            <a:ext cx="9958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…. and so 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Let’s next take a look at the iterative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computations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at nodes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1" name="Group 371"/>
          <p:cNvGrpSpPr/>
          <p:nvPr/>
        </p:nvGrpSpPr>
        <p:grpSpPr>
          <a:xfrm>
            <a:off x="2827800" y="1130760"/>
            <a:ext cx="1546920" cy="2893680"/>
            <a:chOff x="2827800" y="1130760"/>
            <a:chExt cx="1546920" cy="2893680"/>
          </a:xfrm>
        </p:grpSpPr>
        <p:sp>
          <p:nvSpPr>
            <p:cNvPr id="4592" name="Freeform 372"/>
            <p:cNvSpPr/>
            <p:nvPr/>
          </p:nvSpPr>
          <p:spPr>
            <a:xfrm>
              <a:off x="3922920" y="1160280"/>
              <a:ext cx="451800" cy="2388960"/>
            </a:xfrm>
            <a:custGeom>
              <a:avLst/>
              <a:gdLst>
                <a:gd name="textAreaLeft" fmla="*/ 0 w 451800"/>
                <a:gd name="textAreaRight" fmla="*/ 452160 w 451800"/>
                <a:gd name="textAreaTop" fmla="*/ 0 h 2388960"/>
                <a:gd name="textAreaBottom" fmla="*/ 2389320 h 2388960"/>
                <a:gd name="GluePoint1X" fmla="*/ 0 w 452284"/>
                <a:gd name="GluePoint1Y" fmla="*/ 0 h 2389239"/>
                <a:gd name="GluePoint2X" fmla="*/ 452284 w 452284"/>
                <a:gd name="GluePoint2Y" fmla="*/ 904568 h 2389239"/>
                <a:gd name="GluePoint3X" fmla="*/ 452284 w 452284"/>
                <a:gd name="GluePoint3Y" fmla="*/ 1052052 h 2389239"/>
                <a:gd name="GluePoint4X" fmla="*/ 9833 w 452284"/>
                <a:gd name="GluePoint4Y" fmla="*/ 2389239 h 2389239"/>
                <a:gd name="GluePoint5X" fmla="*/ 0 w 452284"/>
                <a:gd name="GluePoint5Y" fmla="*/ 0 h 23892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593" name="Group 373"/>
            <p:cNvGrpSpPr/>
            <p:nvPr/>
          </p:nvGrpSpPr>
          <p:grpSpPr>
            <a:xfrm>
              <a:off x="2827800" y="1130760"/>
              <a:ext cx="1172520" cy="2893680"/>
              <a:chOff x="2827800" y="1130760"/>
              <a:chExt cx="1172520" cy="2893680"/>
            </a:xfrm>
          </p:grpSpPr>
          <p:sp>
            <p:nvSpPr>
              <p:cNvPr id="4594" name="Rectangle 374"/>
              <p:cNvSpPr/>
              <p:nvPr/>
            </p:nvSpPr>
            <p:spPr>
              <a:xfrm>
                <a:off x="2831760" y="1130760"/>
                <a:ext cx="1110600" cy="2418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4595" name="Group 375"/>
              <p:cNvGrpSpPr/>
              <p:nvPr/>
            </p:nvGrpSpPr>
            <p:grpSpPr>
              <a:xfrm>
                <a:off x="2827800" y="1135080"/>
                <a:ext cx="1172520" cy="2889360"/>
                <a:chOff x="2827800" y="1135080"/>
                <a:chExt cx="1172520" cy="2889360"/>
              </a:xfrm>
            </p:grpSpPr>
            <p:sp>
              <p:nvSpPr>
                <p:cNvPr id="4596" name="Rectangle 376"/>
                <p:cNvSpPr/>
                <p:nvPr/>
              </p:nvSpPr>
              <p:spPr>
                <a:xfrm>
                  <a:off x="2836080" y="113940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597" name="TextBox 377"/>
                <p:cNvSpPr/>
                <p:nvPr/>
              </p:nvSpPr>
              <p:spPr>
                <a:xfrm>
                  <a:off x="2883600" y="1135080"/>
                  <a:ext cx="1116720" cy="2889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a: 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(a)=0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8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598" name="Straight Connector 378"/>
                <p:cNvCxnSpPr/>
                <p:nvPr/>
              </p:nvCxnSpPr>
              <p:spPr>
                <a:xfrm>
                  <a:off x="2827800" y="150948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4599" name="Rectangle 379"/>
                <p:cNvSpPr/>
                <p:nvPr/>
              </p:nvSpPr>
              <p:spPr>
                <a:xfrm>
                  <a:off x="2830320" y="1139400"/>
                  <a:ext cx="1122480" cy="2589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4600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893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example: computation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4601" name="PlaceHolder 2"/>
          <p:cNvSpPr>
            <a:spLocks noGrp="1"/>
          </p:cNvSpPr>
          <p:nvPr>
            <p:ph type="sldNum" idx="4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11412E49-C022-4220-8CED-87F80AE2F42F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602" name="Straight Connector 81"/>
          <p:cNvCxnSpPr>
            <a:stCxn id="4603" idx="2"/>
            <a:endCxn id="4603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604" name="Straight Connector 95"/>
          <p:cNvCxnSpPr>
            <a:stCxn id="4603" idx="1"/>
            <a:endCxn id="4603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4603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5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606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4607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4608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4609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10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11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12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13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614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4615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16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617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4618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4619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20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21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22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23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624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4625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26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627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4628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4629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30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31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32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33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634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4635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36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637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8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9" name="TextBox 216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0" name="TextBox 217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1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2" name="TextBox 220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3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4" name="TextBox 222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5" name="TextBox 223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6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7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48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4649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50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4651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4652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53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54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55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56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57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58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59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60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61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62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663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4664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4665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4666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667" name="Group 240"/>
          <p:cNvGrpSpPr/>
          <p:nvPr/>
        </p:nvGrpSpPr>
        <p:grpSpPr>
          <a:xfrm>
            <a:off x="6656400" y="235800"/>
            <a:ext cx="2492640" cy="1917360"/>
            <a:chOff x="6656400" y="235800"/>
            <a:chExt cx="2492640" cy="1917360"/>
          </a:xfrm>
        </p:grpSpPr>
        <p:sp>
          <p:nvSpPr>
            <p:cNvPr id="4668" name="Freeform 241"/>
            <p:cNvSpPr/>
            <p:nvPr/>
          </p:nvSpPr>
          <p:spPr>
            <a:xfrm>
              <a:off x="6656400" y="304920"/>
              <a:ext cx="2339640" cy="1848240"/>
            </a:xfrm>
            <a:custGeom>
              <a:avLst/>
              <a:gdLst>
                <a:gd name="textAreaLeft" fmla="*/ 0 w 2339640"/>
                <a:gd name="textAreaRight" fmla="*/ 2340000 w 233964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669" name="Group 242"/>
            <p:cNvGrpSpPr/>
            <p:nvPr/>
          </p:nvGrpSpPr>
          <p:grpSpPr>
            <a:xfrm>
              <a:off x="6969960" y="235800"/>
              <a:ext cx="2179080" cy="1756080"/>
              <a:chOff x="6969960" y="235800"/>
              <a:chExt cx="2179080" cy="1756080"/>
            </a:xfrm>
          </p:grpSpPr>
          <p:sp>
            <p:nvSpPr>
              <p:cNvPr id="4670" name="Rectangle 243"/>
              <p:cNvSpPr/>
              <p:nvPr/>
            </p:nvSpPr>
            <p:spPr>
              <a:xfrm>
                <a:off x="7059600" y="235800"/>
                <a:ext cx="193644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4671" name="Group 244"/>
              <p:cNvGrpSpPr/>
              <p:nvPr/>
            </p:nvGrpSpPr>
            <p:grpSpPr>
              <a:xfrm>
                <a:off x="6969960" y="248760"/>
                <a:ext cx="2179080" cy="1743120"/>
                <a:chOff x="6969960" y="248760"/>
                <a:chExt cx="2179080" cy="1743120"/>
              </a:xfrm>
            </p:grpSpPr>
            <p:sp>
              <p:nvSpPr>
                <p:cNvPr id="4672" name="Rectangle 245"/>
                <p:cNvSpPr/>
                <p:nvPr/>
              </p:nvSpPr>
              <p:spPr>
                <a:xfrm>
                  <a:off x="7056000" y="252720"/>
                  <a:ext cx="194004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673" name="TextBox 246"/>
                <p:cNvSpPr/>
                <p:nvPr/>
              </p:nvSpPr>
              <p:spPr>
                <a:xfrm>
                  <a:off x="7445880" y="248760"/>
                  <a:ext cx="111672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674" name="Straight Connector 247"/>
                <p:cNvCxnSpPr/>
                <p:nvPr/>
              </p:nvCxnSpPr>
              <p:spPr>
                <a:xfrm>
                  <a:off x="7047720" y="62280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4675" name="Rectangle 248"/>
                <p:cNvSpPr/>
                <p:nvPr/>
              </p:nvSpPr>
              <p:spPr>
                <a:xfrm>
                  <a:off x="7050240" y="252720"/>
                  <a:ext cx="193608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676" name="TextBox 249"/>
                <p:cNvSpPr/>
                <p:nvPr/>
              </p:nvSpPr>
              <p:spPr>
                <a:xfrm>
                  <a:off x="8038440" y="688320"/>
                  <a:ext cx="111060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77" name="TextBox 250"/>
                <p:cNvSpPr/>
                <p:nvPr/>
              </p:nvSpPr>
              <p:spPr>
                <a:xfrm>
                  <a:off x="6969960" y="685080"/>
                  <a:ext cx="1116720" cy="130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678" name="TextBox 280"/>
          <p:cNvSpPr/>
          <p:nvPr/>
        </p:nvSpPr>
        <p:spPr>
          <a:xfrm flipH="1">
            <a:off x="348480" y="3079080"/>
            <a:ext cx="219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 receives DVs from a, c, 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9" name="Right Arrow 344"/>
          <p:cNvSpPr/>
          <p:nvPr/>
        </p:nvSpPr>
        <p:spPr>
          <a:xfrm rot="16200000">
            <a:off x="6346800" y="34074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0" name="Right Arrow 355"/>
          <p:cNvSpPr/>
          <p:nvPr/>
        </p:nvSpPr>
        <p:spPr>
          <a:xfrm>
            <a:off x="4973400" y="19378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1" name="Right Arrow 356"/>
          <p:cNvSpPr/>
          <p:nvPr/>
        </p:nvSpPr>
        <p:spPr>
          <a:xfrm rot="10800000">
            <a:off x="7632000" y="19202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682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4683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4684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4685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86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87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88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89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690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4691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92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693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4694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4695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96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97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98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99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700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4701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02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703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4704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4705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06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07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08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09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710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4711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12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4713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4714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4715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4716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17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18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19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20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721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4722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23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724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4725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4726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27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28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29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30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731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4732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33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734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4735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4736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37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38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39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40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741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4742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43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4744" name="Group 3"/>
          <p:cNvGrpSpPr/>
          <p:nvPr/>
        </p:nvGrpSpPr>
        <p:grpSpPr>
          <a:xfrm>
            <a:off x="8740800" y="219960"/>
            <a:ext cx="2044800" cy="4158720"/>
            <a:chOff x="8740800" y="219960"/>
            <a:chExt cx="2044800" cy="4158720"/>
          </a:xfrm>
        </p:grpSpPr>
        <p:sp>
          <p:nvSpPr>
            <p:cNvPr id="4745" name="Freeform 233"/>
            <p:cNvSpPr/>
            <p:nvPr/>
          </p:nvSpPr>
          <p:spPr>
            <a:xfrm>
              <a:off x="8740800" y="246960"/>
              <a:ext cx="923760" cy="2428200"/>
            </a:xfrm>
            <a:custGeom>
              <a:avLst/>
              <a:gdLst>
                <a:gd name="textAreaLeft" fmla="*/ 0 w 923760"/>
                <a:gd name="textAreaRight" fmla="*/ 924120 w 923760"/>
                <a:gd name="textAreaTop" fmla="*/ 0 h 2428200"/>
                <a:gd name="textAreaBottom" fmla="*/ 2428560 h 2428200"/>
                <a:gd name="GluePoint1X" fmla="*/ 1 w 1170039"/>
                <a:gd name="GluePoint1Y" fmla="*/ 1809135 h 2428567"/>
                <a:gd name="GluePoint2X" fmla="*/ 1160207 w 1170039"/>
                <a:gd name="GluePoint2Y" fmla="*/ 0 h 2428567"/>
                <a:gd name="GluePoint3X" fmla="*/ 1170039 w 1170039"/>
                <a:gd name="GluePoint3Y" fmla="*/ 2428567 h 2428567"/>
                <a:gd name="GluePoint4X" fmla="*/ 0 w 1170039"/>
                <a:gd name="GluePoint4Y" fmla="*/ 1946786 h 2428567"/>
                <a:gd name="GluePoint5X" fmla="*/ 1 w 1170039"/>
                <a:gd name="GluePoint5Y" fmla="*/ 1809135 h 24285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746" name="Group 357"/>
            <p:cNvGrpSpPr/>
            <p:nvPr/>
          </p:nvGrpSpPr>
          <p:grpSpPr>
            <a:xfrm>
              <a:off x="9636480" y="219960"/>
              <a:ext cx="1149120" cy="4158720"/>
              <a:chOff x="9636480" y="219960"/>
              <a:chExt cx="1149120" cy="4158720"/>
            </a:xfrm>
          </p:grpSpPr>
          <p:sp>
            <p:nvSpPr>
              <p:cNvPr id="4747" name="Rectangle 358"/>
              <p:cNvSpPr/>
              <p:nvPr/>
            </p:nvSpPr>
            <p:spPr>
              <a:xfrm>
                <a:off x="9655200" y="219960"/>
                <a:ext cx="1130400" cy="2425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4748" name="Group 359"/>
              <p:cNvGrpSpPr/>
              <p:nvPr/>
            </p:nvGrpSpPr>
            <p:grpSpPr>
              <a:xfrm>
                <a:off x="9636480" y="219960"/>
                <a:ext cx="1130040" cy="4158720"/>
                <a:chOff x="9636480" y="219960"/>
                <a:chExt cx="1130040" cy="4158720"/>
              </a:xfrm>
            </p:grpSpPr>
            <p:sp>
              <p:nvSpPr>
                <p:cNvPr id="4749" name="Rectangle 360"/>
                <p:cNvSpPr/>
                <p:nvPr/>
              </p:nvSpPr>
              <p:spPr>
                <a:xfrm>
                  <a:off x="9649800" y="22392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750" name="TextBox 361"/>
                <p:cNvSpPr/>
                <p:nvPr/>
              </p:nvSpPr>
              <p:spPr>
                <a:xfrm>
                  <a:off x="9636480" y="219960"/>
                  <a:ext cx="1087560" cy="4158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c: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 0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751" name="Straight Connector 362"/>
                <p:cNvCxnSpPr/>
                <p:nvPr/>
              </p:nvCxnSpPr>
              <p:spPr>
                <a:xfrm>
                  <a:off x="9641520" y="59436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4752" name="Rectangle 363"/>
                <p:cNvSpPr/>
                <p:nvPr/>
              </p:nvSpPr>
              <p:spPr>
                <a:xfrm>
                  <a:off x="9644040" y="223920"/>
                  <a:ext cx="1122480" cy="26204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4753" name="Freeform 182"/>
          <p:cNvSpPr/>
          <p:nvPr/>
        </p:nvSpPr>
        <p:spPr>
          <a:xfrm>
            <a:off x="6794280" y="3016440"/>
            <a:ext cx="2889360" cy="2634120"/>
          </a:xfrm>
          <a:custGeom>
            <a:avLst/>
            <a:gdLst>
              <a:gd name="textAreaLeft" fmla="*/ 0 w 2889360"/>
              <a:gd name="textAreaRight" fmla="*/ 2889720 w 2889360"/>
              <a:gd name="textAreaTop" fmla="*/ 0 h 2634120"/>
              <a:gd name="textAreaBottom" fmla="*/ 2634480 h 2634120"/>
              <a:gd name="GluePoint1X" fmla="*/ 10817 w 2889702"/>
              <a:gd name="GluePoint1Y" fmla="*/ 896701 h 2634390"/>
              <a:gd name="GluePoint2X" fmla="*/ 2869381 w 2889702"/>
              <a:gd name="GluePoint2Y" fmla="*/ 0 h 2634390"/>
              <a:gd name="GluePoint3X" fmla="*/ 2889702 w 2889702"/>
              <a:gd name="GluePoint3Y" fmla="*/ 2634390 h 2634390"/>
              <a:gd name="GluePoint4X" fmla="*/ 0 w 2889702"/>
              <a:gd name="GluePoint4Y" fmla="*/ 1094330 h 2634390"/>
              <a:gd name="GluePoint5X" fmla="*/ 10817 w 2889702"/>
              <a:gd name="GluePoint5Y" fmla="*/ 896701 h 263439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754" name="Group 364"/>
          <p:cNvGrpSpPr/>
          <p:nvPr/>
        </p:nvGrpSpPr>
        <p:grpSpPr>
          <a:xfrm>
            <a:off x="9654480" y="3018240"/>
            <a:ext cx="1131120" cy="3191400"/>
            <a:chOff x="9654480" y="3018240"/>
            <a:chExt cx="1131120" cy="3191400"/>
          </a:xfrm>
        </p:grpSpPr>
        <p:sp>
          <p:nvSpPr>
            <p:cNvPr id="4755" name="Rectangle 365"/>
            <p:cNvSpPr/>
            <p:nvPr/>
          </p:nvSpPr>
          <p:spPr>
            <a:xfrm>
              <a:off x="9684720" y="3018240"/>
              <a:ext cx="1100880" cy="2388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756" name="Group 366"/>
            <p:cNvGrpSpPr/>
            <p:nvPr/>
          </p:nvGrpSpPr>
          <p:grpSpPr>
            <a:xfrm>
              <a:off x="9654480" y="3025800"/>
              <a:ext cx="1130040" cy="3183840"/>
              <a:chOff x="9654480" y="3025800"/>
              <a:chExt cx="1130040" cy="3183840"/>
            </a:xfrm>
          </p:grpSpPr>
          <p:sp>
            <p:nvSpPr>
              <p:cNvPr id="4757" name="Rectangle 367"/>
              <p:cNvSpPr/>
              <p:nvPr/>
            </p:nvSpPr>
            <p:spPr>
              <a:xfrm>
                <a:off x="9667800" y="3029760"/>
                <a:ext cx="111672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758" name="TextBox 368"/>
              <p:cNvSpPr/>
              <p:nvPr/>
            </p:nvSpPr>
            <p:spPr>
              <a:xfrm>
                <a:off x="9654480" y="3025800"/>
                <a:ext cx="1116720" cy="318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en-US" sz="20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e: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0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4759" name="Straight Connector 369"/>
              <p:cNvCxnSpPr/>
              <p:nvPr/>
            </p:nvCxnSpPr>
            <p:spPr>
              <a:xfrm>
                <a:off x="9659880" y="3400200"/>
                <a:ext cx="1123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4760" name="Rectangle 370"/>
              <p:cNvSpPr/>
              <p:nvPr/>
            </p:nvSpPr>
            <p:spPr>
              <a:xfrm>
                <a:off x="9662040" y="3029760"/>
                <a:ext cx="1122480" cy="26186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316" dur="indefinite" restart="never" nodeType="tmRoot">
          <p:childTnLst>
            <p:seq>
              <p:cTn id="1317" dur="indefinite" nodeType="mainSeq">
                <p:childTnLst>
                  <p:par>
                    <p:cTn id="1318" fill="hold">
                      <p:stCondLst>
                        <p:cond delay="indefinite"/>
                      </p:stCondLst>
                      <p:childTnLst>
                        <p:par>
                          <p:cTn id="1319" fill="hold">
                            <p:stCondLst>
                              <p:cond delay="0"/>
                            </p:stCondLst>
                            <p:childTnLst>
                              <p:par>
                                <p:cTn id="1320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22" dur="500"/>
                                        <p:tgtEl>
                                          <p:spTgt spid="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25" dur="500"/>
                                        <p:tgtEl>
                                          <p:spTgt spid="4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6" fill="hold">
                      <p:stCondLst>
                        <p:cond delay="indefinite"/>
                      </p:stCondLst>
                      <p:childTnLst>
                        <p:par>
                          <p:cTn id="1327" fill="hold">
                            <p:stCondLst>
                              <p:cond delay="0"/>
                            </p:stCondLst>
                            <p:childTnLst>
                              <p:par>
                                <p:cTn id="1328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330" dur="500"/>
                                        <p:tgtEl>
                                          <p:spTgt spid="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1" fill="hold">
                      <p:stCondLst>
                        <p:cond delay="indefinite"/>
                      </p:stCondLst>
                      <p:childTnLst>
                        <p:par>
                          <p:cTn id="1332" fill="hold">
                            <p:stCondLst>
                              <p:cond delay="0"/>
                            </p:stCondLst>
                            <p:childTnLst>
                              <p:par>
                                <p:cTn id="133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35" dur="500"/>
                                        <p:tgtEl>
                                          <p:spTgt spid="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6" fill="hold">
                      <p:stCondLst>
                        <p:cond delay="indefinite"/>
                      </p:stCondLst>
                      <p:childTnLst>
                        <p:par>
                          <p:cTn id="1337" fill="hold">
                            <p:stCondLst>
                              <p:cond delay="0"/>
                            </p:stCondLst>
                            <p:childTnLst>
                              <p:par>
                                <p:cTn id="133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40" dur="500"/>
                                        <p:tgtEl>
                                          <p:spTgt spid="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1" fill="hold">
                            <p:stCondLst>
                              <p:cond delay="500"/>
                            </p:stCondLst>
                            <p:childTnLst>
                              <p:par>
                                <p:cTn id="1342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44" dur="500"/>
                                        <p:tgtEl>
                                          <p:spTgt spid="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5" fill="hold">
                      <p:stCondLst>
                        <p:cond delay="indefinite"/>
                      </p:stCondLst>
                      <p:childTnLst>
                        <p:par>
                          <p:cTn id="1346" fill="hold">
                            <p:stCondLst>
                              <p:cond delay="0"/>
                            </p:stCondLst>
                            <p:childTnLst>
                              <p:par>
                                <p:cTn id="1347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349" dur="500"/>
                                        <p:tgtEl>
                                          <p:spTgt spid="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0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52" dur="500"/>
                                        <p:tgtEl>
                                          <p:spTgt spid="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3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55" dur="500"/>
                                        <p:tgtEl>
                                          <p:spTgt spid="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893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example: computation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4762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763" name="Group 265"/>
          <p:cNvGrpSpPr/>
          <p:nvPr/>
        </p:nvGrpSpPr>
        <p:grpSpPr>
          <a:xfrm>
            <a:off x="2827800" y="1130760"/>
            <a:ext cx="1546920" cy="2893680"/>
            <a:chOff x="2827800" y="1130760"/>
            <a:chExt cx="1546920" cy="2893680"/>
          </a:xfrm>
        </p:grpSpPr>
        <p:sp>
          <p:nvSpPr>
            <p:cNvPr id="4764" name="Freeform 266"/>
            <p:cNvSpPr/>
            <p:nvPr/>
          </p:nvSpPr>
          <p:spPr>
            <a:xfrm>
              <a:off x="3922920" y="1160280"/>
              <a:ext cx="451800" cy="2388960"/>
            </a:xfrm>
            <a:custGeom>
              <a:avLst/>
              <a:gdLst>
                <a:gd name="textAreaLeft" fmla="*/ 0 w 451800"/>
                <a:gd name="textAreaRight" fmla="*/ 452160 w 451800"/>
                <a:gd name="textAreaTop" fmla="*/ 0 h 2388960"/>
                <a:gd name="textAreaBottom" fmla="*/ 2389320 h 2388960"/>
                <a:gd name="GluePoint1X" fmla="*/ 0 w 452284"/>
                <a:gd name="GluePoint1Y" fmla="*/ 0 h 2389239"/>
                <a:gd name="GluePoint2X" fmla="*/ 452284 w 452284"/>
                <a:gd name="GluePoint2Y" fmla="*/ 904568 h 2389239"/>
                <a:gd name="GluePoint3X" fmla="*/ 452284 w 452284"/>
                <a:gd name="GluePoint3Y" fmla="*/ 1052052 h 2389239"/>
                <a:gd name="GluePoint4X" fmla="*/ 9833 w 452284"/>
                <a:gd name="GluePoint4Y" fmla="*/ 2389239 h 2389239"/>
                <a:gd name="GluePoint5X" fmla="*/ 0 w 452284"/>
                <a:gd name="GluePoint5Y" fmla="*/ 0 h 23892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765" name="Group 267"/>
            <p:cNvGrpSpPr/>
            <p:nvPr/>
          </p:nvGrpSpPr>
          <p:grpSpPr>
            <a:xfrm>
              <a:off x="2827800" y="1130760"/>
              <a:ext cx="1172520" cy="2893680"/>
              <a:chOff x="2827800" y="1130760"/>
              <a:chExt cx="1172520" cy="2893680"/>
            </a:xfrm>
          </p:grpSpPr>
          <p:sp>
            <p:nvSpPr>
              <p:cNvPr id="4766" name="Rectangle 268"/>
              <p:cNvSpPr/>
              <p:nvPr/>
            </p:nvSpPr>
            <p:spPr>
              <a:xfrm>
                <a:off x="2831760" y="1130760"/>
                <a:ext cx="1110600" cy="2418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4767" name="Group 269"/>
              <p:cNvGrpSpPr/>
              <p:nvPr/>
            </p:nvGrpSpPr>
            <p:grpSpPr>
              <a:xfrm>
                <a:off x="2827800" y="1135080"/>
                <a:ext cx="1172520" cy="2889360"/>
                <a:chOff x="2827800" y="1135080"/>
                <a:chExt cx="1172520" cy="2889360"/>
              </a:xfrm>
            </p:grpSpPr>
            <p:sp>
              <p:nvSpPr>
                <p:cNvPr id="4768" name="Rectangle 270"/>
                <p:cNvSpPr/>
                <p:nvPr/>
              </p:nvSpPr>
              <p:spPr>
                <a:xfrm>
                  <a:off x="2836080" y="113940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769" name="TextBox 271"/>
                <p:cNvSpPr/>
                <p:nvPr/>
              </p:nvSpPr>
              <p:spPr>
                <a:xfrm>
                  <a:off x="2883600" y="1135080"/>
                  <a:ext cx="1116720" cy="2889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a: 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(a)=0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8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770" name="Straight Connector 272"/>
                <p:cNvCxnSpPr/>
                <p:nvPr/>
              </p:nvCxnSpPr>
              <p:spPr>
                <a:xfrm>
                  <a:off x="2827800" y="150948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4771" name="Rectangle 273"/>
                <p:cNvSpPr/>
                <p:nvPr/>
              </p:nvSpPr>
              <p:spPr>
                <a:xfrm>
                  <a:off x="2830320" y="1139400"/>
                  <a:ext cx="1122480" cy="2589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grpSp>
        <p:nvGrpSpPr>
          <p:cNvPr id="4772" name="Group 274"/>
          <p:cNvGrpSpPr/>
          <p:nvPr/>
        </p:nvGrpSpPr>
        <p:grpSpPr>
          <a:xfrm>
            <a:off x="6656400" y="235800"/>
            <a:ext cx="2492640" cy="1917360"/>
            <a:chOff x="6656400" y="235800"/>
            <a:chExt cx="2492640" cy="1917360"/>
          </a:xfrm>
        </p:grpSpPr>
        <p:sp>
          <p:nvSpPr>
            <p:cNvPr id="4773" name="Freeform 275"/>
            <p:cNvSpPr/>
            <p:nvPr/>
          </p:nvSpPr>
          <p:spPr>
            <a:xfrm>
              <a:off x="6656400" y="304920"/>
              <a:ext cx="2339640" cy="1848240"/>
            </a:xfrm>
            <a:custGeom>
              <a:avLst/>
              <a:gdLst>
                <a:gd name="textAreaLeft" fmla="*/ 0 w 2339640"/>
                <a:gd name="textAreaRight" fmla="*/ 2340000 w 233964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774" name="Group 276"/>
            <p:cNvGrpSpPr/>
            <p:nvPr/>
          </p:nvGrpSpPr>
          <p:grpSpPr>
            <a:xfrm>
              <a:off x="6969960" y="235800"/>
              <a:ext cx="2179080" cy="1756080"/>
              <a:chOff x="6969960" y="235800"/>
              <a:chExt cx="2179080" cy="1756080"/>
            </a:xfrm>
          </p:grpSpPr>
          <p:sp>
            <p:nvSpPr>
              <p:cNvPr id="4775" name="Rectangle 277"/>
              <p:cNvSpPr/>
              <p:nvPr/>
            </p:nvSpPr>
            <p:spPr>
              <a:xfrm>
                <a:off x="7059600" y="235800"/>
                <a:ext cx="193644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4776" name="Group 278"/>
              <p:cNvGrpSpPr/>
              <p:nvPr/>
            </p:nvGrpSpPr>
            <p:grpSpPr>
              <a:xfrm>
                <a:off x="6969960" y="248760"/>
                <a:ext cx="2179080" cy="1743120"/>
                <a:chOff x="6969960" y="248760"/>
                <a:chExt cx="2179080" cy="1743120"/>
              </a:xfrm>
            </p:grpSpPr>
            <p:sp>
              <p:nvSpPr>
                <p:cNvPr id="4777" name="Rectangle 279"/>
                <p:cNvSpPr/>
                <p:nvPr/>
              </p:nvSpPr>
              <p:spPr>
                <a:xfrm>
                  <a:off x="7056000" y="252720"/>
                  <a:ext cx="194004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778" name="TextBox 281"/>
                <p:cNvSpPr/>
                <p:nvPr/>
              </p:nvSpPr>
              <p:spPr>
                <a:xfrm>
                  <a:off x="7445880" y="248760"/>
                  <a:ext cx="111672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779" name="Straight Connector 345"/>
                <p:cNvCxnSpPr/>
                <p:nvPr/>
              </p:nvCxnSpPr>
              <p:spPr>
                <a:xfrm>
                  <a:off x="7047720" y="62280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4780" name="Rectangle 346"/>
                <p:cNvSpPr/>
                <p:nvPr/>
              </p:nvSpPr>
              <p:spPr>
                <a:xfrm>
                  <a:off x="7050240" y="252720"/>
                  <a:ext cx="193608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781" name="TextBox 347"/>
                <p:cNvSpPr/>
                <p:nvPr/>
              </p:nvSpPr>
              <p:spPr>
                <a:xfrm>
                  <a:off x="8038440" y="688320"/>
                  <a:ext cx="111060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82" name="TextBox 348"/>
                <p:cNvSpPr/>
                <p:nvPr/>
              </p:nvSpPr>
              <p:spPr>
                <a:xfrm>
                  <a:off x="6969960" y="685080"/>
                  <a:ext cx="1116720" cy="130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4783" name="Group 349"/>
          <p:cNvGrpSpPr/>
          <p:nvPr/>
        </p:nvGrpSpPr>
        <p:grpSpPr>
          <a:xfrm>
            <a:off x="8740800" y="219960"/>
            <a:ext cx="2044800" cy="4158720"/>
            <a:chOff x="8740800" y="219960"/>
            <a:chExt cx="2044800" cy="4158720"/>
          </a:xfrm>
        </p:grpSpPr>
        <p:sp>
          <p:nvSpPr>
            <p:cNvPr id="4784" name="Freeform 350"/>
            <p:cNvSpPr/>
            <p:nvPr/>
          </p:nvSpPr>
          <p:spPr>
            <a:xfrm>
              <a:off x="8740800" y="246960"/>
              <a:ext cx="923760" cy="2428200"/>
            </a:xfrm>
            <a:custGeom>
              <a:avLst/>
              <a:gdLst>
                <a:gd name="textAreaLeft" fmla="*/ 0 w 923760"/>
                <a:gd name="textAreaRight" fmla="*/ 924120 w 923760"/>
                <a:gd name="textAreaTop" fmla="*/ 0 h 2428200"/>
                <a:gd name="textAreaBottom" fmla="*/ 2428560 h 2428200"/>
                <a:gd name="GluePoint1X" fmla="*/ 1 w 1170039"/>
                <a:gd name="GluePoint1Y" fmla="*/ 1809135 h 2428567"/>
                <a:gd name="GluePoint2X" fmla="*/ 1160207 w 1170039"/>
                <a:gd name="GluePoint2Y" fmla="*/ 0 h 2428567"/>
                <a:gd name="GluePoint3X" fmla="*/ 1170039 w 1170039"/>
                <a:gd name="GluePoint3Y" fmla="*/ 2428567 h 2428567"/>
                <a:gd name="GluePoint4X" fmla="*/ 0 w 1170039"/>
                <a:gd name="GluePoint4Y" fmla="*/ 1946786 h 2428567"/>
                <a:gd name="GluePoint5X" fmla="*/ 1 w 1170039"/>
                <a:gd name="GluePoint5Y" fmla="*/ 1809135 h 24285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785" name="Group 351"/>
            <p:cNvGrpSpPr/>
            <p:nvPr/>
          </p:nvGrpSpPr>
          <p:grpSpPr>
            <a:xfrm>
              <a:off x="9636480" y="219960"/>
              <a:ext cx="1149120" cy="4158720"/>
              <a:chOff x="9636480" y="219960"/>
              <a:chExt cx="1149120" cy="4158720"/>
            </a:xfrm>
          </p:grpSpPr>
          <p:sp>
            <p:nvSpPr>
              <p:cNvPr id="4786" name="Rectangle 352"/>
              <p:cNvSpPr/>
              <p:nvPr/>
            </p:nvSpPr>
            <p:spPr>
              <a:xfrm>
                <a:off x="9655200" y="219960"/>
                <a:ext cx="1130400" cy="2425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4787" name="Group 353"/>
              <p:cNvGrpSpPr/>
              <p:nvPr/>
            </p:nvGrpSpPr>
            <p:grpSpPr>
              <a:xfrm>
                <a:off x="9636480" y="219960"/>
                <a:ext cx="1130040" cy="4158720"/>
                <a:chOff x="9636480" y="219960"/>
                <a:chExt cx="1130040" cy="4158720"/>
              </a:xfrm>
            </p:grpSpPr>
            <p:sp>
              <p:nvSpPr>
                <p:cNvPr id="4788" name="Rectangle 354"/>
                <p:cNvSpPr/>
                <p:nvPr/>
              </p:nvSpPr>
              <p:spPr>
                <a:xfrm>
                  <a:off x="9649800" y="22392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789" name="TextBox 380"/>
                <p:cNvSpPr/>
                <p:nvPr/>
              </p:nvSpPr>
              <p:spPr>
                <a:xfrm>
                  <a:off x="9636480" y="219960"/>
                  <a:ext cx="1087560" cy="4158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c: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 0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790" name="Straight Connector 381"/>
                <p:cNvCxnSpPr/>
                <p:nvPr/>
              </p:nvCxnSpPr>
              <p:spPr>
                <a:xfrm>
                  <a:off x="9641520" y="59436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4791" name="Rectangle 382"/>
                <p:cNvSpPr/>
                <p:nvPr/>
              </p:nvSpPr>
              <p:spPr>
                <a:xfrm>
                  <a:off x="9644040" y="223920"/>
                  <a:ext cx="1122480" cy="26204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grpSp>
        <p:nvGrpSpPr>
          <p:cNvPr id="4792" name="Group 383"/>
          <p:cNvGrpSpPr/>
          <p:nvPr/>
        </p:nvGrpSpPr>
        <p:grpSpPr>
          <a:xfrm>
            <a:off x="9654480" y="3018240"/>
            <a:ext cx="1131120" cy="3191400"/>
            <a:chOff x="9654480" y="3018240"/>
            <a:chExt cx="1131120" cy="3191400"/>
          </a:xfrm>
        </p:grpSpPr>
        <p:sp>
          <p:nvSpPr>
            <p:cNvPr id="4793" name="Rectangle 384"/>
            <p:cNvSpPr/>
            <p:nvPr/>
          </p:nvSpPr>
          <p:spPr>
            <a:xfrm>
              <a:off x="9684720" y="3018240"/>
              <a:ext cx="1100880" cy="2388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794" name="Group 385"/>
            <p:cNvGrpSpPr/>
            <p:nvPr/>
          </p:nvGrpSpPr>
          <p:grpSpPr>
            <a:xfrm>
              <a:off x="9654480" y="3025800"/>
              <a:ext cx="1130040" cy="3183840"/>
              <a:chOff x="9654480" y="3025800"/>
              <a:chExt cx="1130040" cy="3183840"/>
            </a:xfrm>
          </p:grpSpPr>
          <p:sp>
            <p:nvSpPr>
              <p:cNvPr id="4795" name="Rectangle 386"/>
              <p:cNvSpPr/>
              <p:nvPr/>
            </p:nvSpPr>
            <p:spPr>
              <a:xfrm>
                <a:off x="9667800" y="3029760"/>
                <a:ext cx="111672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796" name="TextBox 387"/>
              <p:cNvSpPr/>
              <p:nvPr/>
            </p:nvSpPr>
            <p:spPr>
              <a:xfrm>
                <a:off x="9654480" y="3025800"/>
                <a:ext cx="1116720" cy="318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en-US" sz="20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e: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0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4797" name="Straight Connector 388"/>
              <p:cNvCxnSpPr/>
              <p:nvPr/>
            </p:nvCxnSpPr>
            <p:spPr>
              <a:xfrm>
                <a:off x="9659880" y="3400200"/>
                <a:ext cx="1123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4798" name="Rectangle 389"/>
              <p:cNvSpPr/>
              <p:nvPr/>
            </p:nvSpPr>
            <p:spPr>
              <a:xfrm>
                <a:off x="9662040" y="3029760"/>
                <a:ext cx="1122480" cy="26186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4799" name="PlaceHolder 2"/>
          <p:cNvSpPr>
            <a:spLocks noGrp="1"/>
          </p:cNvSpPr>
          <p:nvPr>
            <p:ph type="sldNum" idx="4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EBA71B7F-EC00-4A05-BCBF-2BF897218955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800" name="Straight Connector 81"/>
          <p:cNvCxnSpPr>
            <a:stCxn id="4801" idx="2"/>
            <a:endCxn id="4801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802" name="Straight Connector 95"/>
          <p:cNvCxnSpPr>
            <a:stCxn id="4801" idx="1"/>
            <a:endCxn id="4801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4801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3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804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4805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4806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4807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08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09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10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11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812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4813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14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815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4816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4817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18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19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20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21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822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4823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24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825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4826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4827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28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29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30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31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832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4833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34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835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6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7" name="TextBox 216"/>
          <p:cNvSpPr/>
          <p:nvPr/>
        </p:nvSpPr>
        <p:spPr>
          <a:xfrm>
            <a:off x="3920040" y="48560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8" name="TextBox 217"/>
          <p:cNvSpPr/>
          <p:nvPr/>
        </p:nvSpPr>
        <p:spPr>
          <a:xfrm>
            <a:off x="5855040" y="48578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9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0" name="TextBox 220"/>
          <p:cNvSpPr/>
          <p:nvPr/>
        </p:nvSpPr>
        <p:spPr>
          <a:xfrm>
            <a:off x="5066280" y="39996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1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2" name="TextBox 222"/>
          <p:cNvSpPr/>
          <p:nvPr/>
        </p:nvSpPr>
        <p:spPr>
          <a:xfrm>
            <a:off x="5068080" y="59227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3" name="TextBox 223"/>
          <p:cNvSpPr/>
          <p:nvPr/>
        </p:nvSpPr>
        <p:spPr>
          <a:xfrm>
            <a:off x="7081560" y="5902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4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5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46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4847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48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4849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4850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51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52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53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54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55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56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57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58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59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60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4861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4862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4863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4864" name="TextBox 280"/>
          <p:cNvSpPr/>
          <p:nvPr/>
        </p:nvSpPr>
        <p:spPr>
          <a:xfrm flipH="1">
            <a:off x="348480" y="3079080"/>
            <a:ext cx="2195280" cy="8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 receives DVs from a, c, e, computes: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5" name="Right Arrow 355"/>
          <p:cNvSpPr/>
          <p:nvPr/>
        </p:nvSpPr>
        <p:spPr>
          <a:xfrm>
            <a:off x="4973400" y="19378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6" name="Right Arrow 356"/>
          <p:cNvSpPr/>
          <p:nvPr/>
        </p:nvSpPr>
        <p:spPr>
          <a:xfrm rot="10800000">
            <a:off x="7632000" y="19202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867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4868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4869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4870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71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72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73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74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875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4876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77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878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4879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4880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81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82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83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84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885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4886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87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888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4889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4890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91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92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93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94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895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4896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97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4898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4899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4900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4901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02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03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04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05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906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4907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08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909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4910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4911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12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13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14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15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916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4917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18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919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4920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4921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22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23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24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25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926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4927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28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4929" name="Freeform 2"/>
          <p:cNvSpPr/>
          <p:nvPr/>
        </p:nvSpPr>
        <p:spPr>
          <a:xfrm>
            <a:off x="3078360" y="2885400"/>
            <a:ext cx="5923080" cy="3819960"/>
          </a:xfrm>
          <a:custGeom>
            <a:avLst/>
            <a:gdLst>
              <a:gd name="textAreaLeft" fmla="*/ 0 w 5923080"/>
              <a:gd name="textAreaRight" fmla="*/ 5923440 w 5923080"/>
              <a:gd name="textAreaTop" fmla="*/ 0 h 3819960"/>
              <a:gd name="textAreaBottom" fmla="*/ 3820320 h 3819960"/>
              <a:gd name="GluePoint1X" fmla="*/ 1239799 w 5760999"/>
              <a:gd name="GluePoint1Y" fmla="*/ 0 h 3820160"/>
              <a:gd name="GluePoint2X" fmla="*/ 2987319 w 5760999"/>
              <a:gd name="GluePoint2Y" fmla="*/ 0 h 3820160"/>
              <a:gd name="GluePoint3X" fmla="*/ 2987319 w 5760999"/>
              <a:gd name="GluePoint3Y" fmla="*/ 955040 h 3820160"/>
              <a:gd name="GluePoint4X" fmla="*/ 5730519 w 5760999"/>
              <a:gd name="GluePoint4Y" fmla="*/ 782320 h 3820160"/>
              <a:gd name="GluePoint5X" fmla="*/ 5760999 w 5760999"/>
              <a:gd name="GluePoint5Y" fmla="*/ 3820160 h 3820160"/>
              <a:gd name="GluePoint6X" fmla="*/ 0 w 5760999"/>
              <a:gd name="GluePoint6Y" fmla="*/ 3810000 h 3820160"/>
              <a:gd name="GluePoint7X" fmla="*/ 69172 w 5760999"/>
              <a:gd name="GluePoint7Y" fmla="*/ 955040 h 3820160"/>
              <a:gd name="GluePoint8X" fmla="*/ 917184 w 5760999"/>
              <a:gd name="GluePoint8Y" fmla="*/ 904240 h 3820160"/>
              <a:gd name="GluePoint9X" fmla="*/ 1239799 w 5760999"/>
              <a:gd name="GluePoint9Y" fmla="*/ 0 h 38201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60999" h="3820160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930" name="Group 238"/>
          <p:cNvGrpSpPr/>
          <p:nvPr/>
        </p:nvGrpSpPr>
        <p:grpSpPr>
          <a:xfrm>
            <a:off x="7010640" y="5133240"/>
            <a:ext cx="2128320" cy="1539720"/>
            <a:chOff x="7010640" y="5133240"/>
            <a:chExt cx="2128320" cy="1539720"/>
          </a:xfrm>
        </p:grpSpPr>
        <p:sp>
          <p:nvSpPr>
            <p:cNvPr id="4931" name="Rectangle 239"/>
            <p:cNvSpPr/>
            <p:nvPr/>
          </p:nvSpPr>
          <p:spPr>
            <a:xfrm>
              <a:off x="7079760" y="5133240"/>
              <a:ext cx="1936440" cy="1435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932" name="Group 251"/>
            <p:cNvGrpSpPr/>
            <p:nvPr/>
          </p:nvGrpSpPr>
          <p:grpSpPr>
            <a:xfrm>
              <a:off x="7010640" y="5145840"/>
              <a:ext cx="2128320" cy="1527120"/>
              <a:chOff x="7010640" y="5145840"/>
              <a:chExt cx="2128320" cy="1527120"/>
            </a:xfrm>
          </p:grpSpPr>
          <p:sp>
            <p:nvSpPr>
              <p:cNvPr id="4933" name="Rectangle 252"/>
              <p:cNvSpPr/>
              <p:nvPr/>
            </p:nvSpPr>
            <p:spPr>
              <a:xfrm>
                <a:off x="7076160" y="5149800"/>
                <a:ext cx="194004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934" name="TextBox 253"/>
              <p:cNvSpPr/>
              <p:nvPr/>
            </p:nvSpPr>
            <p:spPr>
              <a:xfrm>
                <a:off x="7466040" y="5145840"/>
                <a:ext cx="111672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en-US" sz="20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b: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4935" name="Straight Connector 254"/>
              <p:cNvCxnSpPr/>
              <p:nvPr/>
            </p:nvCxnSpPr>
            <p:spPr>
              <a:xfrm>
                <a:off x="7068240" y="5519880"/>
                <a:ext cx="1123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4936" name="Rectangle 255"/>
              <p:cNvSpPr/>
              <p:nvPr/>
            </p:nvSpPr>
            <p:spPr>
              <a:xfrm>
                <a:off x="7070400" y="5149800"/>
                <a:ext cx="1936080" cy="14281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937" name="TextBox 256"/>
              <p:cNvSpPr/>
              <p:nvPr/>
            </p:nvSpPr>
            <p:spPr>
              <a:xfrm>
                <a:off x="8028360" y="5585400"/>
                <a:ext cx="1110600" cy="108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2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2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8" name="TextBox 257"/>
              <p:cNvSpPr/>
              <p:nvPr/>
            </p:nvSpPr>
            <p:spPr>
              <a:xfrm>
                <a:off x="7010640" y="5582160"/>
                <a:ext cx="1116720" cy="108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marL="114480" defTabSz="914400">
                  <a:lnSpc>
                    <a:spcPct val="9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 8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9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9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2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9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939" name="Group 177"/>
          <p:cNvGrpSpPr/>
          <p:nvPr/>
        </p:nvGrpSpPr>
        <p:grpSpPr>
          <a:xfrm>
            <a:off x="6256800" y="3442320"/>
            <a:ext cx="532080" cy="364680"/>
            <a:chOff x="6256800" y="3442320"/>
            <a:chExt cx="532080" cy="364680"/>
          </a:xfrm>
        </p:grpSpPr>
        <p:grpSp>
          <p:nvGrpSpPr>
            <p:cNvPr id="4940" name="Group 178"/>
            <p:cNvGrpSpPr/>
            <p:nvPr/>
          </p:nvGrpSpPr>
          <p:grpSpPr>
            <a:xfrm>
              <a:off x="6256800" y="3484800"/>
              <a:ext cx="532080" cy="271800"/>
              <a:chOff x="6256800" y="3484800"/>
              <a:chExt cx="532080" cy="271800"/>
            </a:xfrm>
          </p:grpSpPr>
          <p:sp>
            <p:nvSpPr>
              <p:cNvPr id="4941" name="Oval 5"/>
              <p:cNvSpPr/>
              <p:nvPr/>
            </p:nvSpPr>
            <p:spPr>
              <a:xfrm>
                <a:off x="6261840" y="3607200"/>
                <a:ext cx="526320" cy="14940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2" name="Line 6"/>
              <p:cNvSpPr/>
              <p:nvPr/>
            </p:nvSpPr>
            <p:spPr>
              <a:xfrm>
                <a:off x="6261480" y="3593880"/>
                <a:ext cx="360" cy="92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3" name="Line 7"/>
              <p:cNvSpPr/>
              <p:nvPr/>
            </p:nvSpPr>
            <p:spPr>
              <a:xfrm>
                <a:off x="6788520" y="3593880"/>
                <a:ext cx="360" cy="92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4" name="Rectangle 8"/>
              <p:cNvSpPr/>
              <p:nvPr/>
            </p:nvSpPr>
            <p:spPr>
              <a:xfrm>
                <a:off x="6261840" y="3594240"/>
                <a:ext cx="521280" cy="903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5" name="Oval 9"/>
              <p:cNvSpPr/>
              <p:nvPr/>
            </p:nvSpPr>
            <p:spPr>
              <a:xfrm>
                <a:off x="6256800" y="3484800"/>
                <a:ext cx="526320" cy="17532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946" name="Group 44"/>
            <p:cNvGrpSpPr/>
            <p:nvPr/>
          </p:nvGrpSpPr>
          <p:grpSpPr>
            <a:xfrm>
              <a:off x="6354000" y="3442320"/>
              <a:ext cx="308160" cy="364680"/>
              <a:chOff x="6354000" y="3442320"/>
              <a:chExt cx="308160" cy="364680"/>
            </a:xfrm>
          </p:grpSpPr>
          <p:sp>
            <p:nvSpPr>
              <p:cNvPr id="4947" name="Rectangle 45"/>
              <p:cNvSpPr/>
              <p:nvPr/>
            </p:nvSpPr>
            <p:spPr>
              <a:xfrm>
                <a:off x="6404400" y="3533400"/>
                <a:ext cx="198000" cy="1843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8" name="Text Box 46"/>
              <p:cNvSpPr/>
              <p:nvPr/>
            </p:nvSpPr>
            <p:spPr>
              <a:xfrm>
                <a:off x="6354000" y="3442320"/>
                <a:ext cx="308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949" name="Right Arrow 258"/>
          <p:cNvSpPr/>
          <p:nvPr/>
        </p:nvSpPr>
        <p:spPr>
          <a:xfrm rot="16200000">
            <a:off x="6307560" y="30312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0" name="Freeform 263"/>
          <p:cNvSpPr/>
          <p:nvPr/>
        </p:nvSpPr>
        <p:spPr>
          <a:xfrm>
            <a:off x="6784200" y="3016440"/>
            <a:ext cx="2899440" cy="2634120"/>
          </a:xfrm>
          <a:custGeom>
            <a:avLst/>
            <a:gdLst>
              <a:gd name="textAreaLeft" fmla="*/ 0 w 2899440"/>
              <a:gd name="textAreaRight" fmla="*/ 2899800 w 2899440"/>
              <a:gd name="textAreaTop" fmla="*/ 0 h 2634120"/>
              <a:gd name="textAreaBottom" fmla="*/ 2634480 h 2634120"/>
              <a:gd name="GluePoint1X" fmla="*/ 657 w 2899862"/>
              <a:gd name="GluePoint1Y" fmla="*/ 541101 h 2634390"/>
              <a:gd name="GluePoint2X" fmla="*/ 2879541 w 2899862"/>
              <a:gd name="GluePoint2Y" fmla="*/ 0 h 2634390"/>
              <a:gd name="GluePoint3X" fmla="*/ 2899862 w 2899862"/>
              <a:gd name="GluePoint3Y" fmla="*/ 2634390 h 2634390"/>
              <a:gd name="GluePoint4X" fmla="*/ 0 w 2899862"/>
              <a:gd name="GluePoint4Y" fmla="*/ 708250 h 2634390"/>
              <a:gd name="GluePoint5X" fmla="*/ 657 w 2899862"/>
              <a:gd name="GluePoint5Y" fmla="*/ 541101 h 263439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899862" h="2634390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1" name="Down Arrow 264"/>
          <p:cNvSpPr/>
          <p:nvPr/>
        </p:nvSpPr>
        <p:spPr>
          <a:xfrm rot="16200000">
            <a:off x="6612840" y="5411160"/>
            <a:ext cx="339120" cy="56016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BDD7EE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952" name="Group 9"/>
          <p:cNvGrpSpPr/>
          <p:nvPr/>
        </p:nvGrpSpPr>
        <p:grpSpPr>
          <a:xfrm>
            <a:off x="751680" y="2113200"/>
            <a:ext cx="6014520" cy="4541040"/>
            <a:chOff x="751680" y="2113200"/>
            <a:chExt cx="6014520" cy="4541040"/>
          </a:xfrm>
        </p:grpSpPr>
        <p:sp>
          <p:nvSpPr>
            <p:cNvPr id="4953" name="Rectangle 175"/>
            <p:cNvSpPr/>
            <p:nvPr/>
          </p:nvSpPr>
          <p:spPr>
            <a:xfrm>
              <a:off x="782280" y="3942000"/>
              <a:ext cx="5658840" cy="27122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954" name="Freeform 7"/>
            <p:cNvSpPr/>
            <p:nvPr/>
          </p:nvSpPr>
          <p:spPr>
            <a:xfrm>
              <a:off x="751680" y="2113200"/>
              <a:ext cx="6014520" cy="1838520"/>
            </a:xfrm>
            <a:custGeom>
              <a:avLst/>
              <a:gdLst>
                <a:gd name="textAreaLeft" fmla="*/ 0 w 6014520"/>
                <a:gd name="textAreaRight" fmla="*/ 6014880 w 6014520"/>
                <a:gd name="textAreaTop" fmla="*/ 0 h 1838520"/>
                <a:gd name="textAreaBottom" fmla="*/ 1838880 h 1838520"/>
                <a:gd name="GluePoint1X" fmla="*/ 6014720 w 6014720"/>
                <a:gd name="GluePoint1Y" fmla="*/ 0 h 1838960"/>
                <a:gd name="GluePoint2X" fmla="*/ 5659120 w 6014720"/>
                <a:gd name="GluePoint2Y" fmla="*/ 1838960 h 1838960"/>
                <a:gd name="GluePoint3X" fmla="*/ 0 w 6014720"/>
                <a:gd name="GluePoint3Y" fmla="*/ 1838960 h 1838960"/>
                <a:gd name="GluePoint4X" fmla="*/ 5496560 w 6014720"/>
                <a:gd name="GluePoint4Y" fmla="*/ 0 h 1838960"/>
                <a:gd name="GluePoint5X" fmla="*/ 6014720 w 6014720"/>
                <a:gd name="GluePoint5Y" fmla="*/ 0 h 18389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014720" h="183896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DEEBF7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4955" name="Group 259"/>
          <p:cNvGrpSpPr/>
          <p:nvPr/>
        </p:nvGrpSpPr>
        <p:grpSpPr>
          <a:xfrm>
            <a:off x="5852520" y="1758960"/>
            <a:ext cx="1233360" cy="1022040"/>
            <a:chOff x="5852520" y="1758960"/>
            <a:chExt cx="1233360" cy="1022040"/>
          </a:xfrm>
        </p:grpSpPr>
        <p:sp>
          <p:nvSpPr>
            <p:cNvPr id="4956" name="Freeform 260"/>
            <p:cNvSpPr/>
            <p:nvPr/>
          </p:nvSpPr>
          <p:spPr>
            <a:xfrm>
              <a:off x="5852520" y="1758960"/>
              <a:ext cx="1195560" cy="1022040"/>
            </a:xfrm>
            <a:custGeom>
              <a:avLst/>
              <a:gdLst>
                <a:gd name="textAreaLeft" fmla="*/ 0 w 1195560"/>
                <a:gd name="textAreaRight" fmla="*/ 1195920 w 1195560"/>
                <a:gd name="textAreaTop" fmla="*/ 0 h 1022040"/>
                <a:gd name="textAreaBottom" fmla="*/ 1022400 h 1022040"/>
                <a:gd name="GluePoint1X" fmla="*/ 1416106 w 2820074"/>
                <a:gd name="GluePoint1Y" fmla="*/ 606903 h 2290046"/>
                <a:gd name="GluePoint2X" fmla="*/ 1096471 w 2820074"/>
                <a:gd name="GluePoint2Y" fmla="*/ 222531 h 2290046"/>
                <a:gd name="GluePoint3X" fmla="*/ 954860 w 2820074"/>
                <a:gd name="GluePoint3Y" fmla="*/ 667593 h 2290046"/>
                <a:gd name="GluePoint4X" fmla="*/ 89012 w 2820074"/>
                <a:gd name="GluePoint4Y" fmla="*/ 242761 h 2290046"/>
                <a:gd name="GluePoint5X" fmla="*/ 610948 w 2820074"/>
                <a:gd name="GluePoint5Y" fmla="*/ 797066 h 2290046"/>
                <a:gd name="GluePoint6X" fmla="*/ 0 w 2820074"/>
                <a:gd name="GluePoint6Y" fmla="*/ 902262 h 2290046"/>
                <a:gd name="GluePoint7X" fmla="*/ 481476 w 2820074"/>
                <a:gd name="GluePoint7Y" fmla="*/ 1246174 h 2290046"/>
                <a:gd name="GluePoint8X" fmla="*/ 36414 w 2820074"/>
                <a:gd name="GluePoint8Y" fmla="*/ 1533441 h 2290046"/>
                <a:gd name="GluePoint9X" fmla="*/ 760651 w 2820074"/>
                <a:gd name="GluePoint9Y" fmla="*/ 1476797 h 2290046"/>
                <a:gd name="GluePoint10X" fmla="*/ 623086 w 2820074"/>
                <a:gd name="GluePoint10Y" fmla="*/ 1869260 h 2290046"/>
                <a:gd name="GluePoint11X" fmla="*/ 1003412 w 2820074"/>
                <a:gd name="GluePoint11Y" fmla="*/ 1658867 h 2290046"/>
                <a:gd name="GluePoint12X" fmla="*/ 1104563 w 2820074"/>
                <a:gd name="GluePoint12Y" fmla="*/ 2290046 h 2290046"/>
                <a:gd name="GluePoint13X" fmla="*/ 1383738 w 2820074"/>
                <a:gd name="GluePoint13Y" fmla="*/ 1569855 h 2290046"/>
                <a:gd name="GluePoint14X" fmla="*/ 1743833 w 2820074"/>
                <a:gd name="GluePoint14Y" fmla="*/ 2091791 h 2290046"/>
                <a:gd name="GluePoint15X" fmla="*/ 1836892 w 2820074"/>
                <a:gd name="GluePoint15Y" fmla="*/ 1529395 h 2290046"/>
                <a:gd name="GluePoint16X" fmla="*/ 2375012 w 2820074"/>
                <a:gd name="GluePoint16Y" fmla="*/ 1889491 h 2290046"/>
                <a:gd name="GluePoint17X" fmla="*/ 2209125 w 2820074"/>
                <a:gd name="GluePoint17Y" fmla="*/ 1351370 h 2290046"/>
                <a:gd name="GluePoint18X" fmla="*/ 2820074 w 2820074"/>
                <a:gd name="GluePoint18Y" fmla="*/ 1399922 h 2290046"/>
                <a:gd name="GluePoint19X" fmla="*/ 2310276 w 2820074"/>
                <a:gd name="GluePoint19Y" fmla="*/ 1092425 h 2290046"/>
                <a:gd name="GluePoint20X" fmla="*/ 2775568 w 2820074"/>
                <a:gd name="GluePoint20Y" fmla="*/ 837526 h 2290046"/>
                <a:gd name="GluePoint21X" fmla="*/ 2196987 w 2820074"/>
                <a:gd name="GluePoint21Y" fmla="*/ 768744 h 2290046"/>
                <a:gd name="GluePoint22X" fmla="*/ 2427610 w 2820074"/>
                <a:gd name="GluePoint22Y" fmla="*/ 441016 h 2290046"/>
                <a:gd name="GluePoint23X" fmla="*/ 1844984 w 2820074"/>
                <a:gd name="GluePoint23Y" fmla="*/ 546213 h 2290046"/>
                <a:gd name="GluePoint24X" fmla="*/ 1901628 w 2820074"/>
                <a:gd name="GluePoint24Y" fmla="*/ 0 h 2290046"/>
                <a:gd name="GluePoint25X" fmla="*/ 1416106 w 2820074"/>
                <a:gd name="GluePoint25Y" fmla="*/ 606903 h 22900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957" name="TextBox 261"/>
            <p:cNvSpPr/>
            <p:nvPr/>
          </p:nvSpPr>
          <p:spPr>
            <a:xfrm>
              <a:off x="5950800" y="2044080"/>
              <a:ext cx="11350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compute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58" name="TextBox 262"/>
          <p:cNvSpPr/>
          <p:nvPr/>
        </p:nvSpPr>
        <p:spPr>
          <a:xfrm>
            <a:off x="6355440" y="1927800"/>
            <a:ext cx="3366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9" name="TextBox 229"/>
          <p:cNvSpPr/>
          <p:nvPr/>
        </p:nvSpPr>
        <p:spPr>
          <a:xfrm>
            <a:off x="894240" y="4021560"/>
            <a:ext cx="556740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(a)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(a),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(a),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(a)}  = min{8,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∞,∞} = 8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0" name="TextBox 230"/>
          <p:cNvSpPr/>
          <p:nvPr/>
        </p:nvSpPr>
        <p:spPr>
          <a:xfrm>
            <a:off x="894240" y="4346640"/>
            <a:ext cx="553680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(c)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(c),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(c),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b,e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(c)}  = min{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∞,1,∞} = 1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1" name="TextBox 231"/>
          <p:cNvSpPr/>
          <p:nvPr/>
        </p:nvSpPr>
        <p:spPr>
          <a:xfrm>
            <a:off x="883800" y="4671720"/>
            <a:ext cx="552672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(d)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(d),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(d),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b,e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(d)}  = min{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9,2,∞} = 2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2" name="TextBox 234"/>
          <p:cNvSpPr/>
          <p:nvPr/>
        </p:nvSpPr>
        <p:spPr>
          <a:xfrm>
            <a:off x="883800" y="5301720"/>
            <a:ext cx="549612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(f)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(f),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(f),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b,e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(f)}  = min{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∞,∞,2} = 2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3" name="TextBox 236"/>
          <p:cNvSpPr/>
          <p:nvPr/>
        </p:nvSpPr>
        <p:spPr>
          <a:xfrm>
            <a:off x="894240" y="6244920"/>
            <a:ext cx="54658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(i)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(i),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(i),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b,e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(i)}  = min{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 ∞} = ∞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4" name="TextBox 237"/>
          <p:cNvSpPr/>
          <p:nvPr/>
        </p:nvSpPr>
        <p:spPr>
          <a:xfrm>
            <a:off x="883800" y="5940000"/>
            <a:ext cx="55468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(h)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(h),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(h),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b,e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(h)}  = min{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 2} = 2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5" name="TextBox 232"/>
          <p:cNvSpPr/>
          <p:nvPr/>
        </p:nvSpPr>
        <p:spPr>
          <a:xfrm>
            <a:off x="894240" y="4976640"/>
            <a:ext cx="544536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(e)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(e),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(e),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b,e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(e)}  = min{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∞,∞,1} = 1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6" name="TextBox 235"/>
          <p:cNvSpPr/>
          <p:nvPr/>
        </p:nvSpPr>
        <p:spPr>
          <a:xfrm>
            <a:off x="894240" y="5616720"/>
            <a:ext cx="55468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(g)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(g),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(g), 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b,e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(g)}  = min{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∞, ∞} = ∞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356" dur="indefinite" restart="never" nodeType="tmRoot">
          <p:childTnLst>
            <p:seq>
              <p:cTn id="1357" dur="indefinite" nodeType="mainSeq">
                <p:childTnLst>
                  <p:par>
                    <p:cTn id="1358" fill="hold">
                      <p:stCondLst>
                        <p:cond delay="0"/>
                      </p:stCondLst>
                      <p:childTnLst>
                        <p:par>
                          <p:cTn id="1359" fill="hold">
                            <p:stCondLst>
                              <p:cond delay="0"/>
                            </p:stCondLst>
                            <p:childTnLst>
                              <p:par>
                                <p:cTn id="136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62" dur="500"/>
                                        <p:tgtEl>
                                          <p:spTgt spid="4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3" fill="hold">
                      <p:stCondLst>
                        <p:cond delay="indefinite"/>
                      </p:stCondLst>
                      <p:childTnLst>
                        <p:par>
                          <p:cTn id="1364" fill="hold">
                            <p:stCondLst>
                              <p:cond delay="0"/>
                            </p:stCondLst>
                            <p:childTnLst>
                              <p:par>
                                <p:cTn id="1365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367" dur="500"/>
                                        <p:tgtEl>
                                          <p:spTgt spid="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8" fill="hold">
                      <p:stCondLst>
                        <p:cond delay="indefinite"/>
                      </p:stCondLst>
                      <p:childTnLst>
                        <p:par>
                          <p:cTn id="1369" fill="hold">
                            <p:stCondLst>
                              <p:cond delay="0"/>
                            </p:stCondLst>
                            <p:childTnLst>
                              <p:par>
                                <p:cTn id="137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72" dur="500"/>
                                        <p:tgtEl>
                                          <p:spTgt spid="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3" fill="hold">
                      <p:stCondLst>
                        <p:cond delay="indefinite"/>
                      </p:stCondLst>
                      <p:childTnLst>
                        <p:par>
                          <p:cTn id="1374" fill="hold">
                            <p:stCondLst>
                              <p:cond delay="0"/>
                            </p:stCondLst>
                            <p:childTnLst>
                              <p:par>
                                <p:cTn id="137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77" dur="500"/>
                                        <p:tgtEl>
                                          <p:spTgt spid="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8" fill="hold">
                      <p:stCondLst>
                        <p:cond delay="indefinite"/>
                      </p:stCondLst>
                      <p:childTnLst>
                        <p:par>
                          <p:cTn id="1379" fill="hold">
                            <p:stCondLst>
                              <p:cond delay="0"/>
                            </p:stCondLst>
                            <p:childTnLst>
                              <p:par>
                                <p:cTn id="138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82" dur="500"/>
                                        <p:tgtEl>
                                          <p:spTgt spid="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3" fill="hold">
                      <p:stCondLst>
                        <p:cond delay="indefinite"/>
                      </p:stCondLst>
                      <p:childTnLst>
                        <p:par>
                          <p:cTn id="1384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87" dur="500"/>
                                        <p:tgtEl>
                                          <p:spTgt spid="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8" fill="hold">
                      <p:stCondLst>
                        <p:cond delay="indefinite"/>
                      </p:stCondLst>
                      <p:childTnLst>
                        <p:par>
                          <p:cTn id="1389" fill="hold">
                            <p:stCondLst>
                              <p:cond delay="0"/>
                            </p:stCondLst>
                            <p:childTnLst>
                              <p:par>
                                <p:cTn id="139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92" dur="500"/>
                                        <p:tgtEl>
                                          <p:spTgt spid="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3" fill="hold">
                      <p:stCondLst>
                        <p:cond delay="indefinite"/>
                      </p:stCondLst>
                      <p:childTnLst>
                        <p:par>
                          <p:cTn id="1394" fill="hold">
                            <p:stCondLst>
                              <p:cond delay="0"/>
                            </p:stCondLst>
                            <p:childTnLst>
                              <p:par>
                                <p:cTn id="139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97" dur="500"/>
                                        <p:tgtEl>
                                          <p:spTgt spid="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8" fill="hold">
                      <p:stCondLst>
                        <p:cond delay="indefinite"/>
                      </p:stCondLst>
                      <p:childTnLst>
                        <p:par>
                          <p:cTn id="1399" fill="hold">
                            <p:stCondLst>
                              <p:cond delay="0"/>
                            </p:stCondLst>
                            <p:childTnLst>
                              <p:par>
                                <p:cTn id="140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02" dur="500"/>
                                        <p:tgtEl>
                                          <p:spTgt spid="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3" fill="hold">
                      <p:stCondLst>
                        <p:cond delay="indefinite"/>
                      </p:stCondLst>
                      <p:childTnLst>
                        <p:par>
                          <p:cTn id="1404" fill="hold">
                            <p:stCondLst>
                              <p:cond delay="0"/>
                            </p:stCondLst>
                            <p:childTnLst>
                              <p:par>
                                <p:cTn id="140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07" dur="500"/>
                                        <p:tgtEl>
                                          <p:spTgt spid="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8" fill="hold">
                      <p:stCondLst>
                        <p:cond delay="indefinite"/>
                      </p:stCondLst>
                      <p:childTnLst>
                        <p:par>
                          <p:cTn id="1409" fill="hold">
                            <p:stCondLst>
                              <p:cond delay="0"/>
                            </p:stCondLst>
                            <p:childTnLst>
                              <p:par>
                                <p:cTn id="14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12" dur="500"/>
                                        <p:tgtEl>
                                          <p:spTgt spid="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1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16" dur="500"/>
                                        <p:tgtEl>
                                          <p:spTgt spid="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7" fill="hold">
                      <p:stCondLst>
                        <p:cond delay="indefinite"/>
                      </p:stCondLst>
                      <p:childTnLst>
                        <p:par>
                          <p:cTn id="1418" fill="hold">
                            <p:stCondLst>
                              <p:cond delay="0"/>
                            </p:stCondLst>
                            <p:childTnLst>
                              <p:par>
                                <p:cTn id="1419" presetID="42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3.7037E-006 L -0.0013 -0.71435 E">
                                      <p:cBhvr>
                                        <p:cTn id="1420" dur="2000" fill="hold"/>
                                        <p:tgtEl>
                                          <p:spTgt spid="49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7" name="Group 371"/>
          <p:cNvGrpSpPr/>
          <p:nvPr/>
        </p:nvGrpSpPr>
        <p:grpSpPr>
          <a:xfrm>
            <a:off x="2827800" y="1130760"/>
            <a:ext cx="1546920" cy="2893680"/>
            <a:chOff x="2827800" y="1130760"/>
            <a:chExt cx="1546920" cy="2893680"/>
          </a:xfrm>
        </p:grpSpPr>
        <p:sp>
          <p:nvSpPr>
            <p:cNvPr id="4968" name="Freeform 372"/>
            <p:cNvSpPr/>
            <p:nvPr/>
          </p:nvSpPr>
          <p:spPr>
            <a:xfrm>
              <a:off x="3922920" y="1160280"/>
              <a:ext cx="451800" cy="2388960"/>
            </a:xfrm>
            <a:custGeom>
              <a:avLst/>
              <a:gdLst>
                <a:gd name="textAreaLeft" fmla="*/ 0 w 451800"/>
                <a:gd name="textAreaRight" fmla="*/ 452160 w 451800"/>
                <a:gd name="textAreaTop" fmla="*/ 0 h 2388960"/>
                <a:gd name="textAreaBottom" fmla="*/ 2389320 h 2388960"/>
                <a:gd name="GluePoint1X" fmla="*/ 0 w 452284"/>
                <a:gd name="GluePoint1Y" fmla="*/ 0 h 2389239"/>
                <a:gd name="GluePoint2X" fmla="*/ 452284 w 452284"/>
                <a:gd name="GluePoint2Y" fmla="*/ 904568 h 2389239"/>
                <a:gd name="GluePoint3X" fmla="*/ 452284 w 452284"/>
                <a:gd name="GluePoint3Y" fmla="*/ 1052052 h 2389239"/>
                <a:gd name="GluePoint4X" fmla="*/ 9833 w 452284"/>
                <a:gd name="GluePoint4Y" fmla="*/ 2389239 h 2389239"/>
                <a:gd name="GluePoint5X" fmla="*/ 0 w 452284"/>
                <a:gd name="GluePoint5Y" fmla="*/ 0 h 23892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4969" name="Group 373"/>
            <p:cNvGrpSpPr/>
            <p:nvPr/>
          </p:nvGrpSpPr>
          <p:grpSpPr>
            <a:xfrm>
              <a:off x="2827800" y="1130760"/>
              <a:ext cx="1172520" cy="2893680"/>
              <a:chOff x="2827800" y="1130760"/>
              <a:chExt cx="1172520" cy="2893680"/>
            </a:xfrm>
          </p:grpSpPr>
          <p:sp>
            <p:nvSpPr>
              <p:cNvPr id="4970" name="Rectangle 374"/>
              <p:cNvSpPr/>
              <p:nvPr/>
            </p:nvSpPr>
            <p:spPr>
              <a:xfrm>
                <a:off x="2831760" y="1130760"/>
                <a:ext cx="1110600" cy="2418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4971" name="Group 375"/>
              <p:cNvGrpSpPr/>
              <p:nvPr/>
            </p:nvGrpSpPr>
            <p:grpSpPr>
              <a:xfrm>
                <a:off x="2827800" y="1135080"/>
                <a:ext cx="1172520" cy="2889360"/>
                <a:chOff x="2827800" y="1135080"/>
                <a:chExt cx="1172520" cy="2889360"/>
              </a:xfrm>
            </p:grpSpPr>
            <p:sp>
              <p:nvSpPr>
                <p:cNvPr id="4972" name="Rectangle 376"/>
                <p:cNvSpPr/>
                <p:nvPr/>
              </p:nvSpPr>
              <p:spPr>
                <a:xfrm>
                  <a:off x="2836080" y="113940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973" name="TextBox 377"/>
                <p:cNvSpPr/>
                <p:nvPr/>
              </p:nvSpPr>
              <p:spPr>
                <a:xfrm>
                  <a:off x="2883600" y="1135080"/>
                  <a:ext cx="1116720" cy="2889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a: 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(a)=0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8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4974" name="Straight Connector 378"/>
                <p:cNvCxnSpPr/>
                <p:nvPr/>
              </p:nvCxnSpPr>
              <p:spPr>
                <a:xfrm>
                  <a:off x="2827800" y="150948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4975" name="Rectangle 379"/>
                <p:cNvSpPr/>
                <p:nvPr/>
              </p:nvSpPr>
              <p:spPr>
                <a:xfrm>
                  <a:off x="2830320" y="1139400"/>
                  <a:ext cx="1122480" cy="2589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4976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893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example: computation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4977" name="PlaceHolder 2"/>
          <p:cNvSpPr>
            <a:spLocks noGrp="1"/>
          </p:cNvSpPr>
          <p:nvPr>
            <p:ph type="sldNum" idx="4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DA76AE9-3FDA-4508-B47B-6774E83CC4D9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978" name="Straight Connector 81"/>
          <p:cNvCxnSpPr>
            <a:stCxn id="4979" idx="2"/>
            <a:endCxn id="4979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4980" name="Straight Connector 95"/>
          <p:cNvCxnSpPr>
            <a:stCxn id="4979" idx="1"/>
            <a:endCxn id="4979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4979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1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982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4983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4984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4985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86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87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88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89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990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4991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92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993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4994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4995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96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97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98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99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000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5001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02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003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5004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5005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06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07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08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09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010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5011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12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5013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4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5" name="TextBox 216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6" name="TextBox 217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7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8" name="TextBox 220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9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0" name="TextBox 222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1" name="TextBox 223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2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3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24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5025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6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5027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5028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29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0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1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2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3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4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5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6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7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8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039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5040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5041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5042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043" name="Group 240"/>
          <p:cNvGrpSpPr/>
          <p:nvPr/>
        </p:nvGrpSpPr>
        <p:grpSpPr>
          <a:xfrm>
            <a:off x="6656400" y="235800"/>
            <a:ext cx="2492640" cy="1917360"/>
            <a:chOff x="6656400" y="235800"/>
            <a:chExt cx="2492640" cy="1917360"/>
          </a:xfrm>
        </p:grpSpPr>
        <p:sp>
          <p:nvSpPr>
            <p:cNvPr id="5044" name="Freeform 241"/>
            <p:cNvSpPr/>
            <p:nvPr/>
          </p:nvSpPr>
          <p:spPr>
            <a:xfrm>
              <a:off x="6656400" y="304920"/>
              <a:ext cx="2339640" cy="1848240"/>
            </a:xfrm>
            <a:custGeom>
              <a:avLst/>
              <a:gdLst>
                <a:gd name="textAreaLeft" fmla="*/ 0 w 2339640"/>
                <a:gd name="textAreaRight" fmla="*/ 2340000 w 233964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045" name="Group 242"/>
            <p:cNvGrpSpPr/>
            <p:nvPr/>
          </p:nvGrpSpPr>
          <p:grpSpPr>
            <a:xfrm>
              <a:off x="6969960" y="235800"/>
              <a:ext cx="2179080" cy="1756080"/>
              <a:chOff x="6969960" y="235800"/>
              <a:chExt cx="2179080" cy="1756080"/>
            </a:xfrm>
          </p:grpSpPr>
          <p:sp>
            <p:nvSpPr>
              <p:cNvPr id="5046" name="Rectangle 243"/>
              <p:cNvSpPr/>
              <p:nvPr/>
            </p:nvSpPr>
            <p:spPr>
              <a:xfrm>
                <a:off x="7059600" y="235800"/>
                <a:ext cx="193644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5047" name="Group 244"/>
              <p:cNvGrpSpPr/>
              <p:nvPr/>
            </p:nvGrpSpPr>
            <p:grpSpPr>
              <a:xfrm>
                <a:off x="6969960" y="248760"/>
                <a:ext cx="2179080" cy="1743120"/>
                <a:chOff x="6969960" y="248760"/>
                <a:chExt cx="2179080" cy="1743120"/>
              </a:xfrm>
            </p:grpSpPr>
            <p:sp>
              <p:nvSpPr>
                <p:cNvPr id="5048" name="Rectangle 245"/>
                <p:cNvSpPr/>
                <p:nvPr/>
              </p:nvSpPr>
              <p:spPr>
                <a:xfrm>
                  <a:off x="7056000" y="252720"/>
                  <a:ext cx="194004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049" name="TextBox 246"/>
                <p:cNvSpPr/>
                <p:nvPr/>
              </p:nvSpPr>
              <p:spPr>
                <a:xfrm>
                  <a:off x="7445880" y="248760"/>
                  <a:ext cx="111672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5050" name="Straight Connector 247"/>
                <p:cNvCxnSpPr/>
                <p:nvPr/>
              </p:nvCxnSpPr>
              <p:spPr>
                <a:xfrm>
                  <a:off x="7047720" y="62280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5051" name="Rectangle 248"/>
                <p:cNvSpPr/>
                <p:nvPr/>
              </p:nvSpPr>
              <p:spPr>
                <a:xfrm>
                  <a:off x="7050240" y="252720"/>
                  <a:ext cx="193608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052" name="TextBox 249"/>
                <p:cNvSpPr/>
                <p:nvPr/>
              </p:nvSpPr>
              <p:spPr>
                <a:xfrm>
                  <a:off x="8038440" y="688320"/>
                  <a:ext cx="111060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53" name="TextBox 250"/>
                <p:cNvSpPr/>
                <p:nvPr/>
              </p:nvSpPr>
              <p:spPr>
                <a:xfrm>
                  <a:off x="6969960" y="685080"/>
                  <a:ext cx="1116720" cy="130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5054" name="TextBox 280"/>
          <p:cNvSpPr/>
          <p:nvPr/>
        </p:nvSpPr>
        <p:spPr>
          <a:xfrm flipH="1">
            <a:off x="348480" y="3079080"/>
            <a:ext cx="219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 receives DVs from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5" name="Right Arrow 344"/>
          <p:cNvSpPr/>
          <p:nvPr/>
        </p:nvSpPr>
        <p:spPr>
          <a:xfrm rot="16200000">
            <a:off x="6346800" y="34074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6" name="Right Arrow 355"/>
          <p:cNvSpPr/>
          <p:nvPr/>
        </p:nvSpPr>
        <p:spPr>
          <a:xfrm>
            <a:off x="4973400" y="19378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7" name="Right Arrow 356"/>
          <p:cNvSpPr/>
          <p:nvPr/>
        </p:nvSpPr>
        <p:spPr>
          <a:xfrm rot="10800000">
            <a:off x="7632000" y="19202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058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5059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5060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5061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62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63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64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65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066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5067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68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069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5070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5071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72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73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74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75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076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5077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78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079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5080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5081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82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83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84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85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086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5087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88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5089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5090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5091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5092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93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94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95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96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097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5098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99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100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5101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5102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03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04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05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06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107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5108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09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110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5111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5112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13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14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15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16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117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5118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19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5120" name="Group 3"/>
          <p:cNvGrpSpPr/>
          <p:nvPr/>
        </p:nvGrpSpPr>
        <p:grpSpPr>
          <a:xfrm>
            <a:off x="8740800" y="219960"/>
            <a:ext cx="2044800" cy="4158720"/>
            <a:chOff x="8740800" y="219960"/>
            <a:chExt cx="2044800" cy="4158720"/>
          </a:xfrm>
        </p:grpSpPr>
        <p:sp>
          <p:nvSpPr>
            <p:cNvPr id="5121" name="Freeform 233"/>
            <p:cNvSpPr/>
            <p:nvPr/>
          </p:nvSpPr>
          <p:spPr>
            <a:xfrm>
              <a:off x="8740800" y="246960"/>
              <a:ext cx="923760" cy="2428200"/>
            </a:xfrm>
            <a:custGeom>
              <a:avLst/>
              <a:gdLst>
                <a:gd name="textAreaLeft" fmla="*/ 0 w 923760"/>
                <a:gd name="textAreaRight" fmla="*/ 924120 w 923760"/>
                <a:gd name="textAreaTop" fmla="*/ 0 h 2428200"/>
                <a:gd name="textAreaBottom" fmla="*/ 2428560 h 2428200"/>
                <a:gd name="GluePoint1X" fmla="*/ 1 w 1170039"/>
                <a:gd name="GluePoint1Y" fmla="*/ 1809135 h 2428567"/>
                <a:gd name="GluePoint2X" fmla="*/ 1160207 w 1170039"/>
                <a:gd name="GluePoint2Y" fmla="*/ 0 h 2428567"/>
                <a:gd name="GluePoint3X" fmla="*/ 1170039 w 1170039"/>
                <a:gd name="GluePoint3Y" fmla="*/ 2428567 h 2428567"/>
                <a:gd name="GluePoint4X" fmla="*/ 0 w 1170039"/>
                <a:gd name="GluePoint4Y" fmla="*/ 1946786 h 2428567"/>
                <a:gd name="GluePoint5X" fmla="*/ 1 w 1170039"/>
                <a:gd name="GluePoint5Y" fmla="*/ 1809135 h 24285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122" name="Group 357"/>
            <p:cNvGrpSpPr/>
            <p:nvPr/>
          </p:nvGrpSpPr>
          <p:grpSpPr>
            <a:xfrm>
              <a:off x="9636480" y="219960"/>
              <a:ext cx="1149120" cy="4158720"/>
              <a:chOff x="9636480" y="219960"/>
              <a:chExt cx="1149120" cy="4158720"/>
            </a:xfrm>
          </p:grpSpPr>
          <p:sp>
            <p:nvSpPr>
              <p:cNvPr id="5123" name="Rectangle 358"/>
              <p:cNvSpPr/>
              <p:nvPr/>
            </p:nvSpPr>
            <p:spPr>
              <a:xfrm>
                <a:off x="9655200" y="219960"/>
                <a:ext cx="1130400" cy="2425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5124" name="Group 359"/>
              <p:cNvGrpSpPr/>
              <p:nvPr/>
            </p:nvGrpSpPr>
            <p:grpSpPr>
              <a:xfrm>
                <a:off x="9636480" y="219960"/>
                <a:ext cx="1130040" cy="4158720"/>
                <a:chOff x="9636480" y="219960"/>
                <a:chExt cx="1130040" cy="4158720"/>
              </a:xfrm>
            </p:grpSpPr>
            <p:sp>
              <p:nvSpPr>
                <p:cNvPr id="5125" name="Rectangle 360"/>
                <p:cNvSpPr/>
                <p:nvPr/>
              </p:nvSpPr>
              <p:spPr>
                <a:xfrm>
                  <a:off x="9649800" y="22392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126" name="TextBox 361"/>
                <p:cNvSpPr/>
                <p:nvPr/>
              </p:nvSpPr>
              <p:spPr>
                <a:xfrm>
                  <a:off x="9636480" y="219960"/>
                  <a:ext cx="1087560" cy="4158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c: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 0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5127" name="Straight Connector 362"/>
                <p:cNvCxnSpPr/>
                <p:nvPr/>
              </p:nvCxnSpPr>
              <p:spPr>
                <a:xfrm>
                  <a:off x="9641520" y="59436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5128" name="Rectangle 363"/>
                <p:cNvSpPr/>
                <p:nvPr/>
              </p:nvSpPr>
              <p:spPr>
                <a:xfrm>
                  <a:off x="9644040" y="223920"/>
                  <a:ext cx="1122480" cy="26204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5129" name="Freeform 182"/>
          <p:cNvSpPr/>
          <p:nvPr/>
        </p:nvSpPr>
        <p:spPr>
          <a:xfrm>
            <a:off x="6794280" y="3016440"/>
            <a:ext cx="2889360" cy="2634120"/>
          </a:xfrm>
          <a:custGeom>
            <a:avLst/>
            <a:gdLst>
              <a:gd name="textAreaLeft" fmla="*/ 0 w 2889360"/>
              <a:gd name="textAreaRight" fmla="*/ 2889720 w 2889360"/>
              <a:gd name="textAreaTop" fmla="*/ 0 h 2634120"/>
              <a:gd name="textAreaBottom" fmla="*/ 2634480 h 2634120"/>
              <a:gd name="GluePoint1X" fmla="*/ 10817 w 2889702"/>
              <a:gd name="GluePoint1Y" fmla="*/ 896701 h 2634390"/>
              <a:gd name="GluePoint2X" fmla="*/ 2869381 w 2889702"/>
              <a:gd name="GluePoint2Y" fmla="*/ 0 h 2634390"/>
              <a:gd name="GluePoint3X" fmla="*/ 2889702 w 2889702"/>
              <a:gd name="GluePoint3Y" fmla="*/ 2634390 h 2634390"/>
              <a:gd name="GluePoint4X" fmla="*/ 0 w 2889702"/>
              <a:gd name="GluePoint4Y" fmla="*/ 1094330 h 2634390"/>
              <a:gd name="GluePoint5X" fmla="*/ 10817 w 2889702"/>
              <a:gd name="GluePoint5Y" fmla="*/ 896701 h 263439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130" name="Group 364"/>
          <p:cNvGrpSpPr/>
          <p:nvPr/>
        </p:nvGrpSpPr>
        <p:grpSpPr>
          <a:xfrm>
            <a:off x="9654480" y="3018240"/>
            <a:ext cx="1131120" cy="3191400"/>
            <a:chOff x="9654480" y="3018240"/>
            <a:chExt cx="1131120" cy="3191400"/>
          </a:xfrm>
        </p:grpSpPr>
        <p:sp>
          <p:nvSpPr>
            <p:cNvPr id="5131" name="Rectangle 365"/>
            <p:cNvSpPr/>
            <p:nvPr/>
          </p:nvSpPr>
          <p:spPr>
            <a:xfrm>
              <a:off x="9684720" y="3018240"/>
              <a:ext cx="1100880" cy="2388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132" name="Group 366"/>
            <p:cNvGrpSpPr/>
            <p:nvPr/>
          </p:nvGrpSpPr>
          <p:grpSpPr>
            <a:xfrm>
              <a:off x="9654480" y="3025800"/>
              <a:ext cx="1130040" cy="3183840"/>
              <a:chOff x="9654480" y="3025800"/>
              <a:chExt cx="1130040" cy="3183840"/>
            </a:xfrm>
          </p:grpSpPr>
          <p:sp>
            <p:nvSpPr>
              <p:cNvPr id="5133" name="Rectangle 367"/>
              <p:cNvSpPr/>
              <p:nvPr/>
            </p:nvSpPr>
            <p:spPr>
              <a:xfrm>
                <a:off x="9667800" y="3029760"/>
                <a:ext cx="111672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5134" name="TextBox 368"/>
              <p:cNvSpPr/>
              <p:nvPr/>
            </p:nvSpPr>
            <p:spPr>
              <a:xfrm>
                <a:off x="9654480" y="3025800"/>
                <a:ext cx="1116720" cy="318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en-US" sz="20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e: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0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135" name="Straight Connector 369"/>
              <p:cNvCxnSpPr/>
              <p:nvPr/>
            </p:nvCxnSpPr>
            <p:spPr>
              <a:xfrm>
                <a:off x="9659880" y="3400200"/>
                <a:ext cx="1123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5136" name="Rectangle 370"/>
              <p:cNvSpPr/>
              <p:nvPr/>
            </p:nvSpPr>
            <p:spPr>
              <a:xfrm>
                <a:off x="9662040" y="3029760"/>
                <a:ext cx="1122480" cy="26186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5137" name="Right Arrow 175"/>
          <p:cNvSpPr/>
          <p:nvPr/>
        </p:nvSpPr>
        <p:spPr>
          <a:xfrm>
            <a:off x="6977520" y="19278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421" dur="indefinite" restart="never" nodeType="tmRoot">
          <p:childTnLst>
            <p:seq>
              <p:cTn id="1422" dur="indefinite" nodeType="mainSeq">
                <p:childTnLst>
                  <p:par>
                    <p:cTn id="1423" fill="hold">
                      <p:stCondLst>
                        <p:cond delay="0"/>
                      </p:stCondLst>
                      <p:childTnLst>
                        <p:par>
                          <p:cTn id="1424" fill="hold">
                            <p:stCondLst>
                              <p:cond delay="0"/>
                            </p:stCondLst>
                            <p:childTnLst>
                              <p:par>
                                <p:cTn id="142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27" dur="500"/>
                                        <p:tgtEl>
                                          <p:spTgt spid="5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8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429" dur="500"/>
                                        <p:tgtEl>
                                          <p:spTgt spid="5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1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432" dur="500"/>
                                        <p:tgtEl>
                                          <p:spTgt spid="49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4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435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7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438" dur="500"/>
                                        <p:tgtEl>
                                          <p:spTgt spid="5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0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441" dur="500"/>
                                        <p:tgtEl>
                                          <p:spTgt spid="50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45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6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447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8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893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example: computation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139" name="PlaceHolder 2"/>
          <p:cNvSpPr>
            <a:spLocks noGrp="1"/>
          </p:cNvSpPr>
          <p:nvPr>
            <p:ph type="sldNum" idx="4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11197FB6-89B1-44E6-81FD-D3E4B956D00F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5140" name="Straight Connector 81"/>
          <p:cNvCxnSpPr>
            <a:stCxn id="5141" idx="2"/>
            <a:endCxn id="5141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5142" name="Straight Connector 95"/>
          <p:cNvCxnSpPr>
            <a:stCxn id="5141" idx="1"/>
            <a:endCxn id="5141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5141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3" name="Rectangle 149"/>
          <p:cNvSpPr/>
          <p:nvPr/>
        </p:nvSpPr>
        <p:spPr>
          <a:xfrm>
            <a:off x="8380440" y="222084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144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5145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5146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5147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48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49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50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51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152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5153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54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155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5156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5157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58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59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60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61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162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5163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64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165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5166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5167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68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69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70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71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172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5173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74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5175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6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7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8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79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5180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81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5182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5183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84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85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86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87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88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89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90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91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92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93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194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5195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5196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5197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198" name="Group 240"/>
          <p:cNvGrpSpPr/>
          <p:nvPr/>
        </p:nvGrpSpPr>
        <p:grpSpPr>
          <a:xfrm>
            <a:off x="6656400" y="235800"/>
            <a:ext cx="2492640" cy="1917360"/>
            <a:chOff x="6656400" y="235800"/>
            <a:chExt cx="2492640" cy="1917360"/>
          </a:xfrm>
        </p:grpSpPr>
        <p:sp>
          <p:nvSpPr>
            <p:cNvPr id="5199" name="Freeform 241"/>
            <p:cNvSpPr/>
            <p:nvPr/>
          </p:nvSpPr>
          <p:spPr>
            <a:xfrm>
              <a:off x="6656400" y="304920"/>
              <a:ext cx="2339640" cy="1848240"/>
            </a:xfrm>
            <a:custGeom>
              <a:avLst/>
              <a:gdLst>
                <a:gd name="textAreaLeft" fmla="*/ 0 w 2339640"/>
                <a:gd name="textAreaRight" fmla="*/ 2340000 w 233964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200" name="Group 242"/>
            <p:cNvGrpSpPr/>
            <p:nvPr/>
          </p:nvGrpSpPr>
          <p:grpSpPr>
            <a:xfrm>
              <a:off x="6969960" y="235800"/>
              <a:ext cx="2179080" cy="1756080"/>
              <a:chOff x="6969960" y="235800"/>
              <a:chExt cx="2179080" cy="1756080"/>
            </a:xfrm>
          </p:grpSpPr>
          <p:sp>
            <p:nvSpPr>
              <p:cNvPr id="5201" name="Rectangle 243"/>
              <p:cNvSpPr/>
              <p:nvPr/>
            </p:nvSpPr>
            <p:spPr>
              <a:xfrm>
                <a:off x="7059600" y="235800"/>
                <a:ext cx="193644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5202" name="Group 244"/>
              <p:cNvGrpSpPr/>
              <p:nvPr/>
            </p:nvGrpSpPr>
            <p:grpSpPr>
              <a:xfrm>
                <a:off x="6969960" y="248760"/>
                <a:ext cx="2179080" cy="1743120"/>
                <a:chOff x="6969960" y="248760"/>
                <a:chExt cx="2179080" cy="1743120"/>
              </a:xfrm>
            </p:grpSpPr>
            <p:sp>
              <p:nvSpPr>
                <p:cNvPr id="5203" name="Rectangle 245"/>
                <p:cNvSpPr/>
                <p:nvPr/>
              </p:nvSpPr>
              <p:spPr>
                <a:xfrm>
                  <a:off x="7056000" y="252720"/>
                  <a:ext cx="194004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204" name="TextBox 246"/>
                <p:cNvSpPr/>
                <p:nvPr/>
              </p:nvSpPr>
              <p:spPr>
                <a:xfrm>
                  <a:off x="7445880" y="248760"/>
                  <a:ext cx="111672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5205" name="Straight Connector 247"/>
                <p:cNvCxnSpPr/>
                <p:nvPr/>
              </p:nvCxnSpPr>
              <p:spPr>
                <a:xfrm>
                  <a:off x="7047720" y="62280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5206" name="Rectangle 248"/>
                <p:cNvSpPr/>
                <p:nvPr/>
              </p:nvSpPr>
              <p:spPr>
                <a:xfrm>
                  <a:off x="7050240" y="252720"/>
                  <a:ext cx="193608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207" name="TextBox 249"/>
                <p:cNvSpPr/>
                <p:nvPr/>
              </p:nvSpPr>
              <p:spPr>
                <a:xfrm>
                  <a:off x="8038440" y="688320"/>
                  <a:ext cx="111060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08" name="TextBox 250"/>
                <p:cNvSpPr/>
                <p:nvPr/>
              </p:nvSpPr>
              <p:spPr>
                <a:xfrm>
                  <a:off x="6969960" y="685080"/>
                  <a:ext cx="1116720" cy="130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5209" name="TextBox 280"/>
          <p:cNvSpPr/>
          <p:nvPr/>
        </p:nvSpPr>
        <p:spPr>
          <a:xfrm flipH="1">
            <a:off x="348480" y="3079080"/>
            <a:ext cx="21952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 receives DVs from b computes: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10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5211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5212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5213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14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15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16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17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218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5219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20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221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5222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5223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24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25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26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27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228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5229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30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231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5232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5233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34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35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36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37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238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5239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40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5241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5242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5243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5244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45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46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47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48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249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5250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51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252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5253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5254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55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56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57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58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259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5260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61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262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5263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5264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65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66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67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68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269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5270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71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5272" name="Group 3"/>
          <p:cNvGrpSpPr/>
          <p:nvPr/>
        </p:nvGrpSpPr>
        <p:grpSpPr>
          <a:xfrm>
            <a:off x="8740800" y="219960"/>
            <a:ext cx="2044800" cy="4158720"/>
            <a:chOff x="8740800" y="219960"/>
            <a:chExt cx="2044800" cy="4158720"/>
          </a:xfrm>
        </p:grpSpPr>
        <p:sp>
          <p:nvSpPr>
            <p:cNvPr id="5273" name="Freeform 233"/>
            <p:cNvSpPr/>
            <p:nvPr/>
          </p:nvSpPr>
          <p:spPr>
            <a:xfrm>
              <a:off x="8740800" y="246960"/>
              <a:ext cx="923760" cy="2428200"/>
            </a:xfrm>
            <a:custGeom>
              <a:avLst/>
              <a:gdLst>
                <a:gd name="textAreaLeft" fmla="*/ 0 w 923760"/>
                <a:gd name="textAreaRight" fmla="*/ 924120 w 923760"/>
                <a:gd name="textAreaTop" fmla="*/ 0 h 2428200"/>
                <a:gd name="textAreaBottom" fmla="*/ 2428560 h 2428200"/>
                <a:gd name="GluePoint1X" fmla="*/ 1 w 1170039"/>
                <a:gd name="GluePoint1Y" fmla="*/ 1809135 h 2428567"/>
                <a:gd name="GluePoint2X" fmla="*/ 1160207 w 1170039"/>
                <a:gd name="GluePoint2Y" fmla="*/ 0 h 2428567"/>
                <a:gd name="GluePoint3X" fmla="*/ 1170039 w 1170039"/>
                <a:gd name="GluePoint3Y" fmla="*/ 2428567 h 2428567"/>
                <a:gd name="GluePoint4X" fmla="*/ 0 w 1170039"/>
                <a:gd name="GluePoint4Y" fmla="*/ 1946786 h 2428567"/>
                <a:gd name="GluePoint5X" fmla="*/ 1 w 1170039"/>
                <a:gd name="GluePoint5Y" fmla="*/ 1809135 h 24285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274" name="Group 357"/>
            <p:cNvGrpSpPr/>
            <p:nvPr/>
          </p:nvGrpSpPr>
          <p:grpSpPr>
            <a:xfrm>
              <a:off x="9636480" y="219960"/>
              <a:ext cx="1149120" cy="4158720"/>
              <a:chOff x="9636480" y="219960"/>
              <a:chExt cx="1149120" cy="4158720"/>
            </a:xfrm>
          </p:grpSpPr>
          <p:sp>
            <p:nvSpPr>
              <p:cNvPr id="5275" name="Rectangle 358"/>
              <p:cNvSpPr/>
              <p:nvPr/>
            </p:nvSpPr>
            <p:spPr>
              <a:xfrm>
                <a:off x="9655200" y="219960"/>
                <a:ext cx="1130400" cy="2425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5276" name="Group 359"/>
              <p:cNvGrpSpPr/>
              <p:nvPr/>
            </p:nvGrpSpPr>
            <p:grpSpPr>
              <a:xfrm>
                <a:off x="9636480" y="219960"/>
                <a:ext cx="1130040" cy="4158720"/>
                <a:chOff x="9636480" y="219960"/>
                <a:chExt cx="1130040" cy="4158720"/>
              </a:xfrm>
            </p:grpSpPr>
            <p:sp>
              <p:nvSpPr>
                <p:cNvPr id="5277" name="Rectangle 360"/>
                <p:cNvSpPr/>
                <p:nvPr/>
              </p:nvSpPr>
              <p:spPr>
                <a:xfrm>
                  <a:off x="9649800" y="22392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278" name="TextBox 361"/>
                <p:cNvSpPr/>
                <p:nvPr/>
              </p:nvSpPr>
              <p:spPr>
                <a:xfrm>
                  <a:off x="9636480" y="219960"/>
                  <a:ext cx="1087560" cy="4158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c: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 0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5279" name="Straight Connector 362"/>
                <p:cNvCxnSpPr/>
                <p:nvPr/>
              </p:nvCxnSpPr>
              <p:spPr>
                <a:xfrm>
                  <a:off x="9641520" y="59436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5280" name="Rectangle 363"/>
                <p:cNvSpPr/>
                <p:nvPr/>
              </p:nvSpPr>
              <p:spPr>
                <a:xfrm>
                  <a:off x="9644040" y="223920"/>
                  <a:ext cx="1122480" cy="26204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5281" name="Right Arrow 175"/>
          <p:cNvSpPr/>
          <p:nvPr/>
        </p:nvSpPr>
        <p:spPr>
          <a:xfrm>
            <a:off x="6977520" y="19278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2" name="Freeform 176"/>
          <p:cNvSpPr/>
          <p:nvPr/>
        </p:nvSpPr>
        <p:spPr>
          <a:xfrm>
            <a:off x="3281760" y="1747440"/>
            <a:ext cx="5923080" cy="4988160"/>
          </a:xfrm>
          <a:custGeom>
            <a:avLst/>
            <a:gdLst>
              <a:gd name="textAreaLeft" fmla="*/ 0 w 5923080"/>
              <a:gd name="textAreaRight" fmla="*/ 5923440 w 5923080"/>
              <a:gd name="textAreaTop" fmla="*/ 0 h 4988160"/>
              <a:gd name="textAreaBottom" fmla="*/ 4988520 h 4988160"/>
              <a:gd name="GluePoint1X" fmla="*/ 2524413 w 5760999"/>
              <a:gd name="GluePoint1Y" fmla="*/ 30480 h 4988560"/>
              <a:gd name="GluePoint2X" fmla="*/ 2829213 w 5760999"/>
              <a:gd name="GluePoint2Y" fmla="*/ 568960 h 4988560"/>
              <a:gd name="GluePoint3X" fmla="*/ 3570336 w 5760999"/>
              <a:gd name="GluePoint3Y" fmla="*/ 782320 h 4988560"/>
              <a:gd name="GluePoint4X" fmla="*/ 5730519 w 5760999"/>
              <a:gd name="GluePoint4Y" fmla="*/ 1950720 h 4988560"/>
              <a:gd name="GluePoint5X" fmla="*/ 5760999 w 5760999"/>
              <a:gd name="GluePoint5Y" fmla="*/ 4988560 h 4988560"/>
              <a:gd name="GluePoint6X" fmla="*/ 0 w 5760999"/>
              <a:gd name="GluePoint6Y" fmla="*/ 4978400 h 4988560"/>
              <a:gd name="GluePoint7X" fmla="*/ 138344 w 5760999"/>
              <a:gd name="GluePoint7Y" fmla="*/ 20320 h 4988560"/>
              <a:gd name="GluePoint8X" fmla="*/ 936947 w 5760999"/>
              <a:gd name="GluePoint8Y" fmla="*/ 0 h 4988560"/>
              <a:gd name="GluePoint9X" fmla="*/ 2524413 w 5760999"/>
              <a:gd name="GluePoint9Y" fmla="*/ 30480 h 49885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60999" h="4988560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3" name="Rectangle 181"/>
          <p:cNvSpPr/>
          <p:nvPr/>
        </p:nvSpPr>
        <p:spPr>
          <a:xfrm>
            <a:off x="3068280" y="3809880"/>
            <a:ext cx="3535200" cy="2712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4" name="TextBox 213"/>
          <p:cNvSpPr/>
          <p:nvPr/>
        </p:nvSpPr>
        <p:spPr>
          <a:xfrm>
            <a:off x="3180240" y="3889440"/>
            <a:ext cx="3352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(a)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(a}}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 1 + 8 = 9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5" name="TextBox 219"/>
          <p:cNvSpPr/>
          <p:nvPr/>
        </p:nvSpPr>
        <p:spPr>
          <a:xfrm>
            <a:off x="3180240" y="4214520"/>
            <a:ext cx="3352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(b)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(b)} = 1 + 0 =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6" name="TextBox 226"/>
          <p:cNvSpPr/>
          <p:nvPr/>
        </p:nvSpPr>
        <p:spPr>
          <a:xfrm>
            <a:off x="3169800" y="4539600"/>
            <a:ext cx="34437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(d)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(d)} = 1+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7" name="TextBox 227"/>
          <p:cNvSpPr/>
          <p:nvPr/>
        </p:nvSpPr>
        <p:spPr>
          <a:xfrm>
            <a:off x="3180240" y="4844520"/>
            <a:ext cx="3271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(e)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(e)} = 1 + 1 =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8" name="TextBox 228"/>
          <p:cNvSpPr/>
          <p:nvPr/>
        </p:nvSpPr>
        <p:spPr>
          <a:xfrm>
            <a:off x="3169800" y="5169600"/>
            <a:ext cx="33627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(f)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(f)} = 1+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9" name="TextBox 229"/>
          <p:cNvSpPr/>
          <p:nvPr/>
        </p:nvSpPr>
        <p:spPr>
          <a:xfrm>
            <a:off x="3180240" y="5484600"/>
            <a:ext cx="322020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(g)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(g)} = 1+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0" name="TextBox 230"/>
          <p:cNvSpPr/>
          <p:nvPr/>
        </p:nvSpPr>
        <p:spPr>
          <a:xfrm>
            <a:off x="3180240" y="6112800"/>
            <a:ext cx="33728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(i)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(i)} = 1+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1" name="TextBox 231"/>
          <p:cNvSpPr/>
          <p:nvPr/>
        </p:nvSpPr>
        <p:spPr>
          <a:xfrm>
            <a:off x="3169800" y="5807880"/>
            <a:ext cx="33829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(h) = min{c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bc,b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lang="en-US" sz="1600" b="0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(h)} = 1+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2" name="Down Arrow 237"/>
          <p:cNvSpPr/>
          <p:nvPr/>
        </p:nvSpPr>
        <p:spPr>
          <a:xfrm rot="16200000">
            <a:off x="6704280" y="5411160"/>
            <a:ext cx="339120" cy="56016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BDD7EE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293" name="Group 251"/>
          <p:cNvGrpSpPr/>
          <p:nvPr/>
        </p:nvGrpSpPr>
        <p:grpSpPr>
          <a:xfrm>
            <a:off x="7147440" y="3969000"/>
            <a:ext cx="1149120" cy="3671280"/>
            <a:chOff x="7147440" y="3969000"/>
            <a:chExt cx="1149120" cy="3671280"/>
          </a:xfrm>
        </p:grpSpPr>
        <p:sp>
          <p:nvSpPr>
            <p:cNvPr id="5294" name="Rectangle 252"/>
            <p:cNvSpPr/>
            <p:nvPr/>
          </p:nvSpPr>
          <p:spPr>
            <a:xfrm>
              <a:off x="7166160" y="3969000"/>
              <a:ext cx="1130400" cy="2425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295" name="Group 253"/>
            <p:cNvGrpSpPr/>
            <p:nvPr/>
          </p:nvGrpSpPr>
          <p:grpSpPr>
            <a:xfrm>
              <a:off x="7147440" y="3969000"/>
              <a:ext cx="1130040" cy="3671280"/>
              <a:chOff x="7147440" y="3969000"/>
              <a:chExt cx="1130040" cy="3671280"/>
            </a:xfrm>
          </p:grpSpPr>
          <p:sp>
            <p:nvSpPr>
              <p:cNvPr id="5296" name="Rectangle 254"/>
              <p:cNvSpPr/>
              <p:nvPr/>
            </p:nvSpPr>
            <p:spPr>
              <a:xfrm>
                <a:off x="7160760" y="3972960"/>
                <a:ext cx="111672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5297" name="TextBox 255"/>
              <p:cNvSpPr/>
              <p:nvPr/>
            </p:nvSpPr>
            <p:spPr>
              <a:xfrm>
                <a:off x="7147440" y="3969000"/>
                <a:ext cx="1087560" cy="3671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en-US" sz="20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c: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9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0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2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298" name="Straight Connector 256"/>
              <p:cNvCxnSpPr/>
              <p:nvPr/>
            </p:nvCxnSpPr>
            <p:spPr>
              <a:xfrm>
                <a:off x="7152480" y="4343400"/>
                <a:ext cx="112428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5299" name="Rectangle 257"/>
              <p:cNvSpPr/>
              <p:nvPr/>
            </p:nvSpPr>
            <p:spPr>
              <a:xfrm>
                <a:off x="7155000" y="3972960"/>
                <a:ext cx="1122480" cy="26204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5300" name="Freeform 2"/>
          <p:cNvSpPr/>
          <p:nvPr/>
        </p:nvSpPr>
        <p:spPr>
          <a:xfrm>
            <a:off x="3068280" y="2194560"/>
            <a:ext cx="5597640" cy="1625400"/>
          </a:xfrm>
          <a:custGeom>
            <a:avLst/>
            <a:gdLst>
              <a:gd name="textAreaLeft" fmla="*/ 0 w 5597640"/>
              <a:gd name="textAreaRight" fmla="*/ 5598000 w 5597640"/>
              <a:gd name="textAreaTop" fmla="*/ 0 h 1625400"/>
              <a:gd name="textAreaBottom" fmla="*/ 1625760 h 1625400"/>
              <a:gd name="GluePoint1X" fmla="*/ 5120640 w 5598160"/>
              <a:gd name="GluePoint1Y" fmla="*/ 0 h 1625600"/>
              <a:gd name="GluePoint2X" fmla="*/ 0 w 5598160"/>
              <a:gd name="GluePoint2Y" fmla="*/ 1615440 h 1625600"/>
              <a:gd name="GluePoint3X" fmla="*/ 3535680 w 5598160"/>
              <a:gd name="GluePoint3Y" fmla="*/ 1625600 h 1625600"/>
              <a:gd name="GluePoint4X" fmla="*/ 5598160 w 5598160"/>
              <a:gd name="GluePoint4Y" fmla="*/ 50800 h 1625600"/>
              <a:gd name="GluePoint5X" fmla="*/ 5120640 w 5598160"/>
              <a:gd name="GluePoint5Y" fmla="*/ 0 h 1625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5598160" h="162560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DEEBF7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301" name="Group 232"/>
          <p:cNvGrpSpPr/>
          <p:nvPr/>
        </p:nvGrpSpPr>
        <p:grpSpPr>
          <a:xfrm>
            <a:off x="7868520" y="1698120"/>
            <a:ext cx="1233360" cy="1022040"/>
            <a:chOff x="7868520" y="1698120"/>
            <a:chExt cx="1233360" cy="1022040"/>
          </a:xfrm>
        </p:grpSpPr>
        <p:sp>
          <p:nvSpPr>
            <p:cNvPr id="5302" name="Freeform 234"/>
            <p:cNvSpPr/>
            <p:nvPr/>
          </p:nvSpPr>
          <p:spPr>
            <a:xfrm>
              <a:off x="7868520" y="1698120"/>
              <a:ext cx="1195560" cy="1022040"/>
            </a:xfrm>
            <a:custGeom>
              <a:avLst/>
              <a:gdLst>
                <a:gd name="textAreaLeft" fmla="*/ 0 w 1195560"/>
                <a:gd name="textAreaRight" fmla="*/ 1195920 w 1195560"/>
                <a:gd name="textAreaTop" fmla="*/ 0 h 1022040"/>
                <a:gd name="textAreaBottom" fmla="*/ 1022400 h 1022040"/>
                <a:gd name="GluePoint1X" fmla="*/ 1416106 w 2820074"/>
                <a:gd name="GluePoint1Y" fmla="*/ 606903 h 2290046"/>
                <a:gd name="GluePoint2X" fmla="*/ 1096471 w 2820074"/>
                <a:gd name="GluePoint2Y" fmla="*/ 222531 h 2290046"/>
                <a:gd name="GluePoint3X" fmla="*/ 954860 w 2820074"/>
                <a:gd name="GluePoint3Y" fmla="*/ 667593 h 2290046"/>
                <a:gd name="GluePoint4X" fmla="*/ 89012 w 2820074"/>
                <a:gd name="GluePoint4Y" fmla="*/ 242761 h 2290046"/>
                <a:gd name="GluePoint5X" fmla="*/ 610948 w 2820074"/>
                <a:gd name="GluePoint5Y" fmla="*/ 797066 h 2290046"/>
                <a:gd name="GluePoint6X" fmla="*/ 0 w 2820074"/>
                <a:gd name="GluePoint6Y" fmla="*/ 902262 h 2290046"/>
                <a:gd name="GluePoint7X" fmla="*/ 481476 w 2820074"/>
                <a:gd name="GluePoint7Y" fmla="*/ 1246174 h 2290046"/>
                <a:gd name="GluePoint8X" fmla="*/ 36414 w 2820074"/>
                <a:gd name="GluePoint8Y" fmla="*/ 1533441 h 2290046"/>
                <a:gd name="GluePoint9X" fmla="*/ 760651 w 2820074"/>
                <a:gd name="GluePoint9Y" fmla="*/ 1476797 h 2290046"/>
                <a:gd name="GluePoint10X" fmla="*/ 623086 w 2820074"/>
                <a:gd name="GluePoint10Y" fmla="*/ 1869260 h 2290046"/>
                <a:gd name="GluePoint11X" fmla="*/ 1003412 w 2820074"/>
                <a:gd name="GluePoint11Y" fmla="*/ 1658867 h 2290046"/>
                <a:gd name="GluePoint12X" fmla="*/ 1104563 w 2820074"/>
                <a:gd name="GluePoint12Y" fmla="*/ 2290046 h 2290046"/>
                <a:gd name="GluePoint13X" fmla="*/ 1383738 w 2820074"/>
                <a:gd name="GluePoint13Y" fmla="*/ 1569855 h 2290046"/>
                <a:gd name="GluePoint14X" fmla="*/ 1743833 w 2820074"/>
                <a:gd name="GluePoint14Y" fmla="*/ 2091791 h 2290046"/>
                <a:gd name="GluePoint15X" fmla="*/ 1836892 w 2820074"/>
                <a:gd name="GluePoint15Y" fmla="*/ 1529395 h 2290046"/>
                <a:gd name="GluePoint16X" fmla="*/ 2375012 w 2820074"/>
                <a:gd name="GluePoint16Y" fmla="*/ 1889491 h 2290046"/>
                <a:gd name="GluePoint17X" fmla="*/ 2209125 w 2820074"/>
                <a:gd name="GluePoint17Y" fmla="*/ 1351370 h 2290046"/>
                <a:gd name="GluePoint18X" fmla="*/ 2820074 w 2820074"/>
                <a:gd name="GluePoint18Y" fmla="*/ 1399922 h 2290046"/>
                <a:gd name="GluePoint19X" fmla="*/ 2310276 w 2820074"/>
                <a:gd name="GluePoint19Y" fmla="*/ 1092425 h 2290046"/>
                <a:gd name="GluePoint20X" fmla="*/ 2775568 w 2820074"/>
                <a:gd name="GluePoint20Y" fmla="*/ 837526 h 2290046"/>
                <a:gd name="GluePoint21X" fmla="*/ 2196987 w 2820074"/>
                <a:gd name="GluePoint21Y" fmla="*/ 768744 h 2290046"/>
                <a:gd name="GluePoint22X" fmla="*/ 2427610 w 2820074"/>
                <a:gd name="GluePoint22Y" fmla="*/ 441016 h 2290046"/>
                <a:gd name="GluePoint23X" fmla="*/ 1844984 w 2820074"/>
                <a:gd name="GluePoint23Y" fmla="*/ 546213 h 2290046"/>
                <a:gd name="GluePoint24X" fmla="*/ 1901628 w 2820074"/>
                <a:gd name="GluePoint24Y" fmla="*/ 0 h 2290046"/>
                <a:gd name="GluePoint25X" fmla="*/ 1416106 w 2820074"/>
                <a:gd name="GluePoint25Y" fmla="*/ 606903 h 22900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303" name="TextBox 235"/>
            <p:cNvSpPr/>
            <p:nvPr/>
          </p:nvSpPr>
          <p:spPr>
            <a:xfrm>
              <a:off x="7966800" y="1983240"/>
              <a:ext cx="11350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compute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04" name="TextBox 1"/>
          <p:cNvSpPr/>
          <p:nvPr/>
        </p:nvSpPr>
        <p:spPr>
          <a:xfrm>
            <a:off x="8542800" y="5433480"/>
            <a:ext cx="3543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* Check out the online interactive exercises for more examples: h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ttp://gaia.cs.umass.edu/kurose_ross/interactive/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449" dur="indefinite" restart="never" nodeType="tmRoot">
          <p:childTnLst>
            <p:seq>
              <p:cTn id="1450" dur="indefinite" nodeType="mainSeq">
                <p:childTnLst>
                  <p:par>
                    <p:cTn id="1451" fill="hold">
                      <p:stCondLst>
                        <p:cond delay="0"/>
                      </p:stCondLst>
                      <p:childTnLst>
                        <p:par>
                          <p:cTn id="1452" fill="hold">
                            <p:stCondLst>
                              <p:cond delay="0"/>
                            </p:stCondLst>
                            <p:childTnLst>
                              <p:par>
                                <p:cTn id="145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55" dur="1000"/>
                                        <p:tgtEl>
                                          <p:spTgt spid="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6" fill="hold">
                      <p:stCondLst>
                        <p:cond delay="indefinite"/>
                      </p:stCondLst>
                      <p:childTnLst>
                        <p:par>
                          <p:cTn id="1457" fill="hold">
                            <p:stCondLst>
                              <p:cond delay="0"/>
                            </p:stCondLst>
                            <p:childTnLst>
                              <p:par>
                                <p:cTn id="1458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460" dur="500"/>
                                        <p:tgtEl>
                                          <p:spTgt spid="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1" fill="hold">
                            <p:stCondLst>
                              <p:cond delay="500"/>
                            </p:stCondLst>
                            <p:childTnLst>
                              <p:par>
                                <p:cTn id="1462" presetID="2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464" dur="500"/>
                                        <p:tgtEl>
                                          <p:spTgt spid="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5" fill="hold">
                      <p:stCondLst>
                        <p:cond delay="indefinite"/>
                      </p:stCondLst>
                      <p:childTnLst>
                        <p:par>
                          <p:cTn id="1466" fill="hold">
                            <p:stCondLst>
                              <p:cond delay="0"/>
                            </p:stCondLst>
                            <p:childTnLst>
                              <p:par>
                                <p:cTn id="146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69" dur="500"/>
                                        <p:tgtEl>
                                          <p:spTgt spid="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0" fill="hold">
                      <p:stCondLst>
                        <p:cond delay="indefinite"/>
                      </p:stCondLst>
                      <p:childTnLst>
                        <p:par>
                          <p:cTn id="1471" fill="hold">
                            <p:stCondLst>
                              <p:cond delay="0"/>
                            </p:stCondLst>
                            <p:childTnLst>
                              <p:par>
                                <p:cTn id="147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74" dur="500"/>
                                        <p:tgtEl>
                                          <p:spTgt spid="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5" fill="hold">
                      <p:stCondLst>
                        <p:cond delay="indefinite"/>
                      </p:stCondLst>
                      <p:childTnLst>
                        <p:par>
                          <p:cTn id="1476" fill="hold">
                            <p:stCondLst>
                              <p:cond delay="0"/>
                            </p:stCondLst>
                            <p:childTnLst>
                              <p:par>
                                <p:cTn id="147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79" dur="500"/>
                                        <p:tgtEl>
                                          <p:spTgt spid="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0" fill="hold">
                      <p:stCondLst>
                        <p:cond delay="indefinite"/>
                      </p:stCondLst>
                      <p:childTnLst>
                        <p:par>
                          <p:cTn id="1481" fill="hold">
                            <p:stCondLst>
                              <p:cond delay="0"/>
                            </p:stCondLst>
                            <p:childTnLst>
                              <p:par>
                                <p:cTn id="148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84" dur="500"/>
                                        <p:tgtEl>
                                          <p:spTgt spid="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5" fill="hold">
                      <p:stCondLst>
                        <p:cond delay="indefinite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89" dur="500"/>
                                        <p:tgtEl>
                                          <p:spTgt spid="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0" fill="hold">
                      <p:stCondLst>
                        <p:cond delay="indefinite"/>
                      </p:stCondLst>
                      <p:childTnLst>
                        <p:par>
                          <p:cTn id="1491" fill="hold">
                            <p:stCondLst>
                              <p:cond delay="0"/>
                            </p:stCondLst>
                            <p:childTnLst>
                              <p:par>
                                <p:cTn id="149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94" dur="500"/>
                                        <p:tgtEl>
                                          <p:spTgt spid="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5" fill="hold">
                      <p:stCondLst>
                        <p:cond delay="indefinite"/>
                      </p:stCondLst>
                      <p:childTnLst>
                        <p:par>
                          <p:cTn id="1496" fill="hold">
                            <p:stCondLst>
                              <p:cond delay="0"/>
                            </p:stCondLst>
                            <p:childTnLst>
                              <p:par>
                                <p:cTn id="149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499" dur="500"/>
                                        <p:tgtEl>
                                          <p:spTgt spid="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0" fill="hold">
                      <p:stCondLst>
                        <p:cond delay="indefinite"/>
                      </p:stCondLst>
                      <p:childTnLst>
                        <p:par>
                          <p:cTn id="1501" fill="hold">
                            <p:stCondLst>
                              <p:cond delay="0"/>
                            </p:stCondLst>
                            <p:childTnLst>
                              <p:par>
                                <p:cTn id="150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04" dur="500"/>
                                        <p:tgtEl>
                                          <p:spTgt spid="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5" fill="hold">
                      <p:stCondLst>
                        <p:cond delay="indefinite"/>
                      </p:stCondLst>
                      <p:childTnLst>
                        <p:par>
                          <p:cTn id="1506" fill="hold">
                            <p:stCondLst>
                              <p:cond delay="0"/>
                            </p:stCondLst>
                            <p:childTnLst>
                              <p:par>
                                <p:cTn id="150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09" dur="500"/>
                                        <p:tgtEl>
                                          <p:spTgt spid="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13" dur="500"/>
                                        <p:tgtEl>
                                          <p:spTgt spid="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4" fill="hold">
                      <p:stCondLst>
                        <p:cond delay="indefinite"/>
                      </p:stCondLst>
                      <p:childTnLst>
                        <p:par>
                          <p:cTn id="1515" fill="hold">
                            <p:stCondLst>
                              <p:cond delay="0"/>
                            </p:stCondLst>
                            <p:childTnLst>
                              <p:par>
                                <p:cTn id="1516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006 -3.7037E-007 L 0.20417 -0.54653 E">
                                      <p:cBhvr>
                                        <p:cTn id="1517" dur="2000" fill="hold"/>
                                        <p:tgtEl>
                                          <p:spTgt spid="5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5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893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 example: computation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306" name="PlaceHolder 2"/>
          <p:cNvSpPr>
            <a:spLocks noGrp="1"/>
          </p:cNvSpPr>
          <p:nvPr>
            <p:ph type="sldNum" idx="4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A26039F3-A133-474F-B4DC-E194511D05A1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34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5307" name="Straight Connector 81"/>
          <p:cNvCxnSpPr>
            <a:stCxn id="5308" idx="2"/>
            <a:endCxn id="5308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5309" name="Straight Connector 95"/>
          <p:cNvCxnSpPr>
            <a:stCxn id="5308" idx="1"/>
            <a:endCxn id="5308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5308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0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1" name="TextBox 214"/>
          <p:cNvSpPr/>
          <p:nvPr/>
        </p:nvSpPr>
        <p:spPr>
          <a:xfrm>
            <a:off x="4305960" y="28706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2" name="TextBox 215"/>
          <p:cNvSpPr/>
          <p:nvPr/>
        </p:nvSpPr>
        <p:spPr>
          <a:xfrm>
            <a:off x="6217560" y="28609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3" name="TextBox 216"/>
          <p:cNvSpPr/>
          <p:nvPr/>
        </p:nvSpPr>
        <p:spPr>
          <a:xfrm>
            <a:off x="4296240" y="488628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4" name="TextBox 217"/>
          <p:cNvSpPr/>
          <p:nvPr/>
        </p:nvSpPr>
        <p:spPr>
          <a:xfrm>
            <a:off x="6230880" y="48884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5" name="TextBox 218"/>
          <p:cNvSpPr/>
          <p:nvPr/>
        </p:nvSpPr>
        <p:spPr>
          <a:xfrm>
            <a:off x="8154360" y="489024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6" name="TextBox 220"/>
          <p:cNvSpPr/>
          <p:nvPr/>
        </p:nvSpPr>
        <p:spPr>
          <a:xfrm>
            <a:off x="5442120" y="402984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7" name="TextBox 221"/>
          <p:cNvSpPr/>
          <p:nvPr/>
        </p:nvSpPr>
        <p:spPr>
          <a:xfrm>
            <a:off x="7353720" y="402012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8" name="TextBox 222"/>
          <p:cNvSpPr/>
          <p:nvPr/>
        </p:nvSpPr>
        <p:spPr>
          <a:xfrm>
            <a:off x="5443920" y="595332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9" name="TextBox 223"/>
          <p:cNvSpPr/>
          <p:nvPr/>
        </p:nvSpPr>
        <p:spPr>
          <a:xfrm>
            <a:off x="7355880" y="594360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0" name="TextBox 224"/>
          <p:cNvSpPr/>
          <p:nvPr/>
        </p:nvSpPr>
        <p:spPr>
          <a:xfrm>
            <a:off x="5445720" y="2124000"/>
            <a:ext cx="301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1" name="TextBox 225"/>
          <p:cNvSpPr/>
          <p:nvPr/>
        </p:nvSpPr>
        <p:spPr>
          <a:xfrm>
            <a:off x="7357680" y="2114280"/>
            <a:ext cx="295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22" name="Group 158"/>
          <p:cNvGrpSpPr/>
          <p:nvPr/>
        </p:nvGrpSpPr>
        <p:grpSpPr>
          <a:xfrm>
            <a:off x="584280" y="1859040"/>
            <a:ext cx="792360" cy="1222920"/>
            <a:chOff x="584280" y="1859040"/>
            <a:chExt cx="792360" cy="1222920"/>
          </a:xfrm>
        </p:grpSpPr>
        <p:sp>
          <p:nvSpPr>
            <p:cNvPr id="5323" name="TextBox 159"/>
            <p:cNvSpPr/>
            <p:nvPr/>
          </p:nvSpPr>
          <p:spPr>
            <a:xfrm>
              <a:off x="584280" y="2503800"/>
              <a:ext cx="7923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24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5325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5326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27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28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29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30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31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32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33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34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35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36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5337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5338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5339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5340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341" name="Group 240"/>
          <p:cNvGrpSpPr/>
          <p:nvPr/>
        </p:nvGrpSpPr>
        <p:grpSpPr>
          <a:xfrm>
            <a:off x="6656400" y="235800"/>
            <a:ext cx="2492640" cy="1917360"/>
            <a:chOff x="6656400" y="235800"/>
            <a:chExt cx="2492640" cy="1917360"/>
          </a:xfrm>
        </p:grpSpPr>
        <p:sp>
          <p:nvSpPr>
            <p:cNvPr id="5342" name="Freeform 241"/>
            <p:cNvSpPr/>
            <p:nvPr/>
          </p:nvSpPr>
          <p:spPr>
            <a:xfrm>
              <a:off x="6656400" y="304920"/>
              <a:ext cx="2339640" cy="1848240"/>
            </a:xfrm>
            <a:custGeom>
              <a:avLst/>
              <a:gdLst>
                <a:gd name="textAreaLeft" fmla="*/ 0 w 2339640"/>
                <a:gd name="textAreaRight" fmla="*/ 2340000 w 233964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343" name="Group 242"/>
            <p:cNvGrpSpPr/>
            <p:nvPr/>
          </p:nvGrpSpPr>
          <p:grpSpPr>
            <a:xfrm>
              <a:off x="6969960" y="235800"/>
              <a:ext cx="2179080" cy="1756080"/>
              <a:chOff x="6969960" y="235800"/>
              <a:chExt cx="2179080" cy="1756080"/>
            </a:xfrm>
          </p:grpSpPr>
          <p:sp>
            <p:nvSpPr>
              <p:cNvPr id="5344" name="Rectangle 243"/>
              <p:cNvSpPr/>
              <p:nvPr/>
            </p:nvSpPr>
            <p:spPr>
              <a:xfrm>
                <a:off x="7059600" y="235800"/>
                <a:ext cx="193644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5345" name="Group 244"/>
              <p:cNvGrpSpPr/>
              <p:nvPr/>
            </p:nvGrpSpPr>
            <p:grpSpPr>
              <a:xfrm>
                <a:off x="6969960" y="248760"/>
                <a:ext cx="2179080" cy="1743120"/>
                <a:chOff x="6969960" y="248760"/>
                <a:chExt cx="2179080" cy="1743120"/>
              </a:xfrm>
            </p:grpSpPr>
            <p:sp>
              <p:nvSpPr>
                <p:cNvPr id="5346" name="Rectangle 245"/>
                <p:cNvSpPr/>
                <p:nvPr/>
              </p:nvSpPr>
              <p:spPr>
                <a:xfrm>
                  <a:off x="7056000" y="252720"/>
                  <a:ext cx="194004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347" name="TextBox 246"/>
                <p:cNvSpPr/>
                <p:nvPr/>
              </p:nvSpPr>
              <p:spPr>
                <a:xfrm>
                  <a:off x="7445880" y="248760"/>
                  <a:ext cx="111672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lang="en-US" sz="20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5348" name="Straight Connector 247"/>
                <p:cNvCxnSpPr/>
                <p:nvPr/>
              </p:nvCxnSpPr>
              <p:spPr>
                <a:xfrm>
                  <a:off x="7047720" y="62280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5349" name="Rectangle 248"/>
                <p:cNvSpPr/>
                <p:nvPr/>
              </p:nvSpPr>
              <p:spPr>
                <a:xfrm>
                  <a:off x="7050240" y="252720"/>
                  <a:ext cx="193608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350" name="TextBox 249"/>
                <p:cNvSpPr/>
                <p:nvPr/>
              </p:nvSpPr>
              <p:spPr>
                <a:xfrm>
                  <a:off x="8038440" y="688320"/>
                  <a:ext cx="111060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51" name="TextBox 250"/>
                <p:cNvSpPr/>
                <p:nvPr/>
              </p:nvSpPr>
              <p:spPr>
                <a:xfrm>
                  <a:off x="6969960" y="685080"/>
                  <a:ext cx="1116720" cy="130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lang="en-US" sz="1600" b="0" u="none" strike="noStrik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5352" name="TextBox 280"/>
          <p:cNvSpPr/>
          <p:nvPr/>
        </p:nvSpPr>
        <p:spPr>
          <a:xfrm flipH="1">
            <a:off x="348480" y="3079080"/>
            <a:ext cx="219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receives DVs from b, d, f, 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53" name="Group 313"/>
          <p:cNvGrpSpPr/>
          <p:nvPr/>
        </p:nvGrpSpPr>
        <p:grpSpPr>
          <a:xfrm>
            <a:off x="4333680" y="1906200"/>
            <a:ext cx="4395600" cy="399960"/>
            <a:chOff x="4333680" y="1906200"/>
            <a:chExt cx="4395600" cy="399960"/>
          </a:xfrm>
        </p:grpSpPr>
        <p:grpSp>
          <p:nvGrpSpPr>
            <p:cNvPr id="5354" name="Group 314"/>
            <p:cNvGrpSpPr/>
            <p:nvPr/>
          </p:nvGrpSpPr>
          <p:grpSpPr>
            <a:xfrm>
              <a:off x="4333680" y="1906200"/>
              <a:ext cx="532080" cy="364680"/>
              <a:chOff x="4333680" y="1906200"/>
              <a:chExt cx="532080" cy="364680"/>
            </a:xfrm>
          </p:grpSpPr>
          <p:grpSp>
            <p:nvGrpSpPr>
              <p:cNvPr id="5355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5356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57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58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59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60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361" name="Group 44"/>
              <p:cNvGrpSpPr/>
              <p:nvPr/>
            </p:nvGrpSpPr>
            <p:grpSpPr>
              <a:xfrm>
                <a:off x="4431240" y="1906200"/>
                <a:ext cx="308160" cy="364680"/>
                <a:chOff x="4431240" y="1906200"/>
                <a:chExt cx="308160" cy="364680"/>
              </a:xfrm>
            </p:grpSpPr>
            <p:sp>
              <p:nvSpPr>
                <p:cNvPr id="5362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63" name="Text Box 46"/>
                <p:cNvSpPr/>
                <p:nvPr/>
              </p:nvSpPr>
              <p:spPr>
                <a:xfrm>
                  <a:off x="4431240" y="190620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364" name="Group 315"/>
            <p:cNvGrpSpPr/>
            <p:nvPr/>
          </p:nvGrpSpPr>
          <p:grpSpPr>
            <a:xfrm>
              <a:off x="6264000" y="1941480"/>
              <a:ext cx="532080" cy="364680"/>
              <a:chOff x="6264000" y="1941480"/>
              <a:chExt cx="532080" cy="364680"/>
            </a:xfrm>
          </p:grpSpPr>
          <p:grpSp>
            <p:nvGrpSpPr>
              <p:cNvPr id="5365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5366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67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68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69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70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371" name="Group 44"/>
              <p:cNvGrpSpPr/>
              <p:nvPr/>
            </p:nvGrpSpPr>
            <p:grpSpPr>
              <a:xfrm>
                <a:off x="6361200" y="1941480"/>
                <a:ext cx="308160" cy="364680"/>
                <a:chOff x="6361200" y="1941480"/>
                <a:chExt cx="308160" cy="364680"/>
              </a:xfrm>
            </p:grpSpPr>
            <p:sp>
              <p:nvSpPr>
                <p:cNvPr id="5372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73" name="Text Box 46"/>
                <p:cNvSpPr/>
                <p:nvPr/>
              </p:nvSpPr>
              <p:spPr>
                <a:xfrm>
                  <a:off x="6361200" y="19414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374" name="Group 316"/>
            <p:cNvGrpSpPr/>
            <p:nvPr/>
          </p:nvGrpSpPr>
          <p:grpSpPr>
            <a:xfrm>
              <a:off x="8197200" y="1938960"/>
              <a:ext cx="532080" cy="364680"/>
              <a:chOff x="8197200" y="1938960"/>
              <a:chExt cx="532080" cy="364680"/>
            </a:xfrm>
          </p:grpSpPr>
          <p:grpSp>
            <p:nvGrpSpPr>
              <p:cNvPr id="5375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5376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77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78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79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80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381" name="Group 44"/>
              <p:cNvGrpSpPr/>
              <p:nvPr/>
            </p:nvGrpSpPr>
            <p:grpSpPr>
              <a:xfrm>
                <a:off x="8301600" y="1938960"/>
                <a:ext cx="295560" cy="364680"/>
                <a:chOff x="8301600" y="1938960"/>
                <a:chExt cx="295560" cy="364680"/>
              </a:xfrm>
            </p:grpSpPr>
            <p:sp>
              <p:nvSpPr>
                <p:cNvPr id="5382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83" name="Text Box 46"/>
                <p:cNvSpPr/>
                <p:nvPr/>
              </p:nvSpPr>
              <p:spPr>
                <a:xfrm>
                  <a:off x="8301600" y="1938960"/>
                  <a:ext cx="2955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5384" name="Freeform 182"/>
          <p:cNvSpPr/>
          <p:nvPr/>
        </p:nvSpPr>
        <p:spPr>
          <a:xfrm>
            <a:off x="6774840" y="1106280"/>
            <a:ext cx="2967480" cy="3014280"/>
          </a:xfrm>
          <a:custGeom>
            <a:avLst/>
            <a:gdLst>
              <a:gd name="textAreaLeft" fmla="*/ 0 w 2967480"/>
              <a:gd name="textAreaRight" fmla="*/ 2967840 w 2967480"/>
              <a:gd name="textAreaTop" fmla="*/ 0 h 3014280"/>
              <a:gd name="textAreaBottom" fmla="*/ 3014640 h 3014280"/>
              <a:gd name="GluePoint1X" fmla="*/ 0 w 2967758"/>
              <a:gd name="GluePoint1Y" fmla="*/ 2877901 h 3014570"/>
              <a:gd name="GluePoint2X" fmla="*/ 2919524 w 2967758"/>
              <a:gd name="GluePoint2Y" fmla="*/ 0 h 3014570"/>
              <a:gd name="GluePoint3X" fmla="*/ 2960165 w 2967758"/>
              <a:gd name="GluePoint3Y" fmla="*/ 2583590 h 3014570"/>
              <a:gd name="GluePoint4X" fmla="*/ 50143 w 2967758"/>
              <a:gd name="GluePoint4Y" fmla="*/ 3014570 h 3014570"/>
              <a:gd name="GluePoint5X" fmla="*/ 0 w 2967758"/>
              <a:gd name="GluePoint5Y" fmla="*/ 2877901 h 301457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967758" h="3014570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5" name="Freeform 177"/>
          <p:cNvSpPr/>
          <p:nvPr/>
        </p:nvSpPr>
        <p:spPr>
          <a:xfrm>
            <a:off x="8446320" y="3874320"/>
            <a:ext cx="1238760" cy="2428200"/>
          </a:xfrm>
          <a:custGeom>
            <a:avLst/>
            <a:gdLst>
              <a:gd name="textAreaLeft" fmla="*/ 0 w 1238760"/>
              <a:gd name="textAreaRight" fmla="*/ 1239120 w 1238760"/>
              <a:gd name="textAreaTop" fmla="*/ 0 h 2428200"/>
              <a:gd name="textAreaBottom" fmla="*/ 2428560 h 2428200"/>
              <a:gd name="GluePoint1X" fmla="*/ 360141 w 1568765"/>
              <a:gd name="GluePoint1Y" fmla="*/ 224175 h 2428567"/>
              <a:gd name="GluePoint2X" fmla="*/ 1558933 w 1568765"/>
              <a:gd name="GluePoint2Y" fmla="*/ 0 h 2428567"/>
              <a:gd name="GluePoint3X" fmla="*/ 1568765 w 1568765"/>
              <a:gd name="GluePoint3Y" fmla="*/ 2428567 h 2428567"/>
              <a:gd name="GluePoint4X" fmla="*/ 0 w 1568765"/>
              <a:gd name="GluePoint4Y" fmla="*/ 341506 h 2428567"/>
              <a:gd name="GluePoint5X" fmla="*/ 360141 w 1568765"/>
              <a:gd name="GluePoint5Y" fmla="*/ 224175 h 24285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568765" h="2428567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386" name="Group 178"/>
          <p:cNvGrpSpPr/>
          <p:nvPr/>
        </p:nvGrpSpPr>
        <p:grpSpPr>
          <a:xfrm>
            <a:off x="9657000" y="3846960"/>
            <a:ext cx="1149120" cy="4158720"/>
            <a:chOff x="9657000" y="3846960"/>
            <a:chExt cx="1149120" cy="4158720"/>
          </a:xfrm>
        </p:grpSpPr>
        <p:sp>
          <p:nvSpPr>
            <p:cNvPr id="5387" name="Rectangle 179"/>
            <p:cNvSpPr/>
            <p:nvPr/>
          </p:nvSpPr>
          <p:spPr>
            <a:xfrm>
              <a:off x="9675720" y="3846960"/>
              <a:ext cx="1130400" cy="2425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388" name="Group 180"/>
            <p:cNvGrpSpPr/>
            <p:nvPr/>
          </p:nvGrpSpPr>
          <p:grpSpPr>
            <a:xfrm>
              <a:off x="9657000" y="3846960"/>
              <a:ext cx="1130040" cy="4158720"/>
              <a:chOff x="9657000" y="3846960"/>
              <a:chExt cx="1130040" cy="4158720"/>
            </a:xfrm>
          </p:grpSpPr>
          <p:sp>
            <p:nvSpPr>
              <p:cNvPr id="5389" name="Rectangle 181"/>
              <p:cNvSpPr/>
              <p:nvPr/>
            </p:nvSpPr>
            <p:spPr>
              <a:xfrm>
                <a:off x="9670320" y="3851280"/>
                <a:ext cx="111672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5390" name="TextBox 213"/>
              <p:cNvSpPr/>
              <p:nvPr/>
            </p:nvSpPr>
            <p:spPr>
              <a:xfrm>
                <a:off x="9657000" y="3846960"/>
                <a:ext cx="1087560" cy="4158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en-US" sz="20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f: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0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391" name="Straight Connector 219"/>
              <p:cNvCxnSpPr/>
              <p:nvPr/>
            </p:nvCxnSpPr>
            <p:spPr>
              <a:xfrm>
                <a:off x="9662040" y="4221360"/>
                <a:ext cx="112428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5392" name="Rectangle 226"/>
              <p:cNvSpPr/>
              <p:nvPr/>
            </p:nvSpPr>
            <p:spPr>
              <a:xfrm>
                <a:off x="9664560" y="3851280"/>
                <a:ext cx="1122480" cy="26204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5393" name="Group 7"/>
          <p:cNvGrpSpPr/>
          <p:nvPr/>
        </p:nvGrpSpPr>
        <p:grpSpPr>
          <a:xfrm>
            <a:off x="9685080" y="1067400"/>
            <a:ext cx="1155240" cy="3191400"/>
            <a:chOff x="9685080" y="1067400"/>
            <a:chExt cx="1155240" cy="3191400"/>
          </a:xfrm>
        </p:grpSpPr>
        <p:sp>
          <p:nvSpPr>
            <p:cNvPr id="5394" name="Rectangle 365"/>
            <p:cNvSpPr/>
            <p:nvPr/>
          </p:nvSpPr>
          <p:spPr>
            <a:xfrm>
              <a:off x="9715320" y="1067400"/>
              <a:ext cx="1125000" cy="2630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395" name="Rectangle 367"/>
            <p:cNvSpPr/>
            <p:nvPr/>
          </p:nvSpPr>
          <p:spPr>
            <a:xfrm>
              <a:off x="9698400" y="1079280"/>
              <a:ext cx="1141200" cy="407520"/>
            </a:xfrm>
            <a:prstGeom prst="rect">
              <a:avLst/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396" name="TextBox 368"/>
            <p:cNvSpPr/>
            <p:nvPr/>
          </p:nvSpPr>
          <p:spPr>
            <a:xfrm>
              <a:off x="9685080" y="1074960"/>
              <a:ext cx="1116720" cy="318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spcAft>
                  <a:spcPts val="400"/>
                </a:spcAft>
              </a:pPr>
              <a:r>
                <a:rPr lang="en-US" sz="20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DV in e: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1600" b="0" u="none" strike="noStrik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(a) =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∞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1600" b="0" u="none" strike="noStrik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(b) = 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1600" b="0" u="none" strike="noStrik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(c) = ∞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1600" b="0" u="none" strike="noStrik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(d) = 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1600" b="0" u="none" strike="noStrik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(e) = 0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1600" b="0" u="none" strike="noStrik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(f) = 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1600" b="0" u="none" strike="noStrik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(g) = ∞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1600" b="0" u="none" strike="noStrik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(h) = 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lang="en-US" sz="1600" b="0" u="none" strike="noStrik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(i) = ∞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397" name="Straight Connector 369"/>
            <p:cNvCxnSpPr/>
            <p:nvPr/>
          </p:nvCxnSpPr>
          <p:spPr>
            <a:xfrm>
              <a:off x="9690120" y="1479600"/>
              <a:ext cx="1149120" cy="360"/>
            </a:xfrm>
            <a:prstGeom prst="straightConnector1">
              <a:avLst/>
            </a:prstGeom>
            <a:ln w="12700">
              <a:solidFill>
                <a:srgbClr val="000000"/>
              </a:solidFill>
            </a:ln>
          </p:spPr>
        </p:cxnSp>
        <p:sp>
          <p:nvSpPr>
            <p:cNvPr id="5398" name="Rectangle 370"/>
            <p:cNvSpPr/>
            <p:nvPr/>
          </p:nvSpPr>
          <p:spPr>
            <a:xfrm>
              <a:off x="9692640" y="1079280"/>
              <a:ext cx="1122480" cy="261612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5399" name="Group 227"/>
          <p:cNvGrpSpPr/>
          <p:nvPr/>
        </p:nvGrpSpPr>
        <p:grpSpPr>
          <a:xfrm>
            <a:off x="2595600" y="4070520"/>
            <a:ext cx="1149120" cy="3976200"/>
            <a:chOff x="2595600" y="4070520"/>
            <a:chExt cx="1149120" cy="3976200"/>
          </a:xfrm>
        </p:grpSpPr>
        <p:sp>
          <p:nvSpPr>
            <p:cNvPr id="5400" name="Rectangle 228"/>
            <p:cNvSpPr/>
            <p:nvPr/>
          </p:nvSpPr>
          <p:spPr>
            <a:xfrm>
              <a:off x="2614320" y="4070520"/>
              <a:ext cx="1130400" cy="2425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401" name="Group 229"/>
            <p:cNvGrpSpPr/>
            <p:nvPr/>
          </p:nvGrpSpPr>
          <p:grpSpPr>
            <a:xfrm>
              <a:off x="2595600" y="4070520"/>
              <a:ext cx="1130040" cy="3976200"/>
              <a:chOff x="2595600" y="4070520"/>
              <a:chExt cx="1130040" cy="3976200"/>
            </a:xfrm>
          </p:grpSpPr>
          <p:sp>
            <p:nvSpPr>
              <p:cNvPr id="5402" name="Rectangle 230"/>
              <p:cNvSpPr/>
              <p:nvPr/>
            </p:nvSpPr>
            <p:spPr>
              <a:xfrm>
                <a:off x="2608920" y="4074840"/>
                <a:ext cx="111672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5403" name="TextBox 231"/>
              <p:cNvSpPr/>
              <p:nvPr/>
            </p:nvSpPr>
            <p:spPr>
              <a:xfrm>
                <a:off x="2595600" y="4070520"/>
                <a:ext cx="1087560" cy="3976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en-US" sz="20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h: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0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404" name="Straight Connector 232"/>
              <p:cNvCxnSpPr/>
              <p:nvPr/>
            </p:nvCxnSpPr>
            <p:spPr>
              <a:xfrm>
                <a:off x="2600640" y="4444920"/>
                <a:ext cx="112428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5405" name="Rectangle 234"/>
              <p:cNvSpPr/>
              <p:nvPr/>
            </p:nvSpPr>
            <p:spPr>
              <a:xfrm>
                <a:off x="2603160" y="4074840"/>
                <a:ext cx="1122480" cy="26204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5406" name="Group 235"/>
          <p:cNvGrpSpPr/>
          <p:nvPr/>
        </p:nvGrpSpPr>
        <p:grpSpPr>
          <a:xfrm>
            <a:off x="2544840" y="1246320"/>
            <a:ext cx="1149120" cy="3732480"/>
            <a:chOff x="2544840" y="1246320"/>
            <a:chExt cx="1149120" cy="3732480"/>
          </a:xfrm>
        </p:grpSpPr>
        <p:sp>
          <p:nvSpPr>
            <p:cNvPr id="5407" name="Rectangle 236"/>
            <p:cNvSpPr/>
            <p:nvPr/>
          </p:nvSpPr>
          <p:spPr>
            <a:xfrm>
              <a:off x="2563560" y="1246320"/>
              <a:ext cx="1130400" cy="2425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408" name="Group 237"/>
            <p:cNvGrpSpPr/>
            <p:nvPr/>
          </p:nvGrpSpPr>
          <p:grpSpPr>
            <a:xfrm>
              <a:off x="2544840" y="1246320"/>
              <a:ext cx="1130040" cy="3732480"/>
              <a:chOff x="2544840" y="1246320"/>
              <a:chExt cx="1130040" cy="3732480"/>
            </a:xfrm>
          </p:grpSpPr>
          <p:sp>
            <p:nvSpPr>
              <p:cNvPr id="5409" name="Rectangle 238"/>
              <p:cNvSpPr/>
              <p:nvPr/>
            </p:nvSpPr>
            <p:spPr>
              <a:xfrm>
                <a:off x="2558160" y="1250280"/>
                <a:ext cx="111672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5410" name="TextBox 239"/>
              <p:cNvSpPr/>
              <p:nvPr/>
            </p:nvSpPr>
            <p:spPr>
              <a:xfrm>
                <a:off x="2544840" y="1246320"/>
                <a:ext cx="1087560" cy="3732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en-US" sz="20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d: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0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∞ 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1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lang="en-US" sz="1600" b="0" u="none" strike="noStrik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lang="en-US" sz="16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411" name="Straight Connector 251"/>
              <p:cNvCxnSpPr/>
              <p:nvPr/>
            </p:nvCxnSpPr>
            <p:spPr>
              <a:xfrm>
                <a:off x="2549880" y="1620360"/>
                <a:ext cx="112428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5412" name="Rectangle 252"/>
              <p:cNvSpPr/>
              <p:nvPr/>
            </p:nvSpPr>
            <p:spPr>
              <a:xfrm>
                <a:off x="2552400" y="1250280"/>
                <a:ext cx="1122480" cy="26204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5413" name="Freeform 8"/>
          <p:cNvSpPr/>
          <p:nvPr/>
        </p:nvSpPr>
        <p:spPr>
          <a:xfrm>
            <a:off x="3677760" y="1280160"/>
            <a:ext cx="853200" cy="2824200"/>
          </a:xfrm>
          <a:custGeom>
            <a:avLst/>
            <a:gdLst>
              <a:gd name="textAreaLeft" fmla="*/ 0 w 853200"/>
              <a:gd name="textAreaRight" fmla="*/ 853560 w 853200"/>
              <a:gd name="textAreaTop" fmla="*/ 0 h 2824200"/>
              <a:gd name="textAreaBottom" fmla="*/ 2824560 h 2824200"/>
              <a:gd name="GluePoint1X" fmla="*/ 680720 w 853440"/>
              <a:gd name="GluePoint1Y" fmla="*/ 2824480 h 2824480"/>
              <a:gd name="GluePoint2X" fmla="*/ 0 w 853440"/>
              <a:gd name="GluePoint2Y" fmla="*/ 2590800 h 2824480"/>
              <a:gd name="GluePoint3X" fmla="*/ 0 w 853440"/>
              <a:gd name="GluePoint3Y" fmla="*/ 0 h 2824480"/>
              <a:gd name="GluePoint4X" fmla="*/ 853440 w 853440"/>
              <a:gd name="GluePoint4Y" fmla="*/ 2631440 h 2824480"/>
              <a:gd name="GluePoint5X" fmla="*/ 680720 w 853440"/>
              <a:gd name="GluePoint5Y" fmla="*/ 2824480 h 2824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853440" h="282448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414" name="Group 282"/>
          <p:cNvGrpSpPr/>
          <p:nvPr/>
        </p:nvGrpSpPr>
        <p:grpSpPr>
          <a:xfrm>
            <a:off x="4336560" y="3833640"/>
            <a:ext cx="4395600" cy="400320"/>
            <a:chOff x="4336560" y="3833640"/>
            <a:chExt cx="4395600" cy="400320"/>
          </a:xfrm>
        </p:grpSpPr>
        <p:grpSp>
          <p:nvGrpSpPr>
            <p:cNvPr id="5415" name="Group 283"/>
            <p:cNvGrpSpPr/>
            <p:nvPr/>
          </p:nvGrpSpPr>
          <p:grpSpPr>
            <a:xfrm>
              <a:off x="4336560" y="3833640"/>
              <a:ext cx="531720" cy="364680"/>
              <a:chOff x="4336560" y="3833640"/>
              <a:chExt cx="531720" cy="364680"/>
            </a:xfrm>
          </p:grpSpPr>
          <p:grpSp>
            <p:nvGrpSpPr>
              <p:cNvPr id="5416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5417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18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19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20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21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22" name="Group 44"/>
              <p:cNvGrpSpPr/>
              <p:nvPr/>
            </p:nvGrpSpPr>
            <p:grpSpPr>
              <a:xfrm>
                <a:off x="4433760" y="3833640"/>
                <a:ext cx="308160" cy="364680"/>
                <a:chOff x="4433760" y="3833640"/>
                <a:chExt cx="308160" cy="364680"/>
              </a:xfrm>
            </p:grpSpPr>
            <p:sp>
              <p:nvSpPr>
                <p:cNvPr id="5423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24" name="Text Box 46"/>
                <p:cNvSpPr/>
                <p:nvPr/>
              </p:nvSpPr>
              <p:spPr>
                <a:xfrm>
                  <a:off x="4433760" y="38336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425" name="Group 284"/>
            <p:cNvGrpSpPr/>
            <p:nvPr/>
          </p:nvGrpSpPr>
          <p:grpSpPr>
            <a:xfrm>
              <a:off x="6266520" y="3869280"/>
              <a:ext cx="532080" cy="364680"/>
              <a:chOff x="6266520" y="3869280"/>
              <a:chExt cx="532080" cy="364680"/>
            </a:xfrm>
          </p:grpSpPr>
          <p:grpSp>
            <p:nvGrpSpPr>
              <p:cNvPr id="5426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5427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28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29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30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31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32" name="Group 44"/>
              <p:cNvGrpSpPr/>
              <p:nvPr/>
            </p:nvGrpSpPr>
            <p:grpSpPr>
              <a:xfrm>
                <a:off x="6364080" y="3869280"/>
                <a:ext cx="308160" cy="364680"/>
                <a:chOff x="6364080" y="3869280"/>
                <a:chExt cx="308160" cy="364680"/>
              </a:xfrm>
            </p:grpSpPr>
            <p:sp>
              <p:nvSpPr>
                <p:cNvPr id="5433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34" name="Text Box 46"/>
                <p:cNvSpPr/>
                <p:nvPr/>
              </p:nvSpPr>
              <p:spPr>
                <a:xfrm>
                  <a:off x="6364080" y="38692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435" name="Group 285"/>
            <p:cNvGrpSpPr/>
            <p:nvPr/>
          </p:nvGrpSpPr>
          <p:grpSpPr>
            <a:xfrm>
              <a:off x="8200080" y="3866760"/>
              <a:ext cx="532080" cy="364680"/>
              <a:chOff x="8200080" y="3866760"/>
              <a:chExt cx="532080" cy="364680"/>
            </a:xfrm>
          </p:grpSpPr>
          <p:grpSp>
            <p:nvGrpSpPr>
              <p:cNvPr id="5436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5437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38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39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40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41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42" name="Group 44"/>
              <p:cNvGrpSpPr/>
              <p:nvPr/>
            </p:nvGrpSpPr>
            <p:grpSpPr>
              <a:xfrm>
                <a:off x="8328960" y="3866760"/>
                <a:ext cx="244440" cy="364680"/>
                <a:chOff x="8328960" y="3866760"/>
                <a:chExt cx="244440" cy="364680"/>
              </a:xfrm>
            </p:grpSpPr>
            <p:sp>
              <p:nvSpPr>
                <p:cNvPr id="5443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44" name="Text Box 46"/>
                <p:cNvSpPr/>
                <p:nvPr/>
              </p:nvSpPr>
              <p:spPr>
                <a:xfrm>
                  <a:off x="8328960" y="3866760"/>
                  <a:ext cx="244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5445" name="Freeform 253"/>
          <p:cNvSpPr/>
          <p:nvPr/>
        </p:nvSpPr>
        <p:spPr>
          <a:xfrm>
            <a:off x="3728880" y="4114800"/>
            <a:ext cx="2722680" cy="2559960"/>
          </a:xfrm>
          <a:custGeom>
            <a:avLst/>
            <a:gdLst>
              <a:gd name="textAreaLeft" fmla="*/ 0 w 2722680"/>
              <a:gd name="textAreaRight" fmla="*/ 2723040 w 2722680"/>
              <a:gd name="textAreaTop" fmla="*/ 0 h 2559960"/>
              <a:gd name="textAreaBottom" fmla="*/ 2560320 h 2559960"/>
              <a:gd name="GluePoint1X" fmla="*/ 2550160 w 2722880"/>
              <a:gd name="GluePoint1Y" fmla="*/ 1950720 h 2560320"/>
              <a:gd name="GluePoint2X" fmla="*/ 20320 w 2722880"/>
              <a:gd name="GluePoint2Y" fmla="*/ 2560320 h 2560320"/>
              <a:gd name="GluePoint3X" fmla="*/ 0 w 2722880"/>
              <a:gd name="GluePoint3Y" fmla="*/ 0 h 2560320"/>
              <a:gd name="GluePoint4X" fmla="*/ 2722880 w 2722880"/>
              <a:gd name="GluePoint4Y" fmla="*/ 1757680 h 2560320"/>
              <a:gd name="GluePoint5X" fmla="*/ 2550160 w 2722880"/>
              <a:gd name="GluePoint5Y" fmla="*/ 1950720 h 2560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722880" h="256032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446" name="Group 1033"/>
          <p:cNvGrpSpPr/>
          <p:nvPr/>
        </p:nvGrpSpPr>
        <p:grpSpPr>
          <a:xfrm>
            <a:off x="4333680" y="5772240"/>
            <a:ext cx="4395600" cy="400320"/>
            <a:chOff x="4333680" y="5772240"/>
            <a:chExt cx="4395600" cy="400320"/>
          </a:xfrm>
        </p:grpSpPr>
        <p:grpSp>
          <p:nvGrpSpPr>
            <p:cNvPr id="5447" name="Group 183"/>
            <p:cNvGrpSpPr/>
            <p:nvPr/>
          </p:nvGrpSpPr>
          <p:grpSpPr>
            <a:xfrm>
              <a:off x="4333680" y="5772240"/>
              <a:ext cx="532080" cy="364680"/>
              <a:chOff x="4333680" y="5772240"/>
              <a:chExt cx="532080" cy="364680"/>
            </a:xfrm>
          </p:grpSpPr>
          <p:grpSp>
            <p:nvGrpSpPr>
              <p:cNvPr id="5448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5449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50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51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52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53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54" name="Group 44"/>
              <p:cNvGrpSpPr/>
              <p:nvPr/>
            </p:nvGrpSpPr>
            <p:grpSpPr>
              <a:xfrm>
                <a:off x="4431240" y="5772240"/>
                <a:ext cx="308160" cy="364680"/>
                <a:chOff x="4431240" y="5772240"/>
                <a:chExt cx="308160" cy="364680"/>
              </a:xfrm>
            </p:grpSpPr>
            <p:sp>
              <p:nvSpPr>
                <p:cNvPr id="5455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56" name="Text Box 46"/>
                <p:cNvSpPr/>
                <p:nvPr/>
              </p:nvSpPr>
              <p:spPr>
                <a:xfrm>
                  <a:off x="4431240" y="577224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457" name="Group 184"/>
            <p:cNvGrpSpPr/>
            <p:nvPr/>
          </p:nvGrpSpPr>
          <p:grpSpPr>
            <a:xfrm>
              <a:off x="6264000" y="5807880"/>
              <a:ext cx="532080" cy="364680"/>
              <a:chOff x="6264000" y="5807880"/>
              <a:chExt cx="532080" cy="364680"/>
            </a:xfrm>
          </p:grpSpPr>
          <p:grpSp>
            <p:nvGrpSpPr>
              <p:cNvPr id="5458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5459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0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1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2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3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64" name="Group 44"/>
              <p:cNvGrpSpPr/>
              <p:nvPr/>
            </p:nvGrpSpPr>
            <p:grpSpPr>
              <a:xfrm>
                <a:off x="6361200" y="5807880"/>
                <a:ext cx="308160" cy="364680"/>
                <a:chOff x="6361200" y="5807880"/>
                <a:chExt cx="308160" cy="364680"/>
              </a:xfrm>
            </p:grpSpPr>
            <p:sp>
              <p:nvSpPr>
                <p:cNvPr id="5465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6" name="Text Box 46"/>
                <p:cNvSpPr/>
                <p:nvPr/>
              </p:nvSpPr>
              <p:spPr>
                <a:xfrm>
                  <a:off x="6361200" y="5807880"/>
                  <a:ext cx="30816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467" name="Group 185"/>
            <p:cNvGrpSpPr/>
            <p:nvPr/>
          </p:nvGrpSpPr>
          <p:grpSpPr>
            <a:xfrm>
              <a:off x="8197200" y="5805360"/>
              <a:ext cx="532080" cy="364680"/>
              <a:chOff x="8197200" y="5805360"/>
              <a:chExt cx="532080" cy="364680"/>
            </a:xfrm>
          </p:grpSpPr>
          <p:grpSp>
            <p:nvGrpSpPr>
              <p:cNvPr id="5468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5469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0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1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2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3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74" name="Group 44"/>
              <p:cNvGrpSpPr/>
              <p:nvPr/>
            </p:nvGrpSpPr>
            <p:grpSpPr>
              <a:xfrm>
                <a:off x="8332560" y="5805360"/>
                <a:ext cx="231840" cy="364680"/>
                <a:chOff x="8332560" y="5805360"/>
                <a:chExt cx="231840" cy="364680"/>
              </a:xfrm>
            </p:grpSpPr>
            <p:sp>
              <p:nvSpPr>
                <p:cNvPr id="5475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6" name="Text Box 46"/>
                <p:cNvSpPr/>
                <p:nvPr/>
              </p:nvSpPr>
              <p:spPr>
                <a:xfrm>
                  <a:off x="8332560" y="5805360"/>
                  <a:ext cx="2318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5477" name="Rectangle 254"/>
          <p:cNvSpPr/>
          <p:nvPr/>
        </p:nvSpPr>
        <p:spPr>
          <a:xfrm>
            <a:off x="4764960" y="2611080"/>
            <a:ext cx="3535200" cy="639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Q: what is new DV computed in e at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t=1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8" name="Right Arrow 255"/>
          <p:cNvSpPr/>
          <p:nvPr/>
        </p:nvSpPr>
        <p:spPr>
          <a:xfrm flipV="1" rot="5400000">
            <a:off x="6297480" y="34563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9" name="Right Arrow 256"/>
          <p:cNvSpPr/>
          <p:nvPr/>
        </p:nvSpPr>
        <p:spPr>
          <a:xfrm flipV="1" rot="16200000">
            <a:off x="6312600" y="44539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0" name="Right Arrow 257"/>
          <p:cNvSpPr/>
          <p:nvPr/>
        </p:nvSpPr>
        <p:spPr>
          <a:xfrm flipH="1" rot="10800000">
            <a:off x="5651640" y="39052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1" name="Right Arrow 258"/>
          <p:cNvSpPr/>
          <p:nvPr/>
        </p:nvSpPr>
        <p:spPr>
          <a:xfrm flipH="1">
            <a:off x="6832440" y="39121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482" name="Group 259"/>
          <p:cNvGrpSpPr/>
          <p:nvPr/>
        </p:nvGrpSpPr>
        <p:grpSpPr>
          <a:xfrm>
            <a:off x="6039720" y="3567600"/>
            <a:ext cx="1233360" cy="1022040"/>
            <a:chOff x="6039720" y="3567600"/>
            <a:chExt cx="1233360" cy="1022040"/>
          </a:xfrm>
        </p:grpSpPr>
        <p:sp>
          <p:nvSpPr>
            <p:cNvPr id="5483" name="Freeform 260"/>
            <p:cNvSpPr/>
            <p:nvPr/>
          </p:nvSpPr>
          <p:spPr>
            <a:xfrm>
              <a:off x="6039720" y="3567600"/>
              <a:ext cx="1195560" cy="1022040"/>
            </a:xfrm>
            <a:custGeom>
              <a:avLst/>
              <a:gdLst>
                <a:gd name="textAreaLeft" fmla="*/ 0 w 1195560"/>
                <a:gd name="textAreaRight" fmla="*/ 1195920 w 1195560"/>
                <a:gd name="textAreaTop" fmla="*/ 0 h 1022040"/>
                <a:gd name="textAreaBottom" fmla="*/ 1022400 h 1022040"/>
                <a:gd name="GluePoint1X" fmla="*/ 1416106 w 2820074"/>
                <a:gd name="GluePoint1Y" fmla="*/ 606903 h 2290046"/>
                <a:gd name="GluePoint2X" fmla="*/ 1096471 w 2820074"/>
                <a:gd name="GluePoint2Y" fmla="*/ 222531 h 2290046"/>
                <a:gd name="GluePoint3X" fmla="*/ 954860 w 2820074"/>
                <a:gd name="GluePoint3Y" fmla="*/ 667593 h 2290046"/>
                <a:gd name="GluePoint4X" fmla="*/ 89012 w 2820074"/>
                <a:gd name="GluePoint4Y" fmla="*/ 242761 h 2290046"/>
                <a:gd name="GluePoint5X" fmla="*/ 610948 w 2820074"/>
                <a:gd name="GluePoint5Y" fmla="*/ 797066 h 2290046"/>
                <a:gd name="GluePoint6X" fmla="*/ 0 w 2820074"/>
                <a:gd name="GluePoint6Y" fmla="*/ 902262 h 2290046"/>
                <a:gd name="GluePoint7X" fmla="*/ 481476 w 2820074"/>
                <a:gd name="GluePoint7Y" fmla="*/ 1246174 h 2290046"/>
                <a:gd name="GluePoint8X" fmla="*/ 36414 w 2820074"/>
                <a:gd name="GluePoint8Y" fmla="*/ 1533441 h 2290046"/>
                <a:gd name="GluePoint9X" fmla="*/ 760651 w 2820074"/>
                <a:gd name="GluePoint9Y" fmla="*/ 1476797 h 2290046"/>
                <a:gd name="GluePoint10X" fmla="*/ 623086 w 2820074"/>
                <a:gd name="GluePoint10Y" fmla="*/ 1869260 h 2290046"/>
                <a:gd name="GluePoint11X" fmla="*/ 1003412 w 2820074"/>
                <a:gd name="GluePoint11Y" fmla="*/ 1658867 h 2290046"/>
                <a:gd name="GluePoint12X" fmla="*/ 1104563 w 2820074"/>
                <a:gd name="GluePoint12Y" fmla="*/ 2290046 h 2290046"/>
                <a:gd name="GluePoint13X" fmla="*/ 1383738 w 2820074"/>
                <a:gd name="GluePoint13Y" fmla="*/ 1569855 h 2290046"/>
                <a:gd name="GluePoint14X" fmla="*/ 1743833 w 2820074"/>
                <a:gd name="GluePoint14Y" fmla="*/ 2091791 h 2290046"/>
                <a:gd name="GluePoint15X" fmla="*/ 1836892 w 2820074"/>
                <a:gd name="GluePoint15Y" fmla="*/ 1529395 h 2290046"/>
                <a:gd name="GluePoint16X" fmla="*/ 2375012 w 2820074"/>
                <a:gd name="GluePoint16Y" fmla="*/ 1889491 h 2290046"/>
                <a:gd name="GluePoint17X" fmla="*/ 2209125 w 2820074"/>
                <a:gd name="GluePoint17Y" fmla="*/ 1351370 h 2290046"/>
                <a:gd name="GluePoint18X" fmla="*/ 2820074 w 2820074"/>
                <a:gd name="GluePoint18Y" fmla="*/ 1399922 h 2290046"/>
                <a:gd name="GluePoint19X" fmla="*/ 2310276 w 2820074"/>
                <a:gd name="GluePoint19Y" fmla="*/ 1092425 h 2290046"/>
                <a:gd name="GluePoint20X" fmla="*/ 2775568 w 2820074"/>
                <a:gd name="GluePoint20Y" fmla="*/ 837526 h 2290046"/>
                <a:gd name="GluePoint21X" fmla="*/ 2196987 w 2820074"/>
                <a:gd name="GluePoint21Y" fmla="*/ 768744 h 2290046"/>
                <a:gd name="GluePoint22X" fmla="*/ 2427610 w 2820074"/>
                <a:gd name="GluePoint22Y" fmla="*/ 441016 h 2290046"/>
                <a:gd name="GluePoint23X" fmla="*/ 1844984 w 2820074"/>
                <a:gd name="GluePoint23Y" fmla="*/ 546213 h 2290046"/>
                <a:gd name="GluePoint24X" fmla="*/ 1901628 w 2820074"/>
                <a:gd name="GluePoint24Y" fmla="*/ 0 h 2290046"/>
                <a:gd name="GluePoint25X" fmla="*/ 1416106 w 2820074"/>
                <a:gd name="GluePoint25Y" fmla="*/ 606903 h 22900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484" name="TextBox 261"/>
            <p:cNvSpPr/>
            <p:nvPr/>
          </p:nvSpPr>
          <p:spPr>
            <a:xfrm>
              <a:off x="6138000" y="3852720"/>
              <a:ext cx="11350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compute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518" dur="indefinite" restart="never" nodeType="tmRoot">
          <p:childTnLst>
            <p:seq>
              <p:cTn id="1519" dur="indefinite" nodeType="mainSeq">
                <p:childTnLst>
                  <p:par>
                    <p:cTn id="1520" fill="hold">
                      <p:stCondLst>
                        <p:cond delay="indefinite"/>
                      </p:stCondLst>
                      <p:childTnLst>
                        <p:par>
                          <p:cTn id="1521" fill="hold">
                            <p:stCondLst>
                              <p:cond delay="0"/>
                            </p:stCondLst>
                            <p:childTnLst>
                              <p:par>
                                <p:cTn id="152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24" dur="500"/>
                                        <p:tgtEl>
                                          <p:spTgt spid="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5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27" dur="1000"/>
                                        <p:tgtEl>
                                          <p:spTgt spid="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8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530" dur="1000"/>
                                        <p:tgtEl>
                                          <p:spTgt spid="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1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533" dur="1000"/>
                                        <p:tgtEl>
                                          <p:spTgt spid="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4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36" dur="1000"/>
                                        <p:tgtEl>
                                          <p:spTgt spid="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8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40" dur="500"/>
                                        <p:tgtEl>
                                          <p:spTgt spid="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1" fill="hold">
                      <p:stCondLst>
                        <p:cond delay="indefinite"/>
                      </p:stCondLst>
                      <p:childTnLst>
                        <p:par>
                          <p:cTn id="1542" fill="hold">
                            <p:stCondLst>
                              <p:cond delay="0"/>
                            </p:stCondLst>
                            <p:childTnLst>
                              <p:par>
                                <p:cTn id="1543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545" dur="500"/>
                                        <p:tgtEl>
                                          <p:spTgt spid="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5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vector: state information diffusion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grpSp>
        <p:nvGrpSpPr>
          <p:cNvPr id="5486" name="Group 8"/>
          <p:cNvGrpSpPr/>
          <p:nvPr/>
        </p:nvGrpSpPr>
        <p:grpSpPr>
          <a:xfrm>
            <a:off x="660960" y="1850760"/>
            <a:ext cx="4436280" cy="366840"/>
            <a:chOff x="660960" y="1850760"/>
            <a:chExt cx="4436280" cy="366840"/>
          </a:xfrm>
        </p:grpSpPr>
        <p:grpSp>
          <p:nvGrpSpPr>
            <p:cNvPr id="5487" name="Group 5"/>
            <p:cNvGrpSpPr/>
            <p:nvPr/>
          </p:nvGrpSpPr>
          <p:grpSpPr>
            <a:xfrm>
              <a:off x="660960" y="1851840"/>
              <a:ext cx="948600" cy="365760"/>
              <a:chOff x="660960" y="1851840"/>
              <a:chExt cx="948600" cy="365760"/>
            </a:xfrm>
          </p:grpSpPr>
          <p:sp>
            <p:nvSpPr>
              <p:cNvPr id="5488" name="TextBox 226"/>
              <p:cNvSpPr/>
              <p:nvPr/>
            </p:nvSpPr>
            <p:spPr>
              <a:xfrm>
                <a:off x="1085400" y="1852920"/>
                <a:ext cx="524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t=0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489" name="Group 3"/>
              <p:cNvGrpSpPr/>
              <p:nvPr/>
            </p:nvGrpSpPr>
            <p:grpSpPr>
              <a:xfrm>
                <a:off x="660960" y="1851840"/>
                <a:ext cx="393120" cy="364320"/>
                <a:chOff x="660960" y="1851840"/>
                <a:chExt cx="393120" cy="364320"/>
              </a:xfrm>
            </p:grpSpPr>
            <p:sp>
              <p:nvSpPr>
                <p:cNvPr id="5490" name="Oval 227"/>
                <p:cNvSpPr/>
                <p:nvPr/>
              </p:nvSpPr>
              <p:spPr>
                <a:xfrm>
                  <a:off x="664200" y="1854360"/>
                  <a:ext cx="385920" cy="361080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491" name="Straight Connector 229"/>
                <p:cNvCxnSpPr/>
                <p:nvPr/>
              </p:nvCxnSpPr>
              <p:spPr>
                <a:xfrm>
                  <a:off x="855720" y="1851840"/>
                  <a:ext cx="360" cy="32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492" name="Straight Connector 231"/>
                <p:cNvCxnSpPr/>
                <p:nvPr/>
              </p:nvCxnSpPr>
              <p:spPr>
                <a:xfrm>
                  <a:off x="855720" y="2183400"/>
                  <a:ext cx="360" cy="33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493" name="Straight Connector 232"/>
                <p:cNvCxnSpPr/>
                <p:nvPr/>
              </p:nvCxnSpPr>
              <p:spPr>
                <a:xfrm>
                  <a:off x="660960" y="2035440"/>
                  <a:ext cx="3528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494" name="Straight Connector 233"/>
                <p:cNvCxnSpPr/>
                <p:nvPr/>
              </p:nvCxnSpPr>
              <p:spPr>
                <a:xfrm>
                  <a:off x="1019160" y="2035440"/>
                  <a:ext cx="3528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495" name="Straight Connector 234"/>
                <p:cNvCxnSpPr/>
                <p:nvPr/>
              </p:nvCxnSpPr>
              <p:spPr>
                <a:xfrm>
                  <a:off x="942480" y="217080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496" name="Straight Connector 238"/>
                <p:cNvCxnSpPr/>
                <p:nvPr/>
              </p:nvCxnSpPr>
              <p:spPr>
                <a:xfrm>
                  <a:off x="757800" y="187668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497" name="Straight Connector 239"/>
                <p:cNvCxnSpPr/>
                <p:nvPr/>
              </p:nvCxnSpPr>
              <p:spPr>
                <a:xfrm flipH="1">
                  <a:off x="754200" y="216900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498" name="Straight Connector 240"/>
                <p:cNvCxnSpPr/>
                <p:nvPr/>
              </p:nvCxnSpPr>
              <p:spPr>
                <a:xfrm flipH="1">
                  <a:off x="938880" y="187488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499" name="Straight Connector 241"/>
                <p:cNvCxnSpPr/>
                <p:nvPr/>
              </p:nvCxnSpPr>
              <p:spPr>
                <a:xfrm flipH="1">
                  <a:off x="1004760" y="1941480"/>
                  <a:ext cx="2124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500" name="Straight Connector 246"/>
                <p:cNvCxnSpPr/>
                <p:nvPr/>
              </p:nvCxnSpPr>
              <p:spPr>
                <a:xfrm flipH="1">
                  <a:off x="690480" y="2112480"/>
                  <a:ext cx="2124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501" name="Straight Connector 247"/>
                <p:cNvCxnSpPr/>
                <p:nvPr/>
              </p:nvCxnSpPr>
              <p:spPr>
                <a:xfrm flipH="1" flipV="1">
                  <a:off x="695880" y="1943280"/>
                  <a:ext cx="21240" cy="14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502" name="Straight Connector 248"/>
                <p:cNvCxnSpPr/>
                <p:nvPr/>
              </p:nvCxnSpPr>
              <p:spPr>
                <a:xfrm flipH="1" flipV="1">
                  <a:off x="1004760" y="2114280"/>
                  <a:ext cx="21240" cy="14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sp>
              <p:nvSpPr>
                <p:cNvPr id="5503" name="Oval 249"/>
                <p:cNvSpPr/>
                <p:nvPr/>
              </p:nvSpPr>
              <p:spPr>
                <a:xfrm>
                  <a:off x="831960" y="2012760"/>
                  <a:ext cx="47160" cy="4644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12240" rIns="90000" bIns="-1224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504" name="Straight Connector 251"/>
                <p:cNvCxnSpPr/>
                <p:nvPr/>
              </p:nvCxnSpPr>
              <p:spPr>
                <a:xfrm>
                  <a:off x="855720" y="1907640"/>
                  <a:ext cx="360" cy="111960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</a:ln>
              </p:spPr>
            </p:cxnSp>
          </p:grpSp>
        </p:grpSp>
        <p:sp>
          <p:nvSpPr>
            <p:cNvPr id="5505" name="TextBox 254"/>
            <p:cNvSpPr/>
            <p:nvPr/>
          </p:nvSpPr>
          <p:spPr>
            <a:xfrm flipH="1">
              <a:off x="1653480" y="1850760"/>
              <a:ext cx="34434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c’s state at t=0 is at c only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506" name="Group 7"/>
          <p:cNvGrpSpPr/>
          <p:nvPr/>
        </p:nvGrpSpPr>
        <p:grpSpPr>
          <a:xfrm>
            <a:off x="7171560" y="2007720"/>
            <a:ext cx="4435560" cy="4381200"/>
            <a:chOff x="7171560" y="2007720"/>
            <a:chExt cx="4435560" cy="4381200"/>
          </a:xfrm>
        </p:grpSpPr>
        <p:cxnSp>
          <p:nvCxnSpPr>
            <p:cNvPr id="5507" name="Straight Connector 81"/>
            <p:cNvCxnSpPr>
              <a:stCxn id="5508" idx="2"/>
              <a:endCxn id="5508" idx="0"/>
            </p:cNvCxnSpPr>
            <p:nvPr/>
          </p:nvCxnSpPr>
          <p:spPr>
            <a:xfrm flipV="1">
              <a:off x="9405360" y="2230560"/>
              <a:ext cx="360" cy="3863160"/>
            </a:xfrm>
            <a:prstGeom prst="straightConnector1">
              <a:avLst/>
            </a:prstGeom>
            <a:ln w="12700">
              <a:solidFill>
                <a:srgbClr val="000000"/>
              </a:solidFill>
            </a:ln>
          </p:spPr>
        </p:cxnSp>
        <p:cxnSp>
          <p:nvCxnSpPr>
            <p:cNvPr id="5509" name="Straight Connector 95"/>
            <p:cNvCxnSpPr>
              <a:stCxn id="5508" idx="1"/>
              <a:endCxn id="5508" idx="3"/>
            </p:cNvCxnSpPr>
            <p:nvPr/>
          </p:nvCxnSpPr>
          <p:spPr>
            <a:xfrm>
              <a:off x="7473960" y="4161960"/>
              <a:ext cx="3863160" cy="360"/>
            </a:xfrm>
            <a:prstGeom prst="straightConnector1">
              <a:avLst/>
            </a:prstGeom>
            <a:ln w="12700">
              <a:solidFill>
                <a:srgbClr val="000000"/>
              </a:solidFill>
            </a:ln>
          </p:spPr>
        </p:cxnSp>
        <p:sp>
          <p:nvSpPr>
            <p:cNvPr id="5508" name="Rectangle 75"/>
            <p:cNvSpPr/>
            <p:nvPr/>
          </p:nvSpPr>
          <p:spPr>
            <a:xfrm>
              <a:off x="7473960" y="2230560"/>
              <a:ext cx="3862800" cy="38628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10" name="Rectangle 149"/>
            <p:cNvSpPr/>
            <p:nvPr/>
          </p:nvSpPr>
          <p:spPr>
            <a:xfrm>
              <a:off x="11255760" y="2302200"/>
              <a:ext cx="132120" cy="185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511" name="Group 1033"/>
            <p:cNvGrpSpPr/>
            <p:nvPr/>
          </p:nvGrpSpPr>
          <p:grpSpPr>
            <a:xfrm>
              <a:off x="7209000" y="5873760"/>
              <a:ext cx="4395600" cy="400320"/>
              <a:chOff x="7209000" y="5873760"/>
              <a:chExt cx="4395600" cy="400320"/>
            </a:xfrm>
          </p:grpSpPr>
          <p:grpSp>
            <p:nvGrpSpPr>
              <p:cNvPr id="5512" name="Group 183"/>
              <p:cNvGrpSpPr/>
              <p:nvPr/>
            </p:nvGrpSpPr>
            <p:grpSpPr>
              <a:xfrm>
                <a:off x="7209000" y="5873760"/>
                <a:ext cx="532080" cy="364680"/>
                <a:chOff x="7209000" y="5873760"/>
                <a:chExt cx="532080" cy="364680"/>
              </a:xfrm>
            </p:grpSpPr>
            <p:grpSp>
              <p:nvGrpSpPr>
                <p:cNvPr id="5513" name="Group 204"/>
                <p:cNvGrpSpPr/>
                <p:nvPr/>
              </p:nvGrpSpPr>
              <p:grpSpPr>
                <a:xfrm>
                  <a:off x="7209000" y="5944320"/>
                  <a:ext cx="532080" cy="271440"/>
                  <a:chOff x="7209000" y="5944320"/>
                  <a:chExt cx="532080" cy="271440"/>
                </a:xfrm>
              </p:grpSpPr>
              <p:sp>
                <p:nvSpPr>
                  <p:cNvPr id="5514" name="Oval 5"/>
                  <p:cNvSpPr/>
                  <p:nvPr/>
                </p:nvSpPr>
                <p:spPr>
                  <a:xfrm>
                    <a:off x="7214040" y="6066360"/>
                    <a:ext cx="526320" cy="14940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15" name="Line 6"/>
                  <p:cNvSpPr/>
                  <p:nvPr/>
                </p:nvSpPr>
                <p:spPr>
                  <a:xfrm>
                    <a:off x="7214040" y="605340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16" name="Line 7"/>
                  <p:cNvSpPr/>
                  <p:nvPr/>
                </p:nvSpPr>
                <p:spPr>
                  <a:xfrm>
                    <a:off x="7740720" y="605340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17" name="Rectangle 8"/>
                  <p:cNvSpPr/>
                  <p:nvPr/>
                </p:nvSpPr>
                <p:spPr>
                  <a:xfrm>
                    <a:off x="7214040" y="6053400"/>
                    <a:ext cx="521280" cy="903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18" name="Oval 9"/>
                  <p:cNvSpPr/>
                  <p:nvPr/>
                </p:nvSpPr>
                <p:spPr>
                  <a:xfrm>
                    <a:off x="7209000" y="5944320"/>
                    <a:ext cx="526320" cy="17532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5519" name="Group 44"/>
                <p:cNvGrpSpPr/>
                <p:nvPr/>
              </p:nvGrpSpPr>
              <p:grpSpPr>
                <a:xfrm>
                  <a:off x="7306200" y="5873760"/>
                  <a:ext cx="308160" cy="364680"/>
                  <a:chOff x="7306200" y="5873760"/>
                  <a:chExt cx="308160" cy="364680"/>
                </a:xfrm>
              </p:grpSpPr>
              <p:sp>
                <p:nvSpPr>
                  <p:cNvPr id="5520" name="Rectangle 45"/>
                  <p:cNvSpPr/>
                  <p:nvPr/>
                </p:nvSpPr>
                <p:spPr>
                  <a:xfrm>
                    <a:off x="7356600" y="5992560"/>
                    <a:ext cx="198000" cy="18432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21" name="Text Box 46"/>
                  <p:cNvSpPr/>
                  <p:nvPr/>
                </p:nvSpPr>
                <p:spPr>
                  <a:xfrm>
                    <a:off x="7306200" y="5873760"/>
                    <a:ext cx="30816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g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5522" name="Group 184"/>
              <p:cNvGrpSpPr/>
              <p:nvPr/>
            </p:nvGrpSpPr>
            <p:grpSpPr>
              <a:xfrm>
                <a:off x="9139320" y="5909400"/>
                <a:ext cx="532080" cy="364680"/>
                <a:chOff x="9139320" y="5909400"/>
                <a:chExt cx="532080" cy="364680"/>
              </a:xfrm>
            </p:grpSpPr>
            <p:grpSp>
              <p:nvGrpSpPr>
                <p:cNvPr id="5523" name="Group 195"/>
                <p:cNvGrpSpPr/>
                <p:nvPr/>
              </p:nvGrpSpPr>
              <p:grpSpPr>
                <a:xfrm>
                  <a:off x="9139320" y="5951880"/>
                  <a:ext cx="532080" cy="271440"/>
                  <a:chOff x="9139320" y="5951880"/>
                  <a:chExt cx="532080" cy="271440"/>
                </a:xfrm>
              </p:grpSpPr>
              <p:sp>
                <p:nvSpPr>
                  <p:cNvPr id="5524" name="Oval 5"/>
                  <p:cNvSpPr/>
                  <p:nvPr/>
                </p:nvSpPr>
                <p:spPr>
                  <a:xfrm>
                    <a:off x="9144360" y="6073920"/>
                    <a:ext cx="526320" cy="14940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25" name="Line 6"/>
                  <p:cNvSpPr/>
                  <p:nvPr/>
                </p:nvSpPr>
                <p:spPr>
                  <a:xfrm>
                    <a:off x="9144000" y="606096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26" name="Line 7"/>
                  <p:cNvSpPr/>
                  <p:nvPr/>
                </p:nvSpPr>
                <p:spPr>
                  <a:xfrm>
                    <a:off x="9671040" y="606096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27" name="Rectangle 8"/>
                  <p:cNvSpPr/>
                  <p:nvPr/>
                </p:nvSpPr>
                <p:spPr>
                  <a:xfrm>
                    <a:off x="9144360" y="6060960"/>
                    <a:ext cx="521280" cy="903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28" name="Oval 9"/>
                  <p:cNvSpPr/>
                  <p:nvPr/>
                </p:nvSpPr>
                <p:spPr>
                  <a:xfrm>
                    <a:off x="9139320" y="5951880"/>
                    <a:ext cx="526320" cy="17532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5529" name="Group 44"/>
                <p:cNvGrpSpPr/>
                <p:nvPr/>
              </p:nvGrpSpPr>
              <p:grpSpPr>
                <a:xfrm>
                  <a:off x="9236520" y="5909400"/>
                  <a:ext cx="308160" cy="364680"/>
                  <a:chOff x="9236520" y="5909400"/>
                  <a:chExt cx="308160" cy="364680"/>
                </a:xfrm>
              </p:grpSpPr>
              <p:sp>
                <p:nvSpPr>
                  <p:cNvPr id="5530" name="Rectangle 45"/>
                  <p:cNvSpPr/>
                  <p:nvPr/>
                </p:nvSpPr>
                <p:spPr>
                  <a:xfrm>
                    <a:off x="9286560" y="6000120"/>
                    <a:ext cx="198000" cy="18432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31" name="Text Box 46"/>
                  <p:cNvSpPr/>
                  <p:nvPr/>
                </p:nvSpPr>
                <p:spPr>
                  <a:xfrm>
                    <a:off x="9236520" y="5909400"/>
                    <a:ext cx="30816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h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5532" name="Group 185"/>
              <p:cNvGrpSpPr/>
              <p:nvPr/>
            </p:nvGrpSpPr>
            <p:grpSpPr>
              <a:xfrm>
                <a:off x="11072520" y="5906880"/>
                <a:ext cx="532080" cy="364680"/>
                <a:chOff x="11072520" y="5906880"/>
                <a:chExt cx="532080" cy="364680"/>
              </a:xfrm>
            </p:grpSpPr>
            <p:grpSp>
              <p:nvGrpSpPr>
                <p:cNvPr id="5533" name="Group 186"/>
                <p:cNvGrpSpPr/>
                <p:nvPr/>
              </p:nvGrpSpPr>
              <p:grpSpPr>
                <a:xfrm>
                  <a:off x="11072520" y="5949360"/>
                  <a:ext cx="532080" cy="271800"/>
                  <a:chOff x="11072520" y="5949360"/>
                  <a:chExt cx="532080" cy="271800"/>
                </a:xfrm>
              </p:grpSpPr>
              <p:sp>
                <p:nvSpPr>
                  <p:cNvPr id="5534" name="Oval 5"/>
                  <p:cNvSpPr/>
                  <p:nvPr/>
                </p:nvSpPr>
                <p:spPr>
                  <a:xfrm>
                    <a:off x="11077560" y="6071760"/>
                    <a:ext cx="526320" cy="14940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35" name="Line 6"/>
                  <p:cNvSpPr/>
                  <p:nvPr/>
                </p:nvSpPr>
                <p:spPr>
                  <a:xfrm>
                    <a:off x="11077560" y="605844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36" name="Line 7"/>
                  <p:cNvSpPr/>
                  <p:nvPr/>
                </p:nvSpPr>
                <p:spPr>
                  <a:xfrm>
                    <a:off x="11604240" y="605844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37" name="Rectangle 8"/>
                  <p:cNvSpPr/>
                  <p:nvPr/>
                </p:nvSpPr>
                <p:spPr>
                  <a:xfrm>
                    <a:off x="11077560" y="6058800"/>
                    <a:ext cx="521280" cy="903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38" name="Oval 9"/>
                  <p:cNvSpPr/>
                  <p:nvPr/>
                </p:nvSpPr>
                <p:spPr>
                  <a:xfrm>
                    <a:off x="11072520" y="5949360"/>
                    <a:ext cx="526320" cy="17532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5539" name="Group 44"/>
                <p:cNvGrpSpPr/>
                <p:nvPr/>
              </p:nvGrpSpPr>
              <p:grpSpPr>
                <a:xfrm>
                  <a:off x="11207880" y="5906880"/>
                  <a:ext cx="231840" cy="364680"/>
                  <a:chOff x="11207880" y="5906880"/>
                  <a:chExt cx="231840" cy="364680"/>
                </a:xfrm>
              </p:grpSpPr>
              <p:sp>
                <p:nvSpPr>
                  <p:cNvPr id="5540" name="Rectangle 45"/>
                  <p:cNvSpPr/>
                  <p:nvPr/>
                </p:nvSpPr>
                <p:spPr>
                  <a:xfrm>
                    <a:off x="11220120" y="5997600"/>
                    <a:ext cx="198000" cy="18432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41" name="Text Box 46"/>
                  <p:cNvSpPr/>
                  <p:nvPr/>
                </p:nvSpPr>
                <p:spPr>
                  <a:xfrm>
                    <a:off x="11207880" y="5906880"/>
                    <a:ext cx="23184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i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</p:grpSp>
        <p:sp>
          <p:nvSpPr>
            <p:cNvPr id="5542" name="TextBox 214"/>
            <p:cNvSpPr/>
            <p:nvPr/>
          </p:nvSpPr>
          <p:spPr>
            <a:xfrm>
              <a:off x="7180920" y="2972160"/>
              <a:ext cx="3013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3" name="TextBox 215"/>
            <p:cNvSpPr/>
            <p:nvPr/>
          </p:nvSpPr>
          <p:spPr>
            <a:xfrm>
              <a:off x="9092880" y="2962440"/>
              <a:ext cx="2959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4" name="TextBox 216"/>
            <p:cNvSpPr/>
            <p:nvPr/>
          </p:nvSpPr>
          <p:spPr>
            <a:xfrm>
              <a:off x="7171560" y="4988160"/>
              <a:ext cx="3013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5" name="TextBox 217"/>
            <p:cNvSpPr/>
            <p:nvPr/>
          </p:nvSpPr>
          <p:spPr>
            <a:xfrm>
              <a:off x="9106200" y="4989960"/>
              <a:ext cx="2959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6" name="TextBox 218"/>
            <p:cNvSpPr/>
            <p:nvPr/>
          </p:nvSpPr>
          <p:spPr>
            <a:xfrm>
              <a:off x="11029680" y="4991760"/>
              <a:ext cx="2959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7" name="TextBox 220"/>
            <p:cNvSpPr/>
            <p:nvPr/>
          </p:nvSpPr>
          <p:spPr>
            <a:xfrm>
              <a:off x="8317440" y="4131360"/>
              <a:ext cx="3013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8" name="TextBox 221"/>
            <p:cNvSpPr/>
            <p:nvPr/>
          </p:nvSpPr>
          <p:spPr>
            <a:xfrm>
              <a:off x="10229040" y="4122000"/>
              <a:ext cx="2959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9" name="TextBox 222"/>
            <p:cNvSpPr/>
            <p:nvPr/>
          </p:nvSpPr>
          <p:spPr>
            <a:xfrm>
              <a:off x="8319240" y="6054840"/>
              <a:ext cx="3013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0" name="TextBox 223"/>
            <p:cNvSpPr/>
            <p:nvPr/>
          </p:nvSpPr>
          <p:spPr>
            <a:xfrm>
              <a:off x="10230840" y="6045120"/>
              <a:ext cx="2959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1" name="TextBox 224"/>
            <p:cNvSpPr/>
            <p:nvPr/>
          </p:nvSpPr>
          <p:spPr>
            <a:xfrm>
              <a:off x="8321040" y="2225520"/>
              <a:ext cx="3013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8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2" name="TextBox 225"/>
            <p:cNvSpPr/>
            <p:nvPr/>
          </p:nvSpPr>
          <p:spPr>
            <a:xfrm>
              <a:off x="10233000" y="2215800"/>
              <a:ext cx="29592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3" name="Right Arrow 1031"/>
            <p:cNvSpPr/>
            <p:nvPr/>
          </p:nvSpPr>
          <p:spPr>
            <a:xfrm rot="5400000">
              <a:off x="7275600" y="266292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54" name="Right Arrow 266"/>
            <p:cNvSpPr/>
            <p:nvPr/>
          </p:nvSpPr>
          <p:spPr>
            <a:xfrm rot="16200000">
              <a:off x="7270200" y="357264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55" name="Right Arrow 267"/>
            <p:cNvSpPr/>
            <p:nvPr/>
          </p:nvSpPr>
          <p:spPr>
            <a:xfrm rot="5400000">
              <a:off x="9178200" y="264816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56" name="Right Arrow 268"/>
            <p:cNvSpPr/>
            <p:nvPr/>
          </p:nvSpPr>
          <p:spPr>
            <a:xfrm rot="16200000">
              <a:off x="9172800" y="355788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57" name="Right Arrow 269"/>
            <p:cNvSpPr/>
            <p:nvPr/>
          </p:nvSpPr>
          <p:spPr>
            <a:xfrm rot="5400000">
              <a:off x="7246080" y="456048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58" name="Right Arrow 270"/>
            <p:cNvSpPr/>
            <p:nvPr/>
          </p:nvSpPr>
          <p:spPr>
            <a:xfrm rot="16200000">
              <a:off x="7240680" y="547056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59" name="Right Arrow 271"/>
            <p:cNvSpPr/>
            <p:nvPr/>
          </p:nvSpPr>
          <p:spPr>
            <a:xfrm rot="5400000">
              <a:off x="9187920" y="455544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60" name="Right Arrow 272"/>
            <p:cNvSpPr/>
            <p:nvPr/>
          </p:nvSpPr>
          <p:spPr>
            <a:xfrm rot="16200000">
              <a:off x="9182880" y="546552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61" name="Right Arrow 273"/>
            <p:cNvSpPr/>
            <p:nvPr/>
          </p:nvSpPr>
          <p:spPr>
            <a:xfrm rot="5400000">
              <a:off x="11129760" y="455076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62" name="Right Arrow 274"/>
            <p:cNvSpPr/>
            <p:nvPr/>
          </p:nvSpPr>
          <p:spPr>
            <a:xfrm rot="16200000">
              <a:off x="11124720" y="5460480"/>
              <a:ext cx="638640" cy="15696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3480" rIns="90000" bIns="3348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63" name="Right Arrow 278"/>
            <p:cNvSpPr/>
            <p:nvPr/>
          </p:nvSpPr>
          <p:spPr>
            <a:xfrm rot="10800000">
              <a:off x="10458000" y="593172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564" name="Right Arrow 279"/>
            <p:cNvSpPr/>
            <p:nvPr/>
          </p:nvSpPr>
          <p:spPr>
            <a:xfrm>
              <a:off x="9695160" y="593604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5565" name="Group 282"/>
            <p:cNvGrpSpPr/>
            <p:nvPr/>
          </p:nvGrpSpPr>
          <p:grpSpPr>
            <a:xfrm>
              <a:off x="7211880" y="3935520"/>
              <a:ext cx="4395240" cy="399960"/>
              <a:chOff x="7211880" y="3935520"/>
              <a:chExt cx="4395240" cy="399960"/>
            </a:xfrm>
          </p:grpSpPr>
          <p:grpSp>
            <p:nvGrpSpPr>
              <p:cNvPr id="5566" name="Group 283"/>
              <p:cNvGrpSpPr/>
              <p:nvPr/>
            </p:nvGrpSpPr>
            <p:grpSpPr>
              <a:xfrm>
                <a:off x="7211880" y="3935520"/>
                <a:ext cx="531720" cy="364680"/>
                <a:chOff x="7211880" y="3935520"/>
                <a:chExt cx="531720" cy="364680"/>
              </a:xfrm>
            </p:grpSpPr>
            <p:grpSp>
              <p:nvGrpSpPr>
                <p:cNvPr id="5567" name="Group 304"/>
                <p:cNvGrpSpPr/>
                <p:nvPr/>
              </p:nvGrpSpPr>
              <p:grpSpPr>
                <a:xfrm>
                  <a:off x="7211880" y="4006080"/>
                  <a:ext cx="531720" cy="271440"/>
                  <a:chOff x="7211880" y="4006080"/>
                  <a:chExt cx="531720" cy="271440"/>
                </a:xfrm>
              </p:grpSpPr>
              <p:sp>
                <p:nvSpPr>
                  <p:cNvPr id="5568" name="Oval 5"/>
                  <p:cNvSpPr/>
                  <p:nvPr/>
                </p:nvSpPr>
                <p:spPr>
                  <a:xfrm>
                    <a:off x="7216920" y="4128120"/>
                    <a:ext cx="526320" cy="14940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69" name="Line 6"/>
                  <p:cNvSpPr/>
                  <p:nvPr/>
                </p:nvSpPr>
                <p:spPr>
                  <a:xfrm>
                    <a:off x="7216560" y="4114800"/>
                    <a:ext cx="360" cy="9288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70" name="Line 7"/>
                  <p:cNvSpPr/>
                  <p:nvPr/>
                </p:nvSpPr>
                <p:spPr>
                  <a:xfrm>
                    <a:off x="7743240" y="4114800"/>
                    <a:ext cx="360" cy="9288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71" name="Rectangle 8"/>
                  <p:cNvSpPr/>
                  <p:nvPr/>
                </p:nvSpPr>
                <p:spPr>
                  <a:xfrm>
                    <a:off x="7216920" y="4115160"/>
                    <a:ext cx="521280" cy="903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72" name="Oval 9"/>
                  <p:cNvSpPr/>
                  <p:nvPr/>
                </p:nvSpPr>
                <p:spPr>
                  <a:xfrm>
                    <a:off x="7211880" y="4006080"/>
                    <a:ext cx="526320" cy="17532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5573" name="Group 44"/>
                <p:cNvGrpSpPr/>
                <p:nvPr/>
              </p:nvGrpSpPr>
              <p:grpSpPr>
                <a:xfrm>
                  <a:off x="7309080" y="3935520"/>
                  <a:ext cx="308160" cy="364680"/>
                  <a:chOff x="7309080" y="3935520"/>
                  <a:chExt cx="308160" cy="364680"/>
                </a:xfrm>
              </p:grpSpPr>
              <p:sp>
                <p:nvSpPr>
                  <p:cNvPr id="5574" name="Rectangle 45"/>
                  <p:cNvSpPr/>
                  <p:nvPr/>
                </p:nvSpPr>
                <p:spPr>
                  <a:xfrm>
                    <a:off x="7359120" y="4054320"/>
                    <a:ext cx="198000" cy="18432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75" name="Text Box 46"/>
                  <p:cNvSpPr/>
                  <p:nvPr/>
                </p:nvSpPr>
                <p:spPr>
                  <a:xfrm>
                    <a:off x="7309080" y="3935520"/>
                    <a:ext cx="30816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d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5576" name="Group 284"/>
              <p:cNvGrpSpPr/>
              <p:nvPr/>
            </p:nvGrpSpPr>
            <p:grpSpPr>
              <a:xfrm>
                <a:off x="9141840" y="3970800"/>
                <a:ext cx="532080" cy="364680"/>
                <a:chOff x="9141840" y="3970800"/>
                <a:chExt cx="532080" cy="364680"/>
              </a:xfrm>
            </p:grpSpPr>
            <p:grpSp>
              <p:nvGrpSpPr>
                <p:cNvPr id="5577" name="Group 295"/>
                <p:cNvGrpSpPr/>
                <p:nvPr/>
              </p:nvGrpSpPr>
              <p:grpSpPr>
                <a:xfrm>
                  <a:off x="9141840" y="4013640"/>
                  <a:ext cx="532080" cy="271440"/>
                  <a:chOff x="9141840" y="4013640"/>
                  <a:chExt cx="532080" cy="271440"/>
                </a:xfrm>
              </p:grpSpPr>
              <p:sp>
                <p:nvSpPr>
                  <p:cNvPr id="5578" name="Oval 5"/>
                  <p:cNvSpPr/>
                  <p:nvPr/>
                </p:nvSpPr>
                <p:spPr>
                  <a:xfrm>
                    <a:off x="9146880" y="4135680"/>
                    <a:ext cx="526320" cy="14940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79" name="Line 6"/>
                  <p:cNvSpPr/>
                  <p:nvPr/>
                </p:nvSpPr>
                <p:spPr>
                  <a:xfrm>
                    <a:off x="9146880" y="4122360"/>
                    <a:ext cx="360" cy="9288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80" name="Line 7"/>
                  <p:cNvSpPr/>
                  <p:nvPr/>
                </p:nvSpPr>
                <p:spPr>
                  <a:xfrm>
                    <a:off x="9673560" y="4122360"/>
                    <a:ext cx="360" cy="9288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81" name="Rectangle 8"/>
                  <p:cNvSpPr/>
                  <p:nvPr/>
                </p:nvSpPr>
                <p:spPr>
                  <a:xfrm>
                    <a:off x="9146880" y="4122720"/>
                    <a:ext cx="521280" cy="903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82" name="Oval 9"/>
                  <p:cNvSpPr/>
                  <p:nvPr/>
                </p:nvSpPr>
                <p:spPr>
                  <a:xfrm>
                    <a:off x="9141840" y="4013640"/>
                    <a:ext cx="526320" cy="17532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5583" name="Group 44"/>
                <p:cNvGrpSpPr/>
                <p:nvPr/>
              </p:nvGrpSpPr>
              <p:grpSpPr>
                <a:xfrm>
                  <a:off x="9239040" y="3970800"/>
                  <a:ext cx="308160" cy="364680"/>
                  <a:chOff x="9239040" y="3970800"/>
                  <a:chExt cx="308160" cy="364680"/>
                </a:xfrm>
              </p:grpSpPr>
              <p:sp>
                <p:nvSpPr>
                  <p:cNvPr id="5584" name="Rectangle 45"/>
                  <p:cNvSpPr/>
                  <p:nvPr/>
                </p:nvSpPr>
                <p:spPr>
                  <a:xfrm>
                    <a:off x="9289440" y="4061880"/>
                    <a:ext cx="198000" cy="18432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85" name="Text Box 46"/>
                  <p:cNvSpPr/>
                  <p:nvPr/>
                </p:nvSpPr>
                <p:spPr>
                  <a:xfrm>
                    <a:off x="9239040" y="3970800"/>
                    <a:ext cx="30816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e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5586" name="Group 285"/>
              <p:cNvGrpSpPr/>
              <p:nvPr/>
            </p:nvGrpSpPr>
            <p:grpSpPr>
              <a:xfrm>
                <a:off x="11075400" y="3968280"/>
                <a:ext cx="531720" cy="364680"/>
                <a:chOff x="11075400" y="3968280"/>
                <a:chExt cx="531720" cy="364680"/>
              </a:xfrm>
            </p:grpSpPr>
            <p:grpSp>
              <p:nvGrpSpPr>
                <p:cNvPr id="5587" name="Group 286"/>
                <p:cNvGrpSpPr/>
                <p:nvPr/>
              </p:nvGrpSpPr>
              <p:grpSpPr>
                <a:xfrm>
                  <a:off x="11075400" y="4011120"/>
                  <a:ext cx="531720" cy="271440"/>
                  <a:chOff x="11075400" y="4011120"/>
                  <a:chExt cx="531720" cy="271440"/>
                </a:xfrm>
              </p:grpSpPr>
              <p:sp>
                <p:nvSpPr>
                  <p:cNvPr id="5588" name="Oval 5"/>
                  <p:cNvSpPr/>
                  <p:nvPr/>
                </p:nvSpPr>
                <p:spPr>
                  <a:xfrm>
                    <a:off x="11080440" y="4133160"/>
                    <a:ext cx="526320" cy="14940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89" name="Line 6"/>
                  <p:cNvSpPr/>
                  <p:nvPr/>
                </p:nvSpPr>
                <p:spPr>
                  <a:xfrm>
                    <a:off x="11080080" y="412020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90" name="Line 7"/>
                  <p:cNvSpPr/>
                  <p:nvPr/>
                </p:nvSpPr>
                <p:spPr>
                  <a:xfrm>
                    <a:off x="11606760" y="412020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91" name="Rectangle 8"/>
                  <p:cNvSpPr/>
                  <p:nvPr/>
                </p:nvSpPr>
                <p:spPr>
                  <a:xfrm>
                    <a:off x="11080440" y="4120200"/>
                    <a:ext cx="521280" cy="903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92" name="Oval 9"/>
                  <p:cNvSpPr/>
                  <p:nvPr/>
                </p:nvSpPr>
                <p:spPr>
                  <a:xfrm>
                    <a:off x="11075400" y="4011120"/>
                    <a:ext cx="526320" cy="17532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5593" name="Group 44"/>
                <p:cNvGrpSpPr/>
                <p:nvPr/>
              </p:nvGrpSpPr>
              <p:grpSpPr>
                <a:xfrm>
                  <a:off x="11204280" y="3968280"/>
                  <a:ext cx="244440" cy="364680"/>
                  <a:chOff x="11204280" y="3968280"/>
                  <a:chExt cx="244440" cy="364680"/>
                </a:xfrm>
              </p:grpSpPr>
              <p:sp>
                <p:nvSpPr>
                  <p:cNvPr id="5594" name="Rectangle 45"/>
                  <p:cNvSpPr/>
                  <p:nvPr/>
                </p:nvSpPr>
                <p:spPr>
                  <a:xfrm>
                    <a:off x="11222640" y="4059360"/>
                    <a:ext cx="198000" cy="18432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595" name="Text Box 46"/>
                  <p:cNvSpPr/>
                  <p:nvPr/>
                </p:nvSpPr>
                <p:spPr>
                  <a:xfrm>
                    <a:off x="11204280" y="3968280"/>
                    <a:ext cx="24444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f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</p:grpSp>
        <p:grpSp>
          <p:nvGrpSpPr>
            <p:cNvPr id="5596" name="Group 313"/>
            <p:cNvGrpSpPr/>
            <p:nvPr/>
          </p:nvGrpSpPr>
          <p:grpSpPr>
            <a:xfrm>
              <a:off x="7209000" y="2007720"/>
              <a:ext cx="4395600" cy="399960"/>
              <a:chOff x="7209000" y="2007720"/>
              <a:chExt cx="4395600" cy="399960"/>
            </a:xfrm>
          </p:grpSpPr>
          <p:grpSp>
            <p:nvGrpSpPr>
              <p:cNvPr id="5597" name="Group 314"/>
              <p:cNvGrpSpPr/>
              <p:nvPr/>
            </p:nvGrpSpPr>
            <p:grpSpPr>
              <a:xfrm>
                <a:off x="7209000" y="2007720"/>
                <a:ext cx="532080" cy="364680"/>
                <a:chOff x="7209000" y="2007720"/>
                <a:chExt cx="532080" cy="364680"/>
              </a:xfrm>
            </p:grpSpPr>
            <p:grpSp>
              <p:nvGrpSpPr>
                <p:cNvPr id="5598" name="Group 335"/>
                <p:cNvGrpSpPr/>
                <p:nvPr/>
              </p:nvGrpSpPr>
              <p:grpSpPr>
                <a:xfrm>
                  <a:off x="7209000" y="2078280"/>
                  <a:ext cx="532080" cy="271440"/>
                  <a:chOff x="7209000" y="2078280"/>
                  <a:chExt cx="532080" cy="271440"/>
                </a:xfrm>
              </p:grpSpPr>
              <p:sp>
                <p:nvSpPr>
                  <p:cNvPr id="5599" name="Oval 5"/>
                  <p:cNvSpPr/>
                  <p:nvPr/>
                </p:nvSpPr>
                <p:spPr>
                  <a:xfrm>
                    <a:off x="7214040" y="2200320"/>
                    <a:ext cx="526320" cy="14940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00" name="Line 6"/>
                  <p:cNvSpPr/>
                  <p:nvPr/>
                </p:nvSpPr>
                <p:spPr>
                  <a:xfrm>
                    <a:off x="7214040" y="218736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01" name="Line 7"/>
                  <p:cNvSpPr/>
                  <p:nvPr/>
                </p:nvSpPr>
                <p:spPr>
                  <a:xfrm>
                    <a:off x="7740720" y="218736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02" name="Rectangle 8"/>
                  <p:cNvSpPr/>
                  <p:nvPr/>
                </p:nvSpPr>
                <p:spPr>
                  <a:xfrm>
                    <a:off x="7214040" y="2187360"/>
                    <a:ext cx="521280" cy="903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03" name="Oval 9"/>
                  <p:cNvSpPr/>
                  <p:nvPr/>
                </p:nvSpPr>
                <p:spPr>
                  <a:xfrm>
                    <a:off x="7209000" y="2078280"/>
                    <a:ext cx="526320" cy="17532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5604" name="Group 44"/>
                <p:cNvGrpSpPr/>
                <p:nvPr/>
              </p:nvGrpSpPr>
              <p:grpSpPr>
                <a:xfrm>
                  <a:off x="7306200" y="2007720"/>
                  <a:ext cx="308160" cy="364680"/>
                  <a:chOff x="7306200" y="2007720"/>
                  <a:chExt cx="308160" cy="364680"/>
                </a:xfrm>
              </p:grpSpPr>
              <p:sp>
                <p:nvSpPr>
                  <p:cNvPr id="5605" name="Rectangle 45"/>
                  <p:cNvSpPr/>
                  <p:nvPr/>
                </p:nvSpPr>
                <p:spPr>
                  <a:xfrm>
                    <a:off x="7356600" y="2126520"/>
                    <a:ext cx="198000" cy="18432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06" name="Text Box 46"/>
                  <p:cNvSpPr/>
                  <p:nvPr/>
                </p:nvSpPr>
                <p:spPr>
                  <a:xfrm>
                    <a:off x="7306200" y="2007720"/>
                    <a:ext cx="30816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5607" name="Group 315"/>
              <p:cNvGrpSpPr/>
              <p:nvPr/>
            </p:nvGrpSpPr>
            <p:grpSpPr>
              <a:xfrm>
                <a:off x="9139320" y="2043000"/>
                <a:ext cx="532080" cy="364680"/>
                <a:chOff x="9139320" y="2043000"/>
                <a:chExt cx="532080" cy="364680"/>
              </a:xfrm>
            </p:grpSpPr>
            <p:grpSp>
              <p:nvGrpSpPr>
                <p:cNvPr id="5608" name="Group 326"/>
                <p:cNvGrpSpPr/>
                <p:nvPr/>
              </p:nvGrpSpPr>
              <p:grpSpPr>
                <a:xfrm>
                  <a:off x="9139320" y="2085840"/>
                  <a:ext cx="532080" cy="271440"/>
                  <a:chOff x="9139320" y="2085840"/>
                  <a:chExt cx="532080" cy="271440"/>
                </a:xfrm>
              </p:grpSpPr>
              <p:sp>
                <p:nvSpPr>
                  <p:cNvPr id="5609" name="Oval 5"/>
                  <p:cNvSpPr/>
                  <p:nvPr/>
                </p:nvSpPr>
                <p:spPr>
                  <a:xfrm>
                    <a:off x="9144360" y="2207880"/>
                    <a:ext cx="526320" cy="14940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10" name="Line 6"/>
                  <p:cNvSpPr/>
                  <p:nvPr/>
                </p:nvSpPr>
                <p:spPr>
                  <a:xfrm>
                    <a:off x="9144000" y="219492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11" name="Line 7"/>
                  <p:cNvSpPr/>
                  <p:nvPr/>
                </p:nvSpPr>
                <p:spPr>
                  <a:xfrm>
                    <a:off x="9671040" y="219492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12" name="Rectangle 8"/>
                  <p:cNvSpPr/>
                  <p:nvPr/>
                </p:nvSpPr>
                <p:spPr>
                  <a:xfrm>
                    <a:off x="9144360" y="2194920"/>
                    <a:ext cx="521280" cy="903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13" name="Oval 9"/>
                  <p:cNvSpPr/>
                  <p:nvPr/>
                </p:nvSpPr>
                <p:spPr>
                  <a:xfrm>
                    <a:off x="9139320" y="2085840"/>
                    <a:ext cx="526320" cy="17532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5614" name="Group 44"/>
                <p:cNvGrpSpPr/>
                <p:nvPr/>
              </p:nvGrpSpPr>
              <p:grpSpPr>
                <a:xfrm>
                  <a:off x="9236520" y="2043000"/>
                  <a:ext cx="308160" cy="364680"/>
                  <a:chOff x="9236520" y="2043000"/>
                  <a:chExt cx="308160" cy="364680"/>
                </a:xfrm>
              </p:grpSpPr>
              <p:sp>
                <p:nvSpPr>
                  <p:cNvPr id="5615" name="Rectangle 45"/>
                  <p:cNvSpPr/>
                  <p:nvPr/>
                </p:nvSpPr>
                <p:spPr>
                  <a:xfrm>
                    <a:off x="9286560" y="2134080"/>
                    <a:ext cx="198000" cy="18432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16" name="Text Box 46"/>
                  <p:cNvSpPr/>
                  <p:nvPr/>
                </p:nvSpPr>
                <p:spPr>
                  <a:xfrm>
                    <a:off x="9236520" y="2043000"/>
                    <a:ext cx="30816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b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5617" name="Group 316"/>
              <p:cNvGrpSpPr/>
              <p:nvPr/>
            </p:nvGrpSpPr>
            <p:grpSpPr>
              <a:xfrm>
                <a:off x="11072520" y="2040840"/>
                <a:ext cx="532080" cy="364680"/>
                <a:chOff x="11072520" y="2040840"/>
                <a:chExt cx="532080" cy="364680"/>
              </a:xfrm>
            </p:grpSpPr>
            <p:grpSp>
              <p:nvGrpSpPr>
                <p:cNvPr id="5618" name="Group 317"/>
                <p:cNvGrpSpPr/>
                <p:nvPr/>
              </p:nvGrpSpPr>
              <p:grpSpPr>
                <a:xfrm>
                  <a:off x="11072520" y="2083320"/>
                  <a:ext cx="532080" cy="271440"/>
                  <a:chOff x="11072520" y="2083320"/>
                  <a:chExt cx="532080" cy="271440"/>
                </a:xfrm>
              </p:grpSpPr>
              <p:sp>
                <p:nvSpPr>
                  <p:cNvPr id="5619" name="Oval 5"/>
                  <p:cNvSpPr/>
                  <p:nvPr/>
                </p:nvSpPr>
                <p:spPr>
                  <a:xfrm>
                    <a:off x="11077560" y="2205360"/>
                    <a:ext cx="526320" cy="14940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20" name="Line 6"/>
                  <p:cNvSpPr/>
                  <p:nvPr/>
                </p:nvSpPr>
                <p:spPr>
                  <a:xfrm>
                    <a:off x="11077560" y="219240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21" name="Line 7"/>
                  <p:cNvSpPr/>
                  <p:nvPr/>
                </p:nvSpPr>
                <p:spPr>
                  <a:xfrm>
                    <a:off x="11604240" y="2192400"/>
                    <a:ext cx="360" cy="92520"/>
                  </a:xfrm>
                  <a:prstGeom prst="line">
                    <a:avLst/>
                  </a:prstGeom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22" name="Rectangle 8"/>
                  <p:cNvSpPr/>
                  <p:nvPr/>
                </p:nvSpPr>
                <p:spPr>
                  <a:xfrm>
                    <a:off x="11077560" y="2192400"/>
                    <a:ext cx="521280" cy="903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23" name="Oval 9"/>
                  <p:cNvSpPr/>
                  <p:nvPr/>
                </p:nvSpPr>
                <p:spPr>
                  <a:xfrm>
                    <a:off x="11072520" y="2083320"/>
                    <a:ext cx="526320" cy="175320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5624" name="Group 44"/>
                <p:cNvGrpSpPr/>
                <p:nvPr/>
              </p:nvGrpSpPr>
              <p:grpSpPr>
                <a:xfrm>
                  <a:off x="11176920" y="2040840"/>
                  <a:ext cx="295560" cy="364680"/>
                  <a:chOff x="11176920" y="2040840"/>
                  <a:chExt cx="295560" cy="364680"/>
                </a:xfrm>
              </p:grpSpPr>
              <p:sp>
                <p:nvSpPr>
                  <p:cNvPr id="5625" name="Rectangle 45"/>
                  <p:cNvSpPr/>
                  <p:nvPr/>
                </p:nvSpPr>
                <p:spPr>
                  <a:xfrm>
                    <a:off x="11220120" y="2131560"/>
                    <a:ext cx="198000" cy="18432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626" name="Text Box 46"/>
                  <p:cNvSpPr/>
                  <p:nvPr/>
                </p:nvSpPr>
                <p:spPr>
                  <a:xfrm>
                    <a:off x="11176920" y="2040840"/>
                    <a:ext cx="29556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c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</p:grpSp>
        <p:sp>
          <p:nvSpPr>
            <p:cNvPr id="5627" name="Right Arrow 345"/>
            <p:cNvSpPr/>
            <p:nvPr/>
          </p:nvSpPr>
          <p:spPr>
            <a:xfrm rot="10800000">
              <a:off x="8535600" y="594504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28" name="Right Arrow 346"/>
            <p:cNvSpPr/>
            <p:nvPr/>
          </p:nvSpPr>
          <p:spPr>
            <a:xfrm>
              <a:off x="7772760" y="594972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29" name="Right Arrow 347"/>
            <p:cNvSpPr/>
            <p:nvPr/>
          </p:nvSpPr>
          <p:spPr>
            <a:xfrm rot="10800000">
              <a:off x="8527680" y="400680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30" name="Right Arrow 348"/>
            <p:cNvSpPr/>
            <p:nvPr/>
          </p:nvSpPr>
          <p:spPr>
            <a:xfrm>
              <a:off x="7780680" y="401112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31" name="Right Arrow 349"/>
            <p:cNvSpPr/>
            <p:nvPr/>
          </p:nvSpPr>
          <p:spPr>
            <a:xfrm rot="10800000">
              <a:off x="8535600" y="206820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32" name="Right Arrow 350"/>
            <p:cNvSpPr/>
            <p:nvPr/>
          </p:nvSpPr>
          <p:spPr>
            <a:xfrm>
              <a:off x="7799400" y="208872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33" name="Right Arrow 351"/>
            <p:cNvSpPr/>
            <p:nvPr/>
          </p:nvSpPr>
          <p:spPr>
            <a:xfrm rot="10800000">
              <a:off x="10458000" y="207108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34" name="Right Arrow 352"/>
            <p:cNvSpPr/>
            <p:nvPr/>
          </p:nvSpPr>
          <p:spPr>
            <a:xfrm>
              <a:off x="9695160" y="207540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35" name="Right Arrow 353"/>
            <p:cNvSpPr/>
            <p:nvPr/>
          </p:nvSpPr>
          <p:spPr>
            <a:xfrm rot="10800000">
              <a:off x="10471320" y="400932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636" name="Right Arrow 354"/>
            <p:cNvSpPr/>
            <p:nvPr/>
          </p:nvSpPr>
          <p:spPr>
            <a:xfrm>
              <a:off x="9708480" y="4013640"/>
              <a:ext cx="574920" cy="1519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5637" name="Group 9"/>
          <p:cNvGrpSpPr/>
          <p:nvPr/>
        </p:nvGrpSpPr>
        <p:grpSpPr>
          <a:xfrm>
            <a:off x="657720" y="2400120"/>
            <a:ext cx="5733360" cy="1241640"/>
            <a:chOff x="657720" y="2400120"/>
            <a:chExt cx="5733360" cy="1241640"/>
          </a:xfrm>
        </p:grpSpPr>
        <p:sp>
          <p:nvSpPr>
            <p:cNvPr id="5638" name="TextBox 166"/>
            <p:cNvSpPr/>
            <p:nvPr/>
          </p:nvSpPr>
          <p:spPr>
            <a:xfrm flipH="1">
              <a:off x="1644120" y="2400120"/>
              <a:ext cx="4746600" cy="124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c’s state at t=0 has propagated to b, and may influence distance vector computations up to </a:t>
              </a:r>
              <a:r>
                <a:rPr lang="en-US" sz="2400" b="1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1 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hop away, i.e., at b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39" name="Group 172"/>
            <p:cNvGrpSpPr/>
            <p:nvPr/>
          </p:nvGrpSpPr>
          <p:grpSpPr>
            <a:xfrm>
              <a:off x="657720" y="2674800"/>
              <a:ext cx="948600" cy="365760"/>
              <a:chOff x="657720" y="2674800"/>
              <a:chExt cx="948600" cy="365760"/>
            </a:xfrm>
          </p:grpSpPr>
          <p:sp>
            <p:nvSpPr>
              <p:cNvPr id="5640" name="TextBox 173"/>
              <p:cNvSpPr/>
              <p:nvPr/>
            </p:nvSpPr>
            <p:spPr>
              <a:xfrm>
                <a:off x="1082160" y="2675880"/>
                <a:ext cx="524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t=1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641" name="Group 174"/>
              <p:cNvGrpSpPr/>
              <p:nvPr/>
            </p:nvGrpSpPr>
            <p:grpSpPr>
              <a:xfrm>
                <a:off x="657720" y="2674800"/>
                <a:ext cx="392760" cy="364320"/>
                <a:chOff x="657720" y="2674800"/>
                <a:chExt cx="392760" cy="364320"/>
              </a:xfrm>
            </p:grpSpPr>
            <p:sp>
              <p:nvSpPr>
                <p:cNvPr id="5642" name="Oval 175"/>
                <p:cNvSpPr/>
                <p:nvPr/>
              </p:nvSpPr>
              <p:spPr>
                <a:xfrm>
                  <a:off x="660600" y="2677680"/>
                  <a:ext cx="385920" cy="361080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643" name="Straight Connector 176"/>
                <p:cNvCxnSpPr/>
                <p:nvPr/>
              </p:nvCxnSpPr>
              <p:spPr>
                <a:xfrm>
                  <a:off x="852120" y="2674800"/>
                  <a:ext cx="360" cy="33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44" name="Straight Connector 177"/>
                <p:cNvCxnSpPr/>
                <p:nvPr/>
              </p:nvCxnSpPr>
              <p:spPr>
                <a:xfrm>
                  <a:off x="852120" y="3006720"/>
                  <a:ext cx="360" cy="32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45" name="Straight Connector 178"/>
                <p:cNvCxnSpPr/>
                <p:nvPr/>
              </p:nvCxnSpPr>
              <p:spPr>
                <a:xfrm>
                  <a:off x="657720" y="2858760"/>
                  <a:ext cx="3492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46" name="Straight Connector 179"/>
                <p:cNvCxnSpPr/>
                <p:nvPr/>
              </p:nvCxnSpPr>
              <p:spPr>
                <a:xfrm>
                  <a:off x="1015920" y="2858760"/>
                  <a:ext cx="3492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47" name="Straight Connector 180"/>
                <p:cNvCxnSpPr/>
                <p:nvPr/>
              </p:nvCxnSpPr>
              <p:spPr>
                <a:xfrm>
                  <a:off x="939240" y="299376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48" name="Straight Connector 181"/>
                <p:cNvCxnSpPr/>
                <p:nvPr/>
              </p:nvCxnSpPr>
              <p:spPr>
                <a:xfrm>
                  <a:off x="754560" y="269964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49" name="Straight Connector 182"/>
                <p:cNvCxnSpPr/>
                <p:nvPr/>
              </p:nvCxnSpPr>
              <p:spPr>
                <a:xfrm flipH="1">
                  <a:off x="750960" y="299196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50" name="Straight Connector 213"/>
                <p:cNvCxnSpPr/>
                <p:nvPr/>
              </p:nvCxnSpPr>
              <p:spPr>
                <a:xfrm flipH="1">
                  <a:off x="935280" y="2698200"/>
                  <a:ext cx="1620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51" name="Straight Connector 219"/>
                <p:cNvCxnSpPr/>
                <p:nvPr/>
              </p:nvCxnSpPr>
              <p:spPr>
                <a:xfrm flipH="1">
                  <a:off x="1001160" y="2764800"/>
                  <a:ext cx="21240" cy="14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52" name="Straight Connector 228"/>
                <p:cNvCxnSpPr/>
                <p:nvPr/>
              </p:nvCxnSpPr>
              <p:spPr>
                <a:xfrm flipH="1">
                  <a:off x="686880" y="2935800"/>
                  <a:ext cx="21240" cy="14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53" name="Straight Connector 230"/>
                <p:cNvCxnSpPr/>
                <p:nvPr/>
              </p:nvCxnSpPr>
              <p:spPr>
                <a:xfrm flipH="1" flipV="1">
                  <a:off x="692280" y="2766240"/>
                  <a:ext cx="2160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54" name="Straight Connector 235"/>
                <p:cNvCxnSpPr/>
                <p:nvPr/>
              </p:nvCxnSpPr>
              <p:spPr>
                <a:xfrm flipH="1" flipV="1">
                  <a:off x="1001160" y="2937240"/>
                  <a:ext cx="2124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sp>
              <p:nvSpPr>
                <p:cNvPr id="5655" name="Oval 236"/>
                <p:cNvSpPr/>
                <p:nvPr/>
              </p:nvSpPr>
              <p:spPr>
                <a:xfrm>
                  <a:off x="828720" y="2835720"/>
                  <a:ext cx="47160" cy="4644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12240" rIns="90000" bIns="-1224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656" name="Straight Connector 237"/>
                <p:cNvCxnSpPr/>
                <p:nvPr/>
              </p:nvCxnSpPr>
              <p:spPr>
                <a:xfrm flipH="1">
                  <a:off x="855360" y="2743920"/>
                  <a:ext cx="72000" cy="111600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</a:ln>
              </p:spPr>
            </p:cxnSp>
          </p:grpSp>
        </p:grpSp>
      </p:grpSp>
      <p:grpSp>
        <p:nvGrpSpPr>
          <p:cNvPr id="5657" name="Group 10"/>
          <p:cNvGrpSpPr/>
          <p:nvPr/>
        </p:nvGrpSpPr>
        <p:grpSpPr>
          <a:xfrm>
            <a:off x="644400" y="3464640"/>
            <a:ext cx="5839560" cy="1241640"/>
            <a:chOff x="644400" y="3464640"/>
            <a:chExt cx="5839560" cy="1241640"/>
          </a:xfrm>
        </p:grpSpPr>
        <p:sp>
          <p:nvSpPr>
            <p:cNvPr id="5658" name="TextBox 167"/>
            <p:cNvSpPr/>
            <p:nvPr/>
          </p:nvSpPr>
          <p:spPr>
            <a:xfrm flipH="1">
              <a:off x="1638360" y="3464640"/>
              <a:ext cx="4845240" cy="124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c’s state at t=0 may now influence distance vector computations up to </a:t>
              </a:r>
              <a:r>
                <a:rPr lang="en-US" sz="2400" b="1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2 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hops away, i.e., at b and now at a, e as well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59" name="Group 242"/>
            <p:cNvGrpSpPr/>
            <p:nvPr/>
          </p:nvGrpSpPr>
          <p:grpSpPr>
            <a:xfrm>
              <a:off x="644400" y="3713760"/>
              <a:ext cx="948600" cy="365760"/>
              <a:chOff x="644400" y="3713760"/>
              <a:chExt cx="948600" cy="365760"/>
            </a:xfrm>
          </p:grpSpPr>
          <p:sp>
            <p:nvSpPr>
              <p:cNvPr id="5660" name="TextBox 243"/>
              <p:cNvSpPr/>
              <p:nvPr/>
            </p:nvSpPr>
            <p:spPr>
              <a:xfrm>
                <a:off x="1068840" y="3714840"/>
                <a:ext cx="524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t=2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661" name="Group 244"/>
              <p:cNvGrpSpPr/>
              <p:nvPr/>
            </p:nvGrpSpPr>
            <p:grpSpPr>
              <a:xfrm>
                <a:off x="644400" y="3713760"/>
                <a:ext cx="392760" cy="364320"/>
                <a:chOff x="644400" y="3713760"/>
                <a:chExt cx="392760" cy="364320"/>
              </a:xfrm>
            </p:grpSpPr>
            <p:sp>
              <p:nvSpPr>
                <p:cNvPr id="5662" name="Oval 245"/>
                <p:cNvSpPr/>
                <p:nvPr/>
              </p:nvSpPr>
              <p:spPr>
                <a:xfrm>
                  <a:off x="647280" y="3716280"/>
                  <a:ext cx="385920" cy="361080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663" name="Straight Connector 250"/>
                <p:cNvCxnSpPr/>
                <p:nvPr/>
              </p:nvCxnSpPr>
              <p:spPr>
                <a:xfrm>
                  <a:off x="838800" y="3713760"/>
                  <a:ext cx="360" cy="32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64" name="Straight Connector 255"/>
                <p:cNvCxnSpPr/>
                <p:nvPr/>
              </p:nvCxnSpPr>
              <p:spPr>
                <a:xfrm>
                  <a:off x="838800" y="4045320"/>
                  <a:ext cx="360" cy="33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65" name="Straight Connector 256"/>
                <p:cNvCxnSpPr/>
                <p:nvPr/>
              </p:nvCxnSpPr>
              <p:spPr>
                <a:xfrm>
                  <a:off x="644400" y="3897720"/>
                  <a:ext cx="3492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66" name="Straight Connector 257"/>
                <p:cNvCxnSpPr/>
                <p:nvPr/>
              </p:nvCxnSpPr>
              <p:spPr>
                <a:xfrm>
                  <a:off x="1002600" y="3897720"/>
                  <a:ext cx="3492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67" name="Straight Connector 258"/>
                <p:cNvCxnSpPr/>
                <p:nvPr/>
              </p:nvCxnSpPr>
              <p:spPr>
                <a:xfrm>
                  <a:off x="925560" y="4032720"/>
                  <a:ext cx="1620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68" name="Straight Connector 260"/>
                <p:cNvCxnSpPr/>
                <p:nvPr/>
              </p:nvCxnSpPr>
              <p:spPr>
                <a:xfrm>
                  <a:off x="741240" y="373860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69" name="Straight Connector 261"/>
                <p:cNvCxnSpPr/>
                <p:nvPr/>
              </p:nvCxnSpPr>
              <p:spPr>
                <a:xfrm flipH="1">
                  <a:off x="737640" y="403092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70" name="Straight Connector 262"/>
                <p:cNvCxnSpPr/>
                <p:nvPr/>
              </p:nvCxnSpPr>
              <p:spPr>
                <a:xfrm flipH="1">
                  <a:off x="921960" y="373680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71" name="Straight Connector 263"/>
                <p:cNvCxnSpPr/>
                <p:nvPr/>
              </p:nvCxnSpPr>
              <p:spPr>
                <a:xfrm flipH="1">
                  <a:off x="987840" y="3803400"/>
                  <a:ext cx="2124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72" name="Straight Connector 264"/>
                <p:cNvCxnSpPr/>
                <p:nvPr/>
              </p:nvCxnSpPr>
              <p:spPr>
                <a:xfrm flipH="1">
                  <a:off x="673560" y="3974400"/>
                  <a:ext cx="2124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73" name="Straight Connector 265"/>
                <p:cNvCxnSpPr/>
                <p:nvPr/>
              </p:nvCxnSpPr>
              <p:spPr>
                <a:xfrm flipH="1" flipV="1">
                  <a:off x="678960" y="3805200"/>
                  <a:ext cx="2160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74" name="Straight Connector 275"/>
                <p:cNvCxnSpPr/>
                <p:nvPr/>
              </p:nvCxnSpPr>
              <p:spPr>
                <a:xfrm flipH="1" flipV="1">
                  <a:off x="987840" y="3976200"/>
                  <a:ext cx="21240" cy="14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sp>
              <p:nvSpPr>
                <p:cNvPr id="5675" name="Oval 276"/>
                <p:cNvSpPr/>
                <p:nvPr/>
              </p:nvSpPr>
              <p:spPr>
                <a:xfrm>
                  <a:off x="815400" y="3874680"/>
                  <a:ext cx="47160" cy="4644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12240" rIns="90000" bIns="-1224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676" name="Straight Connector 277"/>
                <p:cNvCxnSpPr/>
                <p:nvPr/>
              </p:nvCxnSpPr>
              <p:spPr>
                <a:xfrm flipH="1">
                  <a:off x="835920" y="3832920"/>
                  <a:ext cx="135720" cy="67680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</a:ln>
              </p:spPr>
            </p:cxnSp>
          </p:grpSp>
        </p:grpSp>
      </p:grpSp>
      <p:grpSp>
        <p:nvGrpSpPr>
          <p:cNvPr id="5677" name="Group 11"/>
          <p:cNvGrpSpPr/>
          <p:nvPr/>
        </p:nvGrpSpPr>
        <p:grpSpPr>
          <a:xfrm>
            <a:off x="657720" y="4628880"/>
            <a:ext cx="5999400" cy="967320"/>
            <a:chOff x="657720" y="4628880"/>
            <a:chExt cx="5999400" cy="967320"/>
          </a:xfrm>
        </p:grpSpPr>
        <p:sp>
          <p:nvSpPr>
            <p:cNvPr id="5678" name="TextBox 168"/>
            <p:cNvSpPr/>
            <p:nvPr/>
          </p:nvSpPr>
          <p:spPr>
            <a:xfrm flipH="1">
              <a:off x="1658880" y="4628880"/>
              <a:ext cx="4997880" cy="96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c’s state at t=0 may influence distance vector computations up to </a:t>
              </a:r>
              <a:r>
                <a:rPr lang="en-US" sz="2400" b="1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3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hops away, i.e., at d, f, h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79" name="Group 280"/>
            <p:cNvGrpSpPr/>
            <p:nvPr/>
          </p:nvGrpSpPr>
          <p:grpSpPr>
            <a:xfrm>
              <a:off x="657720" y="4761720"/>
              <a:ext cx="948600" cy="365760"/>
              <a:chOff x="657720" y="4761720"/>
              <a:chExt cx="948600" cy="365760"/>
            </a:xfrm>
          </p:grpSpPr>
          <p:sp>
            <p:nvSpPr>
              <p:cNvPr id="5680" name="TextBox 281"/>
              <p:cNvSpPr/>
              <p:nvPr/>
            </p:nvSpPr>
            <p:spPr>
              <a:xfrm>
                <a:off x="1082160" y="4762800"/>
                <a:ext cx="524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t=3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681" name="Group 344"/>
              <p:cNvGrpSpPr/>
              <p:nvPr/>
            </p:nvGrpSpPr>
            <p:grpSpPr>
              <a:xfrm>
                <a:off x="657720" y="4761720"/>
                <a:ext cx="392760" cy="364320"/>
                <a:chOff x="657720" y="4761720"/>
                <a:chExt cx="392760" cy="364320"/>
              </a:xfrm>
            </p:grpSpPr>
            <p:sp>
              <p:nvSpPr>
                <p:cNvPr id="5682" name="Oval 356"/>
                <p:cNvSpPr/>
                <p:nvPr/>
              </p:nvSpPr>
              <p:spPr>
                <a:xfrm>
                  <a:off x="660600" y="4764240"/>
                  <a:ext cx="385920" cy="361080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683" name="Straight Connector 366"/>
                <p:cNvCxnSpPr/>
                <p:nvPr/>
              </p:nvCxnSpPr>
              <p:spPr>
                <a:xfrm>
                  <a:off x="852120" y="4761720"/>
                  <a:ext cx="360" cy="32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84" name="Straight Connector 367"/>
                <p:cNvCxnSpPr/>
                <p:nvPr/>
              </p:nvCxnSpPr>
              <p:spPr>
                <a:xfrm>
                  <a:off x="852120" y="5093640"/>
                  <a:ext cx="360" cy="32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85" name="Straight Connector 368"/>
                <p:cNvCxnSpPr/>
                <p:nvPr/>
              </p:nvCxnSpPr>
              <p:spPr>
                <a:xfrm>
                  <a:off x="657720" y="4945680"/>
                  <a:ext cx="3492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86" name="Straight Connector 369"/>
                <p:cNvCxnSpPr/>
                <p:nvPr/>
              </p:nvCxnSpPr>
              <p:spPr>
                <a:xfrm>
                  <a:off x="1015920" y="4945680"/>
                  <a:ext cx="3492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87" name="Straight Connector 370"/>
                <p:cNvCxnSpPr/>
                <p:nvPr/>
              </p:nvCxnSpPr>
              <p:spPr>
                <a:xfrm>
                  <a:off x="939240" y="508068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88" name="Straight Connector 371"/>
                <p:cNvCxnSpPr/>
                <p:nvPr/>
              </p:nvCxnSpPr>
              <p:spPr>
                <a:xfrm>
                  <a:off x="754560" y="478656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89" name="Straight Connector 372"/>
                <p:cNvCxnSpPr/>
                <p:nvPr/>
              </p:nvCxnSpPr>
              <p:spPr>
                <a:xfrm flipH="1">
                  <a:off x="750960" y="507888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90" name="Straight Connector 373"/>
                <p:cNvCxnSpPr/>
                <p:nvPr/>
              </p:nvCxnSpPr>
              <p:spPr>
                <a:xfrm flipH="1">
                  <a:off x="935280" y="4784760"/>
                  <a:ext cx="1620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91" name="Straight Connector 374"/>
                <p:cNvCxnSpPr/>
                <p:nvPr/>
              </p:nvCxnSpPr>
              <p:spPr>
                <a:xfrm flipH="1">
                  <a:off x="1001160" y="4851720"/>
                  <a:ext cx="21240" cy="14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92" name="Straight Connector 375"/>
                <p:cNvCxnSpPr/>
                <p:nvPr/>
              </p:nvCxnSpPr>
              <p:spPr>
                <a:xfrm flipH="1">
                  <a:off x="686880" y="5022360"/>
                  <a:ext cx="2124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93" name="Straight Connector 376"/>
                <p:cNvCxnSpPr/>
                <p:nvPr/>
              </p:nvCxnSpPr>
              <p:spPr>
                <a:xfrm flipH="1" flipV="1">
                  <a:off x="692280" y="4853160"/>
                  <a:ext cx="2160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694" name="Straight Connector 377"/>
                <p:cNvCxnSpPr/>
                <p:nvPr/>
              </p:nvCxnSpPr>
              <p:spPr>
                <a:xfrm flipH="1" flipV="1">
                  <a:off x="1001160" y="5024160"/>
                  <a:ext cx="21240" cy="14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sp>
              <p:nvSpPr>
                <p:cNvPr id="5695" name="Oval 378"/>
                <p:cNvSpPr/>
                <p:nvPr/>
              </p:nvSpPr>
              <p:spPr>
                <a:xfrm>
                  <a:off x="828720" y="4922640"/>
                  <a:ext cx="47160" cy="4644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12240" rIns="90000" bIns="-1224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696" name="Straight Connector 379"/>
                <p:cNvCxnSpPr/>
                <p:nvPr/>
              </p:nvCxnSpPr>
              <p:spPr>
                <a:xfrm flipH="1">
                  <a:off x="852120" y="4942080"/>
                  <a:ext cx="138600" cy="360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</a:ln>
              </p:spPr>
            </p:cxnSp>
          </p:grpSp>
        </p:grpSp>
      </p:grpSp>
      <p:grpSp>
        <p:nvGrpSpPr>
          <p:cNvPr id="5697" name="Group 12"/>
          <p:cNvGrpSpPr/>
          <p:nvPr/>
        </p:nvGrpSpPr>
        <p:grpSpPr>
          <a:xfrm>
            <a:off x="657720" y="5653080"/>
            <a:ext cx="5918040" cy="967320"/>
            <a:chOff x="657720" y="5653080"/>
            <a:chExt cx="5918040" cy="967320"/>
          </a:xfrm>
        </p:grpSpPr>
        <p:sp>
          <p:nvSpPr>
            <p:cNvPr id="5698" name="Rectangle 2"/>
            <p:cNvSpPr/>
            <p:nvPr/>
          </p:nvSpPr>
          <p:spPr>
            <a:xfrm>
              <a:off x="1638360" y="5653080"/>
              <a:ext cx="4937400" cy="96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c’s state at t=0 may influence distance vector computations up to </a:t>
              </a:r>
              <a:r>
                <a:rPr lang="en-US" sz="2400" b="1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4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hops away, i.e., at g, i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99" name="Group 380"/>
            <p:cNvGrpSpPr/>
            <p:nvPr/>
          </p:nvGrpSpPr>
          <p:grpSpPr>
            <a:xfrm>
              <a:off x="657720" y="5802840"/>
              <a:ext cx="948600" cy="365760"/>
              <a:chOff x="657720" y="5802840"/>
              <a:chExt cx="948600" cy="365760"/>
            </a:xfrm>
          </p:grpSpPr>
          <p:sp>
            <p:nvSpPr>
              <p:cNvPr id="5700" name="TextBox 381"/>
              <p:cNvSpPr/>
              <p:nvPr/>
            </p:nvSpPr>
            <p:spPr>
              <a:xfrm>
                <a:off x="1082160" y="5803920"/>
                <a:ext cx="524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t=4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701" name="Group 382"/>
              <p:cNvGrpSpPr/>
              <p:nvPr/>
            </p:nvGrpSpPr>
            <p:grpSpPr>
              <a:xfrm>
                <a:off x="657720" y="5802840"/>
                <a:ext cx="392760" cy="364320"/>
                <a:chOff x="657720" y="5802840"/>
                <a:chExt cx="392760" cy="364320"/>
              </a:xfrm>
            </p:grpSpPr>
            <p:sp>
              <p:nvSpPr>
                <p:cNvPr id="5702" name="Oval 383"/>
                <p:cNvSpPr/>
                <p:nvPr/>
              </p:nvSpPr>
              <p:spPr>
                <a:xfrm>
                  <a:off x="660600" y="5805360"/>
                  <a:ext cx="385920" cy="361080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703" name="Straight Connector 384"/>
                <p:cNvCxnSpPr/>
                <p:nvPr/>
              </p:nvCxnSpPr>
              <p:spPr>
                <a:xfrm>
                  <a:off x="852120" y="5802840"/>
                  <a:ext cx="360" cy="32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04" name="Straight Connector 385"/>
                <p:cNvCxnSpPr/>
                <p:nvPr/>
              </p:nvCxnSpPr>
              <p:spPr>
                <a:xfrm>
                  <a:off x="852120" y="6134400"/>
                  <a:ext cx="360" cy="33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05" name="Straight Connector 386"/>
                <p:cNvCxnSpPr/>
                <p:nvPr/>
              </p:nvCxnSpPr>
              <p:spPr>
                <a:xfrm>
                  <a:off x="657720" y="5986440"/>
                  <a:ext cx="3492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06" name="Straight Connector 387"/>
                <p:cNvCxnSpPr/>
                <p:nvPr/>
              </p:nvCxnSpPr>
              <p:spPr>
                <a:xfrm>
                  <a:off x="1015920" y="5986440"/>
                  <a:ext cx="34920" cy="3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07" name="Straight Connector 388"/>
                <p:cNvCxnSpPr/>
                <p:nvPr/>
              </p:nvCxnSpPr>
              <p:spPr>
                <a:xfrm>
                  <a:off x="939240" y="612180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08" name="Straight Connector 389"/>
                <p:cNvCxnSpPr/>
                <p:nvPr/>
              </p:nvCxnSpPr>
              <p:spPr>
                <a:xfrm>
                  <a:off x="754560" y="582768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09" name="Straight Connector 390"/>
                <p:cNvCxnSpPr/>
                <p:nvPr/>
              </p:nvCxnSpPr>
              <p:spPr>
                <a:xfrm flipH="1">
                  <a:off x="750960" y="6120000"/>
                  <a:ext cx="1584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10" name="Straight Connector 391"/>
                <p:cNvCxnSpPr/>
                <p:nvPr/>
              </p:nvCxnSpPr>
              <p:spPr>
                <a:xfrm flipH="1">
                  <a:off x="935280" y="5825880"/>
                  <a:ext cx="16200" cy="2340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11" name="Straight Connector 392"/>
                <p:cNvCxnSpPr/>
                <p:nvPr/>
              </p:nvCxnSpPr>
              <p:spPr>
                <a:xfrm flipH="1">
                  <a:off x="1001160" y="5892480"/>
                  <a:ext cx="2124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12" name="Straight Connector 393"/>
                <p:cNvCxnSpPr/>
                <p:nvPr/>
              </p:nvCxnSpPr>
              <p:spPr>
                <a:xfrm flipH="1">
                  <a:off x="686880" y="6063480"/>
                  <a:ext cx="21240" cy="1512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13" name="Straight Connector 394"/>
                <p:cNvCxnSpPr/>
                <p:nvPr/>
              </p:nvCxnSpPr>
              <p:spPr>
                <a:xfrm flipH="1" flipV="1">
                  <a:off x="692280" y="5894280"/>
                  <a:ext cx="21600" cy="14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cxnSp>
              <p:nvCxnSpPr>
                <p:cNvPr id="5714" name="Straight Connector 395"/>
                <p:cNvCxnSpPr/>
                <p:nvPr/>
              </p:nvCxnSpPr>
              <p:spPr>
                <a:xfrm flipH="1" flipV="1">
                  <a:off x="1001160" y="6065280"/>
                  <a:ext cx="21240" cy="14760"/>
                </a:xfrm>
                <a:prstGeom prst="straightConnector1">
                  <a:avLst/>
                </a:prstGeom>
                <a:ln cap="rnd" w="12700">
                  <a:solidFill>
                    <a:srgbClr val="C00000"/>
                  </a:solidFill>
                </a:ln>
              </p:spPr>
            </p:cxnSp>
            <p:sp>
              <p:nvSpPr>
                <p:cNvPr id="5715" name="Oval 396"/>
                <p:cNvSpPr/>
                <p:nvPr/>
              </p:nvSpPr>
              <p:spPr>
                <a:xfrm>
                  <a:off x="828720" y="5963760"/>
                  <a:ext cx="47160" cy="4644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12240" rIns="90000" bIns="-1224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716" name="Straight Connector 397"/>
                <p:cNvCxnSpPr/>
                <p:nvPr/>
              </p:nvCxnSpPr>
              <p:spPr>
                <a:xfrm flipH="1" flipV="1">
                  <a:off x="849240" y="5979960"/>
                  <a:ext cx="125640" cy="71280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</a:ln>
              </p:spPr>
            </p:cxnSp>
          </p:grpSp>
        </p:grpSp>
      </p:grpSp>
      <p:sp>
        <p:nvSpPr>
          <p:cNvPr id="5717" name="TextBox 6"/>
          <p:cNvSpPr/>
          <p:nvPr/>
        </p:nvSpPr>
        <p:spPr>
          <a:xfrm>
            <a:off x="802800" y="1188720"/>
            <a:ext cx="121762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Iterative communication, computation steps diffuses information through network: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18" name="Group 16"/>
          <p:cNvGrpSpPr/>
          <p:nvPr/>
        </p:nvGrpSpPr>
        <p:grpSpPr>
          <a:xfrm>
            <a:off x="8879400" y="1803600"/>
            <a:ext cx="2890080" cy="1592280"/>
            <a:chOff x="8879400" y="1803600"/>
            <a:chExt cx="2890080" cy="1592280"/>
          </a:xfrm>
        </p:grpSpPr>
        <p:sp>
          <p:nvSpPr>
            <p:cNvPr id="5719" name="Freeform 14"/>
            <p:cNvSpPr/>
            <p:nvPr/>
          </p:nvSpPr>
          <p:spPr>
            <a:xfrm>
              <a:off x="8879400" y="1803600"/>
              <a:ext cx="2856960" cy="1535760"/>
            </a:xfrm>
            <a:custGeom>
              <a:avLst/>
              <a:gdLst>
                <a:gd name="textAreaLeft" fmla="*/ 0 w 2856960"/>
                <a:gd name="textAreaRight" fmla="*/ 2857320 w 2856960"/>
                <a:gd name="textAreaTop" fmla="*/ 0 h 1535760"/>
                <a:gd name="textAreaBottom" fmla="*/ 1536120 h 1535760"/>
                <a:gd name="GluePoint1X" fmla="*/ 1555 w 2857489"/>
                <a:gd name="GluePoint1Y" fmla="*/ 0 h 1536065"/>
                <a:gd name="GluePoint2X" fmla="*/ 477544 w 2857489"/>
                <a:gd name="GluePoint2Y" fmla="*/ 1327760 h 1536065"/>
                <a:gd name="GluePoint3X" fmla="*/ 2857489 w 2857489"/>
                <a:gd name="GluePoint3Y" fmla="*/ 1515649 h 15360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857489" h="1536065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0" name="TextBox 15"/>
            <p:cNvSpPr/>
            <p:nvPr/>
          </p:nvSpPr>
          <p:spPr>
            <a:xfrm>
              <a:off x="11185920" y="3031200"/>
              <a:ext cx="5835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t=1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21" name="Group 252"/>
          <p:cNvGrpSpPr/>
          <p:nvPr/>
        </p:nvGrpSpPr>
        <p:grpSpPr>
          <a:xfrm>
            <a:off x="7149600" y="1929600"/>
            <a:ext cx="4623480" cy="2599200"/>
            <a:chOff x="7149600" y="1929600"/>
            <a:chExt cx="4623480" cy="2599200"/>
          </a:xfrm>
        </p:grpSpPr>
        <p:sp>
          <p:nvSpPr>
            <p:cNvPr id="5722" name="Freeform 253"/>
            <p:cNvSpPr/>
            <p:nvPr/>
          </p:nvSpPr>
          <p:spPr>
            <a:xfrm>
              <a:off x="7149600" y="1929600"/>
              <a:ext cx="4536720" cy="2599200"/>
            </a:xfrm>
            <a:custGeom>
              <a:avLst/>
              <a:gdLst>
                <a:gd name="textAreaLeft" fmla="*/ 0 w 4536720"/>
                <a:gd name="textAreaRight" fmla="*/ 4537080 w 4536720"/>
                <a:gd name="textAreaTop" fmla="*/ 0 h 2599200"/>
                <a:gd name="textAreaBottom" fmla="*/ 2599560 h 2599200"/>
                <a:gd name="GluePoint1X" fmla="*/ 0 w 2785999"/>
                <a:gd name="GluePoint1Y" fmla="*/ 0 h 2364158"/>
                <a:gd name="GluePoint2X" fmla="*/ 780300 w 2785999"/>
                <a:gd name="GluePoint2Y" fmla="*/ 1512155 h 2364158"/>
                <a:gd name="GluePoint3X" fmla="*/ 1376166 w 2785999"/>
                <a:gd name="GluePoint3Y" fmla="*/ 2364158 h 2364158"/>
                <a:gd name="GluePoint4X" fmla="*/ 2785999 w 2785999"/>
                <a:gd name="GluePoint4Y" fmla="*/ 1539867 h 2364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785999" h="2364158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3" name="TextBox 259"/>
            <p:cNvSpPr/>
            <p:nvPr/>
          </p:nvSpPr>
          <p:spPr>
            <a:xfrm>
              <a:off x="11189520" y="3318480"/>
              <a:ext cx="5835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t=2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24" name="Group 355"/>
          <p:cNvGrpSpPr/>
          <p:nvPr/>
        </p:nvGrpSpPr>
        <p:grpSpPr>
          <a:xfrm>
            <a:off x="7026480" y="1994400"/>
            <a:ext cx="4861440" cy="4365360"/>
            <a:chOff x="7026480" y="1994400"/>
            <a:chExt cx="4861440" cy="4365360"/>
          </a:xfrm>
        </p:grpSpPr>
        <p:sp>
          <p:nvSpPr>
            <p:cNvPr id="5725" name="Freeform 357"/>
            <p:cNvSpPr/>
            <p:nvPr/>
          </p:nvSpPr>
          <p:spPr>
            <a:xfrm>
              <a:off x="7026480" y="1994400"/>
              <a:ext cx="4636800" cy="4365360"/>
            </a:xfrm>
            <a:custGeom>
              <a:avLst/>
              <a:gdLst>
                <a:gd name="textAreaLeft" fmla="*/ 0 w 4636800"/>
                <a:gd name="textAreaRight" fmla="*/ 4637160 w 4636800"/>
                <a:gd name="textAreaTop" fmla="*/ 0 h 4365360"/>
                <a:gd name="textAreaBottom" fmla="*/ 4365720 h 4365360"/>
                <a:gd name="GluePoint1X" fmla="*/ 0 w 2847532"/>
                <a:gd name="GluePoint1Y" fmla="*/ 0 h 3970477"/>
                <a:gd name="GluePoint2X" fmla="*/ 6598 w 2847532"/>
                <a:gd name="GluePoint2Y" fmla="*/ 2237364 h 3970477"/>
                <a:gd name="GluePoint3X" fmla="*/ 1422317 w 2847532"/>
                <a:gd name="GluePoint3Y" fmla="*/ 3970477 h 3970477"/>
                <a:gd name="GluePoint4X" fmla="*/ 2847532 w 2847532"/>
                <a:gd name="GluePoint4Y" fmla="*/ 2918339 h 39704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847532" h="3970477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6" name="TextBox 358"/>
            <p:cNvSpPr/>
            <p:nvPr/>
          </p:nvSpPr>
          <p:spPr>
            <a:xfrm>
              <a:off x="11304360" y="4886280"/>
              <a:ext cx="5835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t=3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27" name="Group 360"/>
          <p:cNvGrpSpPr/>
          <p:nvPr/>
        </p:nvGrpSpPr>
        <p:grpSpPr>
          <a:xfrm>
            <a:off x="6828120" y="2004120"/>
            <a:ext cx="5242320" cy="4482720"/>
            <a:chOff x="6828120" y="2004120"/>
            <a:chExt cx="5242320" cy="4482720"/>
          </a:xfrm>
        </p:grpSpPr>
        <p:sp>
          <p:nvSpPr>
            <p:cNvPr id="5728" name="Freeform 361"/>
            <p:cNvSpPr/>
            <p:nvPr/>
          </p:nvSpPr>
          <p:spPr>
            <a:xfrm>
              <a:off x="6828120" y="2004120"/>
              <a:ext cx="5006520" cy="4481280"/>
            </a:xfrm>
            <a:custGeom>
              <a:avLst/>
              <a:gdLst>
                <a:gd name="textAreaLeft" fmla="*/ 0 w 5006520"/>
                <a:gd name="textAreaRight" fmla="*/ 5006880 w 5006520"/>
                <a:gd name="textAreaTop" fmla="*/ 0 h 4481280"/>
                <a:gd name="textAreaBottom" fmla="*/ 4481640 h 4481280"/>
                <a:gd name="GluePoint1X" fmla="*/ 0 w 2847532"/>
                <a:gd name="GluePoint1Y" fmla="*/ 0 h 2941785"/>
                <a:gd name="GluePoint2X" fmla="*/ 92081 w 2847532"/>
                <a:gd name="GluePoint2Y" fmla="*/ 2812934 h 2941785"/>
                <a:gd name="GluePoint3X" fmla="*/ 2847532 w 2847532"/>
                <a:gd name="GluePoint3Y" fmla="*/ 2910117 h 29417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847532" h="2941785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9" name="TextBox 362"/>
            <p:cNvSpPr/>
            <p:nvPr/>
          </p:nvSpPr>
          <p:spPr>
            <a:xfrm>
              <a:off x="11486880" y="6122160"/>
              <a:ext cx="5835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t=4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546" dur="indefinite" restart="never" nodeType="tmRoot">
          <p:childTnLst>
            <p:seq>
              <p:cTn id="1547" dur="indefinite" nodeType="mainSeq">
                <p:childTnLst>
                  <p:par>
                    <p:cTn id="1548" fill="hold">
                      <p:stCondLst>
                        <p:cond delay="indefinite"/>
                      </p:stCondLst>
                      <p:childTnLst>
                        <p:par>
                          <p:cTn id="1549" fill="hold">
                            <p:stCondLst>
                              <p:cond delay="0"/>
                            </p:stCondLst>
                            <p:childTnLst>
                              <p:par>
                                <p:cTn id="155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52" dur="500"/>
                                        <p:tgtEl>
                                          <p:spTgt spid="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55" dur="500"/>
                                        <p:tgtEl>
                                          <p:spTgt spid="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6" fill="hold">
                      <p:stCondLst>
                        <p:cond delay="indefinite"/>
                      </p:stCondLst>
                      <p:childTnLst>
                        <p:par>
                          <p:cTn id="1557" fill="hold">
                            <p:stCondLst>
                              <p:cond delay="0"/>
                            </p:stCondLst>
                            <p:childTnLst>
                              <p:par>
                                <p:cTn id="155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60" dur="500"/>
                                        <p:tgtEl>
                                          <p:spTgt spid="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1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562" dur="500"/>
                                        <p:tgtEl>
                                          <p:spTgt spid="5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66" dur="500"/>
                                        <p:tgtEl>
                                          <p:spTgt spid="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7" fill="hold">
                      <p:stCondLst>
                        <p:cond delay="indefinite"/>
                      </p:stCondLst>
                      <p:childTnLst>
                        <p:par>
                          <p:cTn id="1568" fill="hold">
                            <p:stCondLst>
                              <p:cond delay="0"/>
                            </p:stCondLst>
                            <p:childTnLst>
                              <p:par>
                                <p:cTn id="156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71" dur="500"/>
                                        <p:tgtEl>
                                          <p:spTgt spid="5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2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573" dur="500"/>
                                        <p:tgtEl>
                                          <p:spTgt spid="57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77" dur="500"/>
                                        <p:tgtEl>
                                          <p:spTgt spid="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8" fill="hold">
                      <p:stCondLst>
                        <p:cond delay="indefinite"/>
                      </p:stCondLst>
                      <p:childTnLst>
                        <p:par>
                          <p:cTn id="1579" fill="hold">
                            <p:stCondLst>
                              <p:cond delay="0"/>
                            </p:stCondLst>
                            <p:childTnLst>
                              <p:par>
                                <p:cTn id="158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82" dur="500"/>
                                        <p:tgtEl>
                                          <p:spTgt spid="5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3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584" dur="500"/>
                                        <p:tgtEl>
                                          <p:spTgt spid="5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88" dur="500"/>
                                        <p:tgtEl>
                                          <p:spTgt spid="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0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vector: link cost changes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731" name="Text Box 4"/>
          <p:cNvSpPr/>
          <p:nvPr/>
        </p:nvSpPr>
        <p:spPr>
          <a:xfrm>
            <a:off x="488520" y="4245120"/>
            <a:ext cx="184104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“good news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travels fast”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2" name="Rectangle 41"/>
          <p:cNvSpPr/>
          <p:nvPr/>
        </p:nvSpPr>
        <p:spPr>
          <a:xfrm>
            <a:off x="2337480" y="3519000"/>
            <a:ext cx="9110880" cy="11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  <a:tabLst>
                <a:tab pos="228600" algn="l"/>
                <a:tab pos="45720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i="1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0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detects link-cost change, updates its DV, informs its neighbors.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228600" algn="l"/>
                <a:tab pos="4572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3" name="Rectangle 42"/>
          <p:cNvSpPr/>
          <p:nvPr/>
        </p:nvSpPr>
        <p:spPr>
          <a:xfrm>
            <a:off x="2350080" y="4212720"/>
            <a:ext cx="8709840" cy="11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marL="409680" indent="-40968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i="1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1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receives update from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updates its DV, computes new least cost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, sends its neighbors its DV.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228600" algn="l"/>
                <a:tab pos="4572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4" name="Rectangle 43"/>
          <p:cNvSpPr/>
          <p:nvPr/>
        </p:nvSpPr>
        <p:spPr>
          <a:xfrm>
            <a:off x="2322360" y="5045400"/>
            <a:ext cx="8449920" cy="11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marL="409680" indent="-40968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i="1" u="none" strike="noStrike" baseline="-25000">
                <a:solidFill>
                  <a:schemeClr val="dk1"/>
                </a:solidFill>
                <a:effectLst/>
                <a:uFillTx/>
                <a:latin typeface="Calibri"/>
              </a:rPr>
              <a:t>2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receives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’s update, updates its DV. 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y’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 least costs do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change, so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does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not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send a message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228600" algn="l"/>
                <a:tab pos="4572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5" name="Rectangle 3"/>
          <p:cNvSpPr/>
          <p:nvPr/>
        </p:nvSpPr>
        <p:spPr>
          <a:xfrm>
            <a:off x="839160" y="1513080"/>
            <a:ext cx="8066520" cy="20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85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link cost changes: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1924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node detects local link cost change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1924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updates routing info, recalculates local DV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1924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if DV changes, notify neighbors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36" name="Group 5"/>
          <p:cNvGrpSpPr/>
          <p:nvPr/>
        </p:nvGrpSpPr>
        <p:grpSpPr>
          <a:xfrm>
            <a:off x="9120600" y="1472040"/>
            <a:ext cx="2184120" cy="1314000"/>
            <a:chOff x="9120600" y="1472040"/>
            <a:chExt cx="2184120" cy="1314000"/>
          </a:xfrm>
        </p:grpSpPr>
        <p:sp>
          <p:nvSpPr>
            <p:cNvPr id="5737" name="Freeform 6"/>
            <p:cNvSpPr/>
            <p:nvPr/>
          </p:nvSpPr>
          <p:spPr>
            <a:xfrm>
              <a:off x="9120600" y="1573560"/>
              <a:ext cx="2184120" cy="1212480"/>
            </a:xfrm>
            <a:custGeom>
              <a:avLst/>
              <a:gdLst>
                <a:gd name="textAreaLeft" fmla="*/ 0 w 2184120"/>
                <a:gd name="textAreaRight" fmla="*/ 2184480 w 2184120"/>
                <a:gd name="textAreaTop" fmla="*/ 0 h 1212480"/>
                <a:gd name="textAreaBottom" fmla="*/ 1212840 h 1212480"/>
                <a:gd name="GluePoint1X" fmla="*/ 113 w 1376"/>
                <a:gd name="GluePoint1Y" fmla="*/ 348 h 764"/>
                <a:gd name="GluePoint2X" fmla="*/ 395 w 1376"/>
                <a:gd name="GluePoint2Y" fmla="*/ 162 h 764"/>
                <a:gd name="GluePoint3X" fmla="*/ 710 w 1376"/>
                <a:gd name="GluePoint3Y" fmla="*/ 9 h 764"/>
                <a:gd name="GluePoint4X" fmla="*/ 1160 w 1376"/>
                <a:gd name="GluePoint4Y" fmla="*/ 219 h 764"/>
                <a:gd name="GluePoint5X" fmla="*/ 1367 w 1376"/>
                <a:gd name="GluePoint5Y" fmla="*/ 510 h 764"/>
                <a:gd name="GluePoint6X" fmla="*/ 1103 w 1376"/>
                <a:gd name="GluePoint6Y" fmla="*/ 726 h 764"/>
                <a:gd name="GluePoint7X" fmla="*/ 578 w 1376"/>
                <a:gd name="GluePoint7Y" fmla="*/ 738 h 764"/>
                <a:gd name="GluePoint8X" fmla="*/ 77 w 1376"/>
                <a:gd name="GluePoint8Y" fmla="*/ 630 h 764"/>
                <a:gd name="GluePoint9X" fmla="*/ 113 w 1376"/>
                <a:gd name="GluePoint9Y" fmla="*/ 348 h 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8" name="Freeform 7"/>
            <p:cNvSpPr/>
            <p:nvPr/>
          </p:nvSpPr>
          <p:spPr>
            <a:xfrm>
              <a:off x="9690480" y="1992600"/>
              <a:ext cx="352080" cy="285480"/>
            </a:xfrm>
            <a:custGeom>
              <a:avLst/>
              <a:gdLst>
                <a:gd name="textAreaLeft" fmla="*/ 0 w 352080"/>
                <a:gd name="textAreaRight" fmla="*/ 352440 w 352080"/>
                <a:gd name="textAreaTop" fmla="*/ 0 h 285480"/>
                <a:gd name="textAreaBottom" fmla="*/ 285840 h 285480"/>
                <a:gd name="GluePoint1X" fmla="*/ 0 w 222"/>
                <a:gd name="GluePoint1Y" fmla="*/ 180 h 180"/>
                <a:gd name="GluePoint2X" fmla="*/ 222 w 222"/>
                <a:gd name="GluePoint2Y" fmla="*/ 0 h 1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9" name="Oval 8"/>
            <p:cNvSpPr/>
            <p:nvPr/>
          </p:nvSpPr>
          <p:spPr>
            <a:xfrm>
              <a:off x="9277920" y="23673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0" name="Line 9"/>
            <p:cNvSpPr/>
            <p:nvPr/>
          </p:nvSpPr>
          <p:spPr>
            <a:xfrm>
              <a:off x="9277560" y="2355840"/>
              <a:ext cx="180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1" name="Line 10"/>
            <p:cNvSpPr/>
            <p:nvPr/>
          </p:nvSpPr>
          <p:spPr>
            <a:xfrm>
              <a:off x="9774360" y="2355840"/>
              <a:ext cx="180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2" name="Rectangle 11"/>
            <p:cNvSpPr/>
            <p:nvPr/>
          </p:nvSpPr>
          <p:spPr>
            <a:xfrm>
              <a:off x="9277920" y="23562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43" name="Oval 12"/>
            <p:cNvSpPr/>
            <p:nvPr/>
          </p:nvSpPr>
          <p:spPr>
            <a:xfrm>
              <a:off x="9272880" y="22626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4" name="Freeform 13"/>
            <p:cNvSpPr/>
            <p:nvPr/>
          </p:nvSpPr>
          <p:spPr>
            <a:xfrm>
              <a:off x="10333440" y="1992600"/>
              <a:ext cx="342720" cy="29952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299520"/>
                <a:gd name="textAreaBottom" fmla="*/ 299880 h 299520"/>
                <a:gd name="GluePoint1X" fmla="*/ 0 w 216"/>
                <a:gd name="GluePoint1Y" fmla="*/ 0 h 189"/>
                <a:gd name="GluePoint2X" fmla="*/ 216 w 216"/>
                <a:gd name="GluePoint2Y" fmla="*/ 189 h 1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5" name="Freeform 14"/>
            <p:cNvSpPr/>
            <p:nvPr/>
          </p:nvSpPr>
          <p:spPr>
            <a:xfrm>
              <a:off x="9781200" y="2411640"/>
              <a:ext cx="856800" cy="4320"/>
            </a:xfrm>
            <a:custGeom>
              <a:avLst/>
              <a:gdLst>
                <a:gd name="textAreaLeft" fmla="*/ 0 w 856800"/>
                <a:gd name="textAreaRight" fmla="*/ 857160 w 856800"/>
                <a:gd name="textAreaTop" fmla="*/ 0 h 4320"/>
                <a:gd name="textAreaBottom" fmla="*/ 4680 h 4320"/>
                <a:gd name="GluePoint1X" fmla="*/ 540 w 540"/>
                <a:gd name="GluePoint1Y" fmla="*/ 3 h 3"/>
                <a:gd name="GluePoint2X" fmla="*/ 0 w 540"/>
                <a:gd name="GluePoint2Y" fmla="*/ 0 h 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0320" rIns="90000" bIns="-403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46" name="Group 15"/>
            <p:cNvGrpSpPr/>
            <p:nvPr/>
          </p:nvGrpSpPr>
          <p:grpSpPr>
            <a:xfrm>
              <a:off x="9359640" y="2186280"/>
              <a:ext cx="315720" cy="395280"/>
              <a:chOff x="9359640" y="2186280"/>
              <a:chExt cx="315720" cy="395280"/>
            </a:xfrm>
          </p:grpSpPr>
          <p:sp>
            <p:nvSpPr>
              <p:cNvPr id="5747" name="Rectangle 16"/>
              <p:cNvSpPr/>
              <p:nvPr/>
            </p:nvSpPr>
            <p:spPr>
              <a:xfrm>
                <a:off x="9399240" y="2283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8" name="Text Box 17"/>
              <p:cNvSpPr/>
              <p:nvPr/>
            </p:nvSpPr>
            <p:spPr>
              <a:xfrm>
                <a:off x="9359640" y="2186280"/>
                <a:ext cx="31572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Comic Sans MS"/>
                    <a:ea typeface="ＭＳ Ｐゴシック"/>
                  </a:rPr>
                  <a:t>x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749" name="Group 18"/>
            <p:cNvGrpSpPr/>
            <p:nvPr/>
          </p:nvGrpSpPr>
          <p:grpSpPr>
            <a:xfrm>
              <a:off x="10614600" y="2205360"/>
              <a:ext cx="501840" cy="395280"/>
              <a:chOff x="10614600" y="2205360"/>
              <a:chExt cx="501840" cy="395280"/>
            </a:xfrm>
          </p:grpSpPr>
          <p:sp>
            <p:nvSpPr>
              <p:cNvPr id="5750" name="Oval 19"/>
              <p:cNvSpPr/>
              <p:nvPr/>
            </p:nvSpPr>
            <p:spPr>
              <a:xfrm>
                <a:off x="10619280" y="238644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1" name="Line 20"/>
              <p:cNvSpPr/>
              <p:nvPr/>
            </p:nvSpPr>
            <p:spPr>
              <a:xfrm>
                <a:off x="10618920" y="2374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2" name="Line 21"/>
              <p:cNvSpPr/>
              <p:nvPr/>
            </p:nvSpPr>
            <p:spPr>
              <a:xfrm>
                <a:off x="11116080" y="2374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3" name="Rectangle 22"/>
              <p:cNvSpPr/>
              <p:nvPr/>
            </p:nvSpPr>
            <p:spPr>
              <a:xfrm>
                <a:off x="10619280" y="237528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54" name="Oval 23"/>
              <p:cNvSpPr/>
              <p:nvPr/>
            </p:nvSpPr>
            <p:spPr>
              <a:xfrm>
                <a:off x="10614600" y="228168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755" name="Group 24"/>
              <p:cNvGrpSpPr/>
              <p:nvPr/>
            </p:nvGrpSpPr>
            <p:grpSpPr>
              <a:xfrm>
                <a:off x="10719360" y="2205360"/>
                <a:ext cx="300600" cy="395280"/>
                <a:chOff x="10719360" y="2205360"/>
                <a:chExt cx="300600" cy="395280"/>
              </a:xfrm>
            </p:grpSpPr>
            <p:sp>
              <p:nvSpPr>
                <p:cNvPr id="5756" name="Rectangle 25"/>
                <p:cNvSpPr/>
                <p:nvPr/>
              </p:nvSpPr>
              <p:spPr>
                <a:xfrm>
                  <a:off x="10752120" y="2302200"/>
                  <a:ext cx="22320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757" name="Text Box 26"/>
                <p:cNvSpPr/>
                <p:nvPr/>
              </p:nvSpPr>
              <p:spPr>
                <a:xfrm>
                  <a:off x="10719360" y="2205360"/>
                  <a:ext cx="30060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omic Sans MS"/>
                      <a:ea typeface="ＭＳ Ｐゴシック"/>
                    </a:rPr>
                    <a:t>z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5758" name="Text Box 27"/>
            <p:cNvSpPr/>
            <p:nvPr/>
          </p:nvSpPr>
          <p:spPr>
            <a:xfrm>
              <a:off x="10449000" y="1872000"/>
              <a:ext cx="3103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9" name="Text Box 28"/>
            <p:cNvSpPr/>
            <p:nvPr/>
          </p:nvSpPr>
          <p:spPr>
            <a:xfrm>
              <a:off x="9610560" y="1867320"/>
              <a:ext cx="3117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0" name="Text Box 29"/>
            <p:cNvSpPr/>
            <p:nvPr/>
          </p:nvSpPr>
          <p:spPr>
            <a:xfrm>
              <a:off x="9997920" y="2395800"/>
              <a:ext cx="4424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50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61" name="Group 30"/>
            <p:cNvGrpSpPr/>
            <p:nvPr/>
          </p:nvGrpSpPr>
          <p:grpSpPr>
            <a:xfrm>
              <a:off x="9947880" y="1690920"/>
              <a:ext cx="501840" cy="395280"/>
              <a:chOff x="9947880" y="1690920"/>
              <a:chExt cx="501840" cy="395280"/>
            </a:xfrm>
          </p:grpSpPr>
          <p:sp>
            <p:nvSpPr>
              <p:cNvPr id="5762" name="Oval 31"/>
              <p:cNvSpPr/>
              <p:nvPr/>
            </p:nvSpPr>
            <p:spPr>
              <a:xfrm>
                <a:off x="9952560" y="187200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3" name="Line 32"/>
              <p:cNvSpPr/>
              <p:nvPr/>
            </p:nvSpPr>
            <p:spPr>
              <a:xfrm>
                <a:off x="9952200" y="186084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4" name="Line 33"/>
              <p:cNvSpPr/>
              <p:nvPr/>
            </p:nvSpPr>
            <p:spPr>
              <a:xfrm>
                <a:off x="10449360" y="186084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5" name="Rectangle 34"/>
              <p:cNvSpPr/>
              <p:nvPr/>
            </p:nvSpPr>
            <p:spPr>
              <a:xfrm>
                <a:off x="9952560" y="186084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66" name="Oval 35"/>
              <p:cNvSpPr/>
              <p:nvPr/>
            </p:nvSpPr>
            <p:spPr>
              <a:xfrm>
                <a:off x="9947880" y="176724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767" name="Group 36"/>
              <p:cNvGrpSpPr/>
              <p:nvPr/>
            </p:nvGrpSpPr>
            <p:grpSpPr>
              <a:xfrm>
                <a:off x="10048320" y="1690920"/>
                <a:ext cx="311040" cy="395280"/>
                <a:chOff x="10048320" y="1690920"/>
                <a:chExt cx="311040" cy="395280"/>
              </a:xfrm>
            </p:grpSpPr>
            <p:sp>
              <p:nvSpPr>
                <p:cNvPr id="5768" name="Rectangle 37"/>
                <p:cNvSpPr/>
                <p:nvPr/>
              </p:nvSpPr>
              <p:spPr>
                <a:xfrm>
                  <a:off x="10085400" y="1787760"/>
                  <a:ext cx="22320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769" name="Text Box 38"/>
                <p:cNvSpPr/>
                <p:nvPr/>
              </p:nvSpPr>
              <p:spPr>
                <a:xfrm>
                  <a:off x="10048320" y="1690920"/>
                  <a:ext cx="31104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omic Sans MS"/>
                      <a:ea typeface="ＭＳ Ｐゴシック"/>
                    </a:rPr>
                    <a:t>y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5770" name="Text Box 39"/>
            <p:cNvSpPr/>
            <p:nvPr/>
          </p:nvSpPr>
          <p:spPr>
            <a:xfrm>
              <a:off x="9446400" y="1472040"/>
              <a:ext cx="3103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omic Sans MS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1" name="Line 40"/>
            <p:cNvSpPr/>
            <p:nvPr/>
          </p:nvSpPr>
          <p:spPr>
            <a:xfrm flipH="1" flipV="1">
              <a:off x="9633240" y="1783080"/>
              <a:ext cx="209520" cy="36180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589" dur="indefinite" restart="never" nodeType="tmRoot">
          <p:childTnLst>
            <p:seq>
              <p:cTn id="1590" dur="indefinite" nodeType="mainSeq">
                <p:childTnLst>
                  <p:par>
                    <p:cTn id="1591" fill="hold">
                      <p:stCondLst>
                        <p:cond delay="indefinite"/>
                      </p:stCondLst>
                      <p:childTnLst>
                        <p:par>
                          <p:cTn id="1592" fill="hold">
                            <p:stCondLst>
                              <p:cond delay="0"/>
                            </p:stCondLst>
                            <p:childTnLst>
                              <p:par>
                                <p:cTn id="15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5" fill="hold">
                      <p:stCondLst>
                        <p:cond delay="indefinite"/>
                      </p:stCondLst>
                      <p:childTnLst>
                        <p:par>
                          <p:cTn id="1596" fill="hold">
                            <p:stCondLst>
                              <p:cond delay="0"/>
                            </p:stCondLst>
                            <p:childTnLst>
                              <p:par>
                                <p:cTn id="15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9" fill="hold">
                      <p:stCondLst>
                        <p:cond delay="indefinite"/>
                      </p:stCondLst>
                      <p:childTnLst>
                        <p:par>
                          <p:cTn id="1600" fill="hold">
                            <p:stCondLst>
                              <p:cond delay="0"/>
                            </p:stCondLst>
                            <p:childTnLst>
                              <p:par>
                                <p:cTn id="16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3" fill="hold">
                      <p:stCondLst>
                        <p:cond delay="indefinite"/>
                      </p:stCondLst>
                      <p:childTnLst>
                        <p:par>
                          <p:cTn id="1604" fill="hold">
                            <p:stCondLst>
                              <p:cond delay="0"/>
                            </p:stCondLst>
                            <p:childTnLst>
                              <p:par>
                                <p:cTn id="160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07" dur="500"/>
                                        <p:tgtEl>
                                          <p:spTgt spid="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2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vector: link cost changes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773" name="Rectangle 3"/>
          <p:cNvSpPr/>
          <p:nvPr/>
        </p:nvSpPr>
        <p:spPr>
          <a:xfrm>
            <a:off x="839160" y="1513080"/>
            <a:ext cx="8066520" cy="20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85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link cost changes: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1924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node detects local link cost change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1924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“bad news travels slow”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– count-to-infinity problem: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74" name="Group 5"/>
          <p:cNvGrpSpPr/>
          <p:nvPr/>
        </p:nvGrpSpPr>
        <p:grpSpPr>
          <a:xfrm>
            <a:off x="9120600" y="1472040"/>
            <a:ext cx="2184120" cy="1314000"/>
            <a:chOff x="9120600" y="1472040"/>
            <a:chExt cx="2184120" cy="1314000"/>
          </a:xfrm>
        </p:grpSpPr>
        <p:sp>
          <p:nvSpPr>
            <p:cNvPr id="5775" name="Freeform 6"/>
            <p:cNvSpPr/>
            <p:nvPr/>
          </p:nvSpPr>
          <p:spPr>
            <a:xfrm>
              <a:off x="9120600" y="1573560"/>
              <a:ext cx="2184120" cy="1212480"/>
            </a:xfrm>
            <a:custGeom>
              <a:avLst/>
              <a:gdLst>
                <a:gd name="textAreaLeft" fmla="*/ 0 w 2184120"/>
                <a:gd name="textAreaRight" fmla="*/ 2184480 w 2184120"/>
                <a:gd name="textAreaTop" fmla="*/ 0 h 1212480"/>
                <a:gd name="textAreaBottom" fmla="*/ 1212840 h 1212480"/>
                <a:gd name="GluePoint1X" fmla="*/ 113 w 1376"/>
                <a:gd name="GluePoint1Y" fmla="*/ 348 h 764"/>
                <a:gd name="GluePoint2X" fmla="*/ 395 w 1376"/>
                <a:gd name="GluePoint2Y" fmla="*/ 162 h 764"/>
                <a:gd name="GluePoint3X" fmla="*/ 710 w 1376"/>
                <a:gd name="GluePoint3Y" fmla="*/ 9 h 764"/>
                <a:gd name="GluePoint4X" fmla="*/ 1160 w 1376"/>
                <a:gd name="GluePoint4Y" fmla="*/ 219 h 764"/>
                <a:gd name="GluePoint5X" fmla="*/ 1367 w 1376"/>
                <a:gd name="GluePoint5Y" fmla="*/ 510 h 764"/>
                <a:gd name="GluePoint6X" fmla="*/ 1103 w 1376"/>
                <a:gd name="GluePoint6Y" fmla="*/ 726 h 764"/>
                <a:gd name="GluePoint7X" fmla="*/ 578 w 1376"/>
                <a:gd name="GluePoint7Y" fmla="*/ 738 h 764"/>
                <a:gd name="GluePoint8X" fmla="*/ 77 w 1376"/>
                <a:gd name="GluePoint8Y" fmla="*/ 630 h 764"/>
                <a:gd name="GluePoint9X" fmla="*/ 113 w 1376"/>
                <a:gd name="GluePoint9Y" fmla="*/ 348 h 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6" name="Freeform 7"/>
            <p:cNvSpPr/>
            <p:nvPr/>
          </p:nvSpPr>
          <p:spPr>
            <a:xfrm>
              <a:off x="9690480" y="1992600"/>
              <a:ext cx="352080" cy="285480"/>
            </a:xfrm>
            <a:custGeom>
              <a:avLst/>
              <a:gdLst>
                <a:gd name="textAreaLeft" fmla="*/ 0 w 352080"/>
                <a:gd name="textAreaRight" fmla="*/ 352440 w 352080"/>
                <a:gd name="textAreaTop" fmla="*/ 0 h 285480"/>
                <a:gd name="textAreaBottom" fmla="*/ 285840 h 285480"/>
                <a:gd name="GluePoint1X" fmla="*/ 0 w 222"/>
                <a:gd name="GluePoint1Y" fmla="*/ 180 h 180"/>
                <a:gd name="GluePoint2X" fmla="*/ 222 w 222"/>
                <a:gd name="GluePoint2Y" fmla="*/ 0 h 1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7" name="Oval 8"/>
            <p:cNvSpPr/>
            <p:nvPr/>
          </p:nvSpPr>
          <p:spPr>
            <a:xfrm>
              <a:off x="9277920" y="23673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8" name="Line 9"/>
            <p:cNvSpPr/>
            <p:nvPr/>
          </p:nvSpPr>
          <p:spPr>
            <a:xfrm>
              <a:off x="9277560" y="2355840"/>
              <a:ext cx="180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9" name="Line 10"/>
            <p:cNvSpPr/>
            <p:nvPr/>
          </p:nvSpPr>
          <p:spPr>
            <a:xfrm>
              <a:off x="9774360" y="2355840"/>
              <a:ext cx="180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4560" rIns="90000" bIns="34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0" name="Rectangle 11"/>
            <p:cNvSpPr/>
            <p:nvPr/>
          </p:nvSpPr>
          <p:spPr>
            <a:xfrm>
              <a:off x="9277920" y="23562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2760" rIns="90000" bIns="3276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81" name="Oval 12"/>
            <p:cNvSpPr/>
            <p:nvPr/>
          </p:nvSpPr>
          <p:spPr>
            <a:xfrm>
              <a:off x="9272880" y="22626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2" name="Freeform 13"/>
            <p:cNvSpPr/>
            <p:nvPr/>
          </p:nvSpPr>
          <p:spPr>
            <a:xfrm>
              <a:off x="10333440" y="1992600"/>
              <a:ext cx="342720" cy="29952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299520"/>
                <a:gd name="textAreaBottom" fmla="*/ 299880 h 299520"/>
                <a:gd name="GluePoint1X" fmla="*/ 0 w 216"/>
                <a:gd name="GluePoint1Y" fmla="*/ 0 h 189"/>
                <a:gd name="GluePoint2X" fmla="*/ 216 w 216"/>
                <a:gd name="GluePoint2Y" fmla="*/ 189 h 1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3" name="Freeform 14"/>
            <p:cNvSpPr/>
            <p:nvPr/>
          </p:nvSpPr>
          <p:spPr>
            <a:xfrm>
              <a:off x="9781200" y="2411640"/>
              <a:ext cx="856800" cy="4320"/>
            </a:xfrm>
            <a:custGeom>
              <a:avLst/>
              <a:gdLst>
                <a:gd name="textAreaLeft" fmla="*/ 0 w 856800"/>
                <a:gd name="textAreaRight" fmla="*/ 857160 w 856800"/>
                <a:gd name="textAreaTop" fmla="*/ 0 h 4320"/>
                <a:gd name="textAreaBottom" fmla="*/ 4680 h 4320"/>
                <a:gd name="GluePoint1X" fmla="*/ 540 w 540"/>
                <a:gd name="GluePoint1Y" fmla="*/ 3 h 3"/>
                <a:gd name="GluePoint2X" fmla="*/ 0 w 540"/>
                <a:gd name="GluePoint2Y" fmla="*/ 0 h 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0320" rIns="90000" bIns="-403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84" name="Group 15"/>
            <p:cNvGrpSpPr/>
            <p:nvPr/>
          </p:nvGrpSpPr>
          <p:grpSpPr>
            <a:xfrm>
              <a:off x="9359640" y="2186280"/>
              <a:ext cx="315720" cy="395280"/>
              <a:chOff x="9359640" y="2186280"/>
              <a:chExt cx="315720" cy="395280"/>
            </a:xfrm>
          </p:grpSpPr>
          <p:sp>
            <p:nvSpPr>
              <p:cNvPr id="5785" name="Rectangle 16"/>
              <p:cNvSpPr/>
              <p:nvPr/>
            </p:nvSpPr>
            <p:spPr>
              <a:xfrm>
                <a:off x="9399240" y="228312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86" name="Text Box 17"/>
              <p:cNvSpPr/>
              <p:nvPr/>
            </p:nvSpPr>
            <p:spPr>
              <a:xfrm>
                <a:off x="9359640" y="2186280"/>
                <a:ext cx="31572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Comic Sans MS"/>
                    <a:ea typeface="ＭＳ Ｐゴシック"/>
                  </a:rPr>
                  <a:t>x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787" name="Group 18"/>
            <p:cNvGrpSpPr/>
            <p:nvPr/>
          </p:nvGrpSpPr>
          <p:grpSpPr>
            <a:xfrm>
              <a:off x="10614600" y="2205360"/>
              <a:ext cx="501840" cy="395280"/>
              <a:chOff x="10614600" y="2205360"/>
              <a:chExt cx="501840" cy="395280"/>
            </a:xfrm>
          </p:grpSpPr>
          <p:sp>
            <p:nvSpPr>
              <p:cNvPr id="5788" name="Oval 19"/>
              <p:cNvSpPr/>
              <p:nvPr/>
            </p:nvSpPr>
            <p:spPr>
              <a:xfrm>
                <a:off x="10619280" y="238644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89" name="Line 20"/>
              <p:cNvSpPr/>
              <p:nvPr/>
            </p:nvSpPr>
            <p:spPr>
              <a:xfrm>
                <a:off x="10618920" y="2374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0" name="Line 21"/>
              <p:cNvSpPr/>
              <p:nvPr/>
            </p:nvSpPr>
            <p:spPr>
              <a:xfrm>
                <a:off x="11116080" y="2374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1" name="Rectangle 22"/>
              <p:cNvSpPr/>
              <p:nvPr/>
            </p:nvSpPr>
            <p:spPr>
              <a:xfrm>
                <a:off x="10619280" y="237528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792" name="Oval 23"/>
              <p:cNvSpPr/>
              <p:nvPr/>
            </p:nvSpPr>
            <p:spPr>
              <a:xfrm>
                <a:off x="10614600" y="228168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793" name="Group 24"/>
              <p:cNvGrpSpPr/>
              <p:nvPr/>
            </p:nvGrpSpPr>
            <p:grpSpPr>
              <a:xfrm>
                <a:off x="10719360" y="2205360"/>
                <a:ext cx="300600" cy="395280"/>
                <a:chOff x="10719360" y="2205360"/>
                <a:chExt cx="300600" cy="395280"/>
              </a:xfrm>
            </p:grpSpPr>
            <p:sp>
              <p:nvSpPr>
                <p:cNvPr id="5794" name="Rectangle 25"/>
                <p:cNvSpPr/>
                <p:nvPr/>
              </p:nvSpPr>
              <p:spPr>
                <a:xfrm>
                  <a:off x="10752120" y="2302200"/>
                  <a:ext cx="22320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795" name="Text Box 26"/>
                <p:cNvSpPr/>
                <p:nvPr/>
              </p:nvSpPr>
              <p:spPr>
                <a:xfrm>
                  <a:off x="10719360" y="2205360"/>
                  <a:ext cx="30060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omic Sans MS"/>
                      <a:ea typeface="ＭＳ Ｐゴシック"/>
                    </a:rPr>
                    <a:t>z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5796" name="Text Box 27"/>
            <p:cNvSpPr/>
            <p:nvPr/>
          </p:nvSpPr>
          <p:spPr>
            <a:xfrm>
              <a:off x="10449000" y="1872000"/>
              <a:ext cx="3103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7" name="Text Box 28"/>
            <p:cNvSpPr/>
            <p:nvPr/>
          </p:nvSpPr>
          <p:spPr>
            <a:xfrm>
              <a:off x="9610560" y="1867320"/>
              <a:ext cx="3117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8" name="Text Box 29"/>
            <p:cNvSpPr/>
            <p:nvPr/>
          </p:nvSpPr>
          <p:spPr>
            <a:xfrm>
              <a:off x="9997920" y="2395800"/>
              <a:ext cx="4424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50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99" name="Group 30"/>
            <p:cNvGrpSpPr/>
            <p:nvPr/>
          </p:nvGrpSpPr>
          <p:grpSpPr>
            <a:xfrm>
              <a:off x="9947880" y="1690920"/>
              <a:ext cx="501840" cy="395280"/>
              <a:chOff x="9947880" y="1690920"/>
              <a:chExt cx="501840" cy="395280"/>
            </a:xfrm>
          </p:grpSpPr>
          <p:sp>
            <p:nvSpPr>
              <p:cNvPr id="5800" name="Oval 31"/>
              <p:cNvSpPr/>
              <p:nvPr/>
            </p:nvSpPr>
            <p:spPr>
              <a:xfrm>
                <a:off x="9952560" y="187200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1" name="Line 32"/>
              <p:cNvSpPr/>
              <p:nvPr/>
            </p:nvSpPr>
            <p:spPr>
              <a:xfrm>
                <a:off x="9952200" y="186084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2" name="Line 33"/>
              <p:cNvSpPr/>
              <p:nvPr/>
            </p:nvSpPr>
            <p:spPr>
              <a:xfrm>
                <a:off x="10449360" y="186084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200" rIns="90000" bIns="34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3" name="Rectangle 34"/>
              <p:cNvSpPr/>
              <p:nvPr/>
            </p:nvSpPr>
            <p:spPr>
              <a:xfrm>
                <a:off x="9952560" y="186084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804" name="Oval 35"/>
              <p:cNvSpPr/>
              <p:nvPr/>
            </p:nvSpPr>
            <p:spPr>
              <a:xfrm>
                <a:off x="9947880" y="176724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805" name="Group 36"/>
              <p:cNvGrpSpPr/>
              <p:nvPr/>
            </p:nvGrpSpPr>
            <p:grpSpPr>
              <a:xfrm>
                <a:off x="10048320" y="1690920"/>
                <a:ext cx="311040" cy="395280"/>
                <a:chOff x="10048320" y="1690920"/>
                <a:chExt cx="311040" cy="395280"/>
              </a:xfrm>
            </p:grpSpPr>
            <p:sp>
              <p:nvSpPr>
                <p:cNvPr id="5806" name="Rectangle 37"/>
                <p:cNvSpPr/>
                <p:nvPr/>
              </p:nvSpPr>
              <p:spPr>
                <a:xfrm>
                  <a:off x="10085400" y="1787760"/>
                  <a:ext cx="22320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07" name="Text Box 38"/>
                <p:cNvSpPr/>
                <p:nvPr/>
              </p:nvSpPr>
              <p:spPr>
                <a:xfrm>
                  <a:off x="10048320" y="1690920"/>
                  <a:ext cx="31104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Comic Sans MS"/>
                      <a:ea typeface="ＭＳ Ｐゴシック"/>
                    </a:rPr>
                    <a:t>y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5808" name="Text Box 39"/>
            <p:cNvSpPr/>
            <p:nvPr/>
          </p:nvSpPr>
          <p:spPr>
            <a:xfrm>
              <a:off x="9380160" y="1472040"/>
              <a:ext cx="4424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0000"/>
                  </a:solidFill>
                  <a:effectLst/>
                  <a:uFillTx/>
                  <a:latin typeface="Comic Sans MS"/>
                  <a:ea typeface="ＭＳ Ｐゴシック"/>
                </a:rPr>
                <a:t>60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9" name="Line 40"/>
            <p:cNvSpPr/>
            <p:nvPr/>
          </p:nvSpPr>
          <p:spPr>
            <a:xfrm flipH="1" flipV="1">
              <a:off x="9633240" y="1783080"/>
              <a:ext cx="209520" cy="361800"/>
            </a:xfrm>
            <a:prstGeom prst="line">
              <a:avLst/>
            </a:prstGeom>
            <a:ln w="1905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10" name="Rectangle 3"/>
          <p:cNvSpPr/>
          <p:nvPr/>
        </p:nvSpPr>
        <p:spPr>
          <a:xfrm>
            <a:off x="1041840" y="2917800"/>
            <a:ext cx="105195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7760" indent="-22392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sees direct link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has new cost 60, but z has said it has a path at cost of 5. So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computes “my new cost to x will be 6, via z); notifies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of new cost of 6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1" name="Rectangle 3"/>
          <p:cNvSpPr/>
          <p:nvPr/>
        </p:nvSpPr>
        <p:spPr>
          <a:xfrm>
            <a:off x="1044000" y="3596400"/>
            <a:ext cx="993060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7760" indent="-22392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learns that path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via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y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has new cost 6, so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computes “my new cost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will be 7 via y), notifies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of new cost of 7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2" name="Rectangle 3"/>
          <p:cNvSpPr/>
          <p:nvPr/>
        </p:nvSpPr>
        <p:spPr>
          <a:xfrm>
            <a:off x="1045800" y="4275000"/>
            <a:ext cx="993060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7760" indent="-22392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learns that path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via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has new cost 7, so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computes “my new cost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will be 8 via y), notifies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of new cost of 8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3" name="Rectangle 3"/>
          <p:cNvSpPr/>
          <p:nvPr/>
        </p:nvSpPr>
        <p:spPr>
          <a:xfrm>
            <a:off x="1020960" y="4963680"/>
            <a:ext cx="993060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7760" indent="-22392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learns that path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via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y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has new cost 8, so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computes “my new cost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will be 9 via y), notifies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of new cost of 9 to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4" name="TextBox 2"/>
          <p:cNvSpPr/>
          <p:nvPr/>
        </p:nvSpPr>
        <p:spPr>
          <a:xfrm>
            <a:off x="1365480" y="5473440"/>
            <a:ext cx="4608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5" name="Rectangle 3"/>
          <p:cNvSpPr/>
          <p:nvPr/>
        </p:nvSpPr>
        <p:spPr>
          <a:xfrm>
            <a:off x="847440" y="6018840"/>
            <a:ext cx="993060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7760" indent="-22392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 text for solutions. 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Distributed algorithms are tricky!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Comparison of LS and DV algorithms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817" name="Rectangle 3"/>
          <p:cNvSpPr/>
          <p:nvPr/>
        </p:nvSpPr>
        <p:spPr>
          <a:xfrm>
            <a:off x="749520" y="1478160"/>
            <a:ext cx="5162760" cy="16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message complexity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6960" indent="-349200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LS: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n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routers, O(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i="1" u="none" strike="noStrike" baseline="30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messages sent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6960" indent="-349200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DV: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exchange between neighbors; convergence time varies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8" name="Rectangle 3"/>
          <p:cNvSpPr/>
          <p:nvPr/>
        </p:nvSpPr>
        <p:spPr>
          <a:xfrm>
            <a:off x="739080" y="3382200"/>
            <a:ext cx="5060160" cy="23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222120" defTabSz="914400">
              <a:lnSpc>
                <a:spcPct val="90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speed of convergence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6960" indent="-34920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LS: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1" i="1" u="none" strike="noStrike" baseline="30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algorithm, O(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400" b="0" i="1" u="none" strike="noStrike" baseline="30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messages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6960" lvl="1" indent="-236520" defTabSz="914400">
              <a:lnSpc>
                <a:spcPct val="90000"/>
              </a:lnSpc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may have oscillations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6960" indent="-34920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DV: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convergence time varies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6960" lvl="1" indent="-236520" defTabSz="914400">
              <a:lnSpc>
                <a:spcPct val="90000"/>
              </a:lnSpc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may have routing loops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6960" lvl="1" indent="-236520" defTabSz="914400">
              <a:lnSpc>
                <a:spcPct val="90000"/>
              </a:lnSpc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count-to-infinity problem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9" name="Rectangle 4"/>
          <p:cNvSpPr/>
          <p:nvPr/>
        </p:nvSpPr>
        <p:spPr>
          <a:xfrm>
            <a:off x="6087600" y="1499040"/>
            <a:ext cx="5573880" cy="49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robustness: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happens if router malfunctions, or is compromised?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LS: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22360" lvl="1" indent="-236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 can advertise incorrect </a:t>
            </a:r>
            <a:r>
              <a:rPr lang="en-US" sz="2400" b="0" i="1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link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22360" lvl="1" indent="-236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router computes only its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own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table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DV: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lvl="1" indent="-2239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DV router can advertise incorrect </a:t>
            </a:r>
            <a:r>
              <a:rPr lang="en-US" sz="2400" b="0" i="1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path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cost (“I have a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really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low-cost path to everywhere”):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black-holing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lvl="1" indent="-2239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router’s DV is used by others: error propagate thru network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608" dur="indefinite" restart="never" nodeType="tmRoot">
          <p:childTnLst>
            <p:seq>
              <p:cTn id="1609" dur="indefinite" nodeType="mainSeq">
                <p:childTnLst>
                  <p:par>
                    <p:cTn id="1610" fill="hold">
                      <p:stCondLst>
                        <p:cond delay="indefinite"/>
                      </p:stCondLst>
                      <p:childTnLst>
                        <p:par>
                          <p:cTn id="1611" fill="hold">
                            <p:stCondLst>
                              <p:cond delay="0"/>
                            </p:stCondLst>
                            <p:childTnLst>
                              <p:par>
                                <p:cTn id="161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14" dur="500"/>
                                        <p:tgtEl>
                                          <p:spTgt spid="5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5" fill="hold">
                      <p:stCondLst>
                        <p:cond delay="indefinite"/>
                      </p:stCondLst>
                      <p:childTnLst>
                        <p:par>
                          <p:cTn id="1616" fill="hold">
                            <p:stCondLst>
                              <p:cond delay="0"/>
                            </p:stCondLst>
                            <p:childTnLst>
                              <p:par>
                                <p:cTn id="161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19" dur="500"/>
                                        <p:tgtEl>
                                          <p:spTgt spid="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0" fill="hold">
                      <p:stCondLst>
                        <p:cond delay="indefinite"/>
                      </p:stCondLst>
                      <p:childTnLst>
                        <p:par>
                          <p:cTn id="1621" fill="hold">
                            <p:stCondLst>
                              <p:cond delay="0"/>
                            </p:stCondLst>
                            <p:childTnLst>
                              <p:par>
                                <p:cTn id="162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24" dur="500"/>
                                        <p:tgtEl>
                                          <p:spTgt spid="5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27" dur="500"/>
                                        <p:tgtEl>
                                          <p:spTgt spid="5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30" dur="500"/>
                                        <p:tgtEl>
                                          <p:spTgt spid="5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1" fill="hold">
                      <p:stCondLst>
                        <p:cond delay="indefinite"/>
                      </p:stCondLst>
                      <p:childTnLst>
                        <p:par>
                          <p:cTn id="1632" fill="hold">
                            <p:stCondLst>
                              <p:cond delay="0"/>
                            </p:stCondLst>
                            <p:childTnLst>
                              <p:par>
                                <p:cTn id="163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35" dur="500"/>
                                        <p:tgtEl>
                                          <p:spTgt spid="5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38" dur="500"/>
                                        <p:tgtEl>
                                          <p:spTgt spid="5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41" dur="500"/>
                                        <p:tgtEl>
                                          <p:spTgt spid="5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0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821" name="Rectangle 4"/>
          <p:cNvSpPr/>
          <p:nvPr/>
        </p:nvSpPr>
        <p:spPr>
          <a:xfrm>
            <a:off x="6761520" y="4144680"/>
            <a:ext cx="506628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2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3" name="PlaceHolder 2"/>
          <p:cNvSpPr>
            <a:spLocks noGrp="1"/>
          </p:cNvSpPr>
          <p:nvPr>
            <p:ph type="sldNum" idx="4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64318A6E-E536-4645-90EB-966CA35B1899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24" name="Picture 2"/>
          <p:cNvPicPr/>
          <p:nvPr/>
        </p:nvPicPr>
        <p:blipFill>
          <a:blip r:embed="rId1"/>
          <a:stretch/>
        </p:blipFill>
        <p:spPr>
          <a:xfrm>
            <a:off x="6904800" y="158940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5" name="PlaceHolder 1"/>
          <p:cNvSpPr>
            <a:spLocks noGrp="1"/>
          </p:cNvSpPr>
          <p:nvPr>
            <p:ph/>
          </p:nvPr>
        </p:nvSpPr>
        <p:spPr>
          <a:xfrm>
            <a:off x="788040" y="156132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13032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our routing study thus far - idealized 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22360" indent="-285840" algn="l" defTabSz="914400">
              <a:lnSpc>
                <a:spcPct val="90000"/>
              </a:lnSpc>
              <a:spcBef>
                <a:spcPts val="400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routers identical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22360" indent="-285840" algn="l" defTabSz="914400">
              <a:lnSpc>
                <a:spcPct val="90000"/>
              </a:lnSpc>
              <a:spcBef>
                <a:spcPts val="400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 “flat”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032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… not true in practice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26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Making routing scalable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827" name="PlaceHolder 3"/>
          <p:cNvSpPr>
            <a:spLocks noGrp="1"/>
          </p:cNvSpPr>
          <p:nvPr>
            <p:ph type="sldNum" idx="4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3FFB63A-9216-4A41-9D98-E5AB459E75B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8" name="Rectangle 3"/>
          <p:cNvSpPr/>
          <p:nvPr/>
        </p:nvSpPr>
        <p:spPr>
          <a:xfrm>
            <a:off x="990720" y="3666960"/>
            <a:ext cx="4983840" cy="22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scale: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billions of destinations: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can’t store all destinations in routing tables!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table exchange would swamp links!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9" name="Rectangle 4"/>
          <p:cNvSpPr/>
          <p:nvPr/>
        </p:nvSpPr>
        <p:spPr>
          <a:xfrm>
            <a:off x="6413400" y="3655080"/>
            <a:ext cx="536076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administrative autonomy: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1924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Internet: a network of networks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1924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each network admin may want to control routing in its own network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642" dur="indefinite" restart="never" nodeType="tmRoot">
          <p:childTnLst>
            <p:seq>
              <p:cTn id="1643" dur="indefinite" nodeType="mainSeq">
                <p:childTnLst>
                  <p:par>
                    <p:cTn id="1644" fill="hold">
                      <p:stCondLst>
                        <p:cond delay="indefinite"/>
                      </p:stCondLst>
                      <p:childTnLst>
                        <p:par>
                          <p:cTn id="1645" fill="hold">
                            <p:stCondLst>
                              <p:cond delay="0"/>
                            </p:stCondLst>
                            <p:childTnLst>
                              <p:par>
                                <p:cTn id="164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48" dur="500"/>
                                        <p:tgtEl>
                                          <p:spTgt spid="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9" fill="hold">
                      <p:stCondLst>
                        <p:cond delay="indefinite"/>
                      </p:stCondLst>
                      <p:childTnLst>
                        <p:par>
                          <p:cTn id="1650" fill="hold">
                            <p:stCondLst>
                              <p:cond delay="0"/>
                            </p:stCondLst>
                            <p:childTnLst>
                              <p:par>
                                <p:cTn id="165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53" dur="500"/>
                                        <p:tgtEl>
                                          <p:spTgt spid="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0" name="PlaceHolder 1"/>
          <p:cNvSpPr>
            <a:spLocks noGrp="1"/>
          </p:cNvSpPr>
          <p:nvPr>
            <p:ph/>
          </p:nvPr>
        </p:nvSpPr>
        <p:spPr>
          <a:xfrm>
            <a:off x="788040" y="156132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13032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aggregate routers into regions known as </a:t>
            </a:r>
            <a:r>
              <a:rPr lang="en-US" sz="32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“autonomous systems”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(AS) (a.k.a. “</a:t>
            </a:r>
            <a:r>
              <a:rPr lang="en-US" sz="32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domains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”)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31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Internet approach to scalable routing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832" name="PlaceHolder 3"/>
          <p:cNvSpPr>
            <a:spLocks noGrp="1"/>
          </p:cNvSpPr>
          <p:nvPr>
            <p:ph type="sldNum" idx="4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47BA1A05-BE21-4735-9ADD-E134EA2B035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55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3" name="Rectangle 3"/>
          <p:cNvSpPr/>
          <p:nvPr/>
        </p:nvSpPr>
        <p:spPr>
          <a:xfrm>
            <a:off x="952560" y="2904480"/>
            <a:ext cx="5635440" cy="36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85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intra-AS (aka “intra-domain”):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among routers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within same AS (“network”)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all routers in AS must run same intra-domain protocol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routers in different AS can run different intra-domain routing protocols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gateway router: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at “edge” of its own AS, has link(s) to router(s) in other AS’es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4" name="Rectangle 4"/>
          <p:cNvSpPr/>
          <p:nvPr/>
        </p:nvSpPr>
        <p:spPr>
          <a:xfrm>
            <a:off x="6864120" y="2928600"/>
            <a:ext cx="51606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 defTabSz="914400">
              <a:lnSpc>
                <a:spcPct val="85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inter-AS (aka “inter-domain”):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</a:t>
            </a:r>
            <a:r>
              <a:rPr lang="en-US" sz="28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among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AS’es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8584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gateways perform inter-domain routing (as well as intra-domain routing)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654" dur="indefinite" restart="never" nodeType="tmRoot">
          <p:childTnLst>
            <p:seq>
              <p:cTn id="1655" dur="indefinite" nodeType="mainSeq">
                <p:childTnLst>
                  <p:par>
                    <p:cTn id="1656" fill="hold">
                      <p:stCondLst>
                        <p:cond delay="indefinite"/>
                      </p:stCondLst>
                      <p:childTnLst>
                        <p:par>
                          <p:cTn id="1657" fill="hold">
                            <p:stCondLst>
                              <p:cond delay="0"/>
                            </p:stCondLst>
                            <p:childTnLst>
                              <p:par>
                                <p:cTn id="165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60" dur="500"/>
                                        <p:tgtEl>
                                          <p:spTgt spid="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1" fill="hold">
                      <p:stCondLst>
                        <p:cond delay="indefinite"/>
                      </p:stCondLst>
                      <p:childTnLst>
                        <p:par>
                          <p:cTn id="1662" fill="hold">
                            <p:stCondLst>
                              <p:cond delay="0"/>
                            </p:stCondLst>
                            <p:childTnLst>
                              <p:par>
                                <p:cTn id="166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65" dur="500"/>
                                        <p:tgtEl>
                                          <p:spTgt spid="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5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Interconnected ASes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5836" name="PlaceHolder 2"/>
          <p:cNvSpPr>
            <a:spLocks noGrp="1"/>
          </p:cNvSpPr>
          <p:nvPr>
            <p:ph type="sldNum" idx="5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42ADEA4-2688-4097-9E8C-BC409E359830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7" name="Freeform 3"/>
          <p:cNvSpPr/>
          <p:nvPr/>
        </p:nvSpPr>
        <p:spPr>
          <a:xfrm>
            <a:off x="5446800" y="4100760"/>
            <a:ext cx="2351520" cy="1511280"/>
          </a:xfrm>
          <a:custGeom>
            <a:avLst/>
            <a:gdLst>
              <a:gd name="textAreaLeft" fmla="*/ 0 w 2351520"/>
              <a:gd name="textAreaRight" fmla="*/ 2351880 w 2351520"/>
              <a:gd name="textAreaTop" fmla="*/ 0 h 1511280"/>
              <a:gd name="textAreaBottom" fmla="*/ 1511640 h 1511280"/>
              <a:gd name="GluePoint1X" fmla="*/ 1063 w 1162"/>
              <a:gd name="GluePoint1Y" fmla="*/ 49351 h 543"/>
              <a:gd name="GluePoint2X" fmla="*/ 6960 w 1162"/>
              <a:gd name="GluePoint2Y" fmla="*/ 4162 h 543"/>
              <a:gd name="GluePoint3X" fmla="*/ 17785 w 1162"/>
              <a:gd name="GluePoint3Y" fmla="*/ 23973 h 543"/>
              <a:gd name="GluePoint4X" fmla="*/ 21649 w 1162"/>
              <a:gd name="GluePoint4Y" fmla="*/ 72662 h 543"/>
              <a:gd name="GluePoint5X" fmla="*/ 19828 w 1162"/>
              <a:gd name="GluePoint5Y" fmla="*/ 137161 h 543"/>
              <a:gd name="GluePoint6X" fmla="*/ 11083 w 1162"/>
              <a:gd name="GluePoint6Y" fmla="*/ 164591 h 543"/>
              <a:gd name="GluePoint7X" fmla="*/ 1657 w 1162"/>
              <a:gd name="GluePoint7Y" fmla="*/ 133650 h 543"/>
              <a:gd name="GluePoint8X" fmla="*/ 1063 w 1162"/>
              <a:gd name="GluePoint8Y" fmla="*/ 49351 h 5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8" name="Freeform 4"/>
          <p:cNvSpPr/>
          <p:nvPr/>
        </p:nvSpPr>
        <p:spPr>
          <a:xfrm>
            <a:off x="1620360" y="3846960"/>
            <a:ext cx="1832040" cy="1497960"/>
          </a:xfrm>
          <a:custGeom>
            <a:avLst/>
            <a:gdLst>
              <a:gd name="textAreaLeft" fmla="*/ 0 w 1832040"/>
              <a:gd name="textAreaRight" fmla="*/ 1832400 w 1832040"/>
              <a:gd name="textAreaTop" fmla="*/ 0 h 1497960"/>
              <a:gd name="textAreaBottom" fmla="*/ 1498320 h 1497960"/>
              <a:gd name="GluePoint1X" fmla="*/ 134 w 1198"/>
              <a:gd name="GluePoint1Y" fmla="*/ 270558 h 451"/>
              <a:gd name="GluePoint2X" fmla="*/ 273 w 1198"/>
              <a:gd name="GluePoint2Y" fmla="*/ 132828 h 451"/>
              <a:gd name="GluePoint3X" fmla="*/ 679 w 1198"/>
              <a:gd name="GluePoint3Y" fmla="*/ 73044 h 451"/>
              <a:gd name="GluePoint4X" fmla="*/ 1501 w 1198"/>
              <a:gd name="GluePoint4Y" fmla="*/ 37135 h 451"/>
              <a:gd name="GluePoint5X" fmla="*/ 1796 w 1198"/>
              <a:gd name="GluePoint5Y" fmla="*/ 294460 h 451"/>
              <a:gd name="GluePoint6X" fmla="*/ 1350 w 1198"/>
              <a:gd name="GluePoint6Y" fmla="*/ 616944 h 451"/>
              <a:gd name="GluePoint7X" fmla="*/ 466 w 1198"/>
              <a:gd name="GluePoint7Y" fmla="*/ 634874 h 451"/>
              <a:gd name="GluePoint8X" fmla="*/ 54 w 1198"/>
              <a:gd name="GluePoint8Y" fmla="*/ 503524 h 451"/>
              <a:gd name="GluePoint9X" fmla="*/ 134 w 1198"/>
              <a:gd name="GluePoint9Y" fmla="*/ 270558 h 45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9" name="Freeform 5"/>
          <p:cNvSpPr/>
          <p:nvPr/>
        </p:nvSpPr>
        <p:spPr>
          <a:xfrm>
            <a:off x="2802960" y="4928040"/>
            <a:ext cx="2929680" cy="1167480"/>
          </a:xfrm>
          <a:custGeom>
            <a:avLst/>
            <a:gdLst>
              <a:gd name="textAreaLeft" fmla="*/ 0 w 2929680"/>
              <a:gd name="textAreaRight" fmla="*/ 2930040 w 2929680"/>
              <a:gd name="textAreaTop" fmla="*/ 0 h 1167480"/>
              <a:gd name="textAreaBottom" fmla="*/ 1167840 h 1167480"/>
              <a:gd name="GluePoint1X" fmla="*/ 1319 w 1583"/>
              <a:gd name="GluePoint1Y" fmla="*/ 862 h 682"/>
              <a:gd name="GluePoint2X" fmla="*/ 3445 w 1583"/>
              <a:gd name="GluePoint2Y" fmla="*/ 285 h 682"/>
              <a:gd name="GluePoint3X" fmla="*/ 6645 w 1583"/>
              <a:gd name="GluePoint3Y" fmla="*/ 77 h 682"/>
              <a:gd name="GluePoint4X" fmla="*/ 9794 w 1583"/>
              <a:gd name="GluePoint4Y" fmla="*/ 744 h 682"/>
              <a:gd name="GluePoint5X" fmla="*/ 13238 w 1583"/>
              <a:gd name="GluePoint5Y" fmla="*/ 1642 h 682"/>
              <a:gd name="GluePoint6X" fmla="*/ 10773 w 1583"/>
              <a:gd name="GluePoint6Y" fmla="*/ 2476 h 682"/>
              <a:gd name="GluePoint7X" fmla="*/ 5844 w 1583"/>
              <a:gd name="GluePoint7Y" fmla="*/ 2523 h 682"/>
              <a:gd name="GluePoint8X" fmla="*/ 751 w 1583"/>
              <a:gd name="GluePoint8Y" fmla="*/ 2291 h 682"/>
              <a:gd name="GluePoint9X" fmla="*/ 1319 w 1583"/>
              <a:gd name="GluePoint9Y" fmla="*/ 862 h 6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0" name="Oval 6"/>
          <p:cNvSpPr/>
          <p:nvPr/>
        </p:nvSpPr>
        <p:spPr>
          <a:xfrm>
            <a:off x="2001240" y="492660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1" name="Line 7"/>
          <p:cNvSpPr/>
          <p:nvPr/>
        </p:nvSpPr>
        <p:spPr>
          <a:xfrm>
            <a:off x="2001240" y="491580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2" name="Line 8"/>
          <p:cNvSpPr/>
          <p:nvPr/>
        </p:nvSpPr>
        <p:spPr>
          <a:xfrm>
            <a:off x="2458080" y="491580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3" name="Rectangle 9"/>
          <p:cNvSpPr/>
          <p:nvPr/>
        </p:nvSpPr>
        <p:spPr>
          <a:xfrm>
            <a:off x="2001240" y="4916160"/>
            <a:ext cx="452160" cy="7488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0240" rIns="90000" bIns="3024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4" name="Oval 10"/>
          <p:cNvSpPr/>
          <p:nvPr/>
        </p:nvSpPr>
        <p:spPr>
          <a:xfrm>
            <a:off x="1996920" y="482904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5" name="Rectangle 11"/>
          <p:cNvSpPr/>
          <p:nvPr/>
        </p:nvSpPr>
        <p:spPr>
          <a:xfrm>
            <a:off x="2124000" y="4848120"/>
            <a:ext cx="205560" cy="1825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6" name="Text Box 12"/>
          <p:cNvSpPr/>
          <p:nvPr/>
        </p:nvSpPr>
        <p:spPr>
          <a:xfrm>
            <a:off x="1999800" y="475236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7" name="Oval 13"/>
          <p:cNvSpPr/>
          <p:nvPr/>
        </p:nvSpPr>
        <p:spPr>
          <a:xfrm>
            <a:off x="3779640" y="582012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8" name="Line 14"/>
          <p:cNvSpPr/>
          <p:nvPr/>
        </p:nvSpPr>
        <p:spPr>
          <a:xfrm>
            <a:off x="3779280" y="580968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9" name="Line 15"/>
          <p:cNvSpPr/>
          <p:nvPr/>
        </p:nvSpPr>
        <p:spPr>
          <a:xfrm>
            <a:off x="4236120" y="580968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0" name="Rectangle 16"/>
          <p:cNvSpPr/>
          <p:nvPr/>
        </p:nvSpPr>
        <p:spPr>
          <a:xfrm>
            <a:off x="3779640" y="5809680"/>
            <a:ext cx="452160" cy="7488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0240" rIns="90000" bIns="3024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1" name="Oval 17"/>
          <p:cNvSpPr/>
          <p:nvPr/>
        </p:nvSpPr>
        <p:spPr>
          <a:xfrm>
            <a:off x="3774960" y="572292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52" name="Group 18"/>
          <p:cNvGrpSpPr/>
          <p:nvPr/>
        </p:nvGrpSpPr>
        <p:grpSpPr>
          <a:xfrm>
            <a:off x="3780360" y="5637240"/>
            <a:ext cx="464040" cy="395280"/>
            <a:chOff x="3780360" y="5637240"/>
            <a:chExt cx="464040" cy="395280"/>
          </a:xfrm>
        </p:grpSpPr>
        <p:sp>
          <p:nvSpPr>
            <p:cNvPr id="5853" name="Rectangle 19"/>
            <p:cNvSpPr/>
            <p:nvPr/>
          </p:nvSpPr>
          <p:spPr>
            <a:xfrm>
              <a:off x="3901320" y="5733000"/>
              <a:ext cx="205560" cy="194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4" name="Text Box 20"/>
            <p:cNvSpPr/>
            <p:nvPr/>
          </p:nvSpPr>
          <p:spPr>
            <a:xfrm>
              <a:off x="3780360" y="5637240"/>
              <a:ext cx="4640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55" name="Oval 21"/>
          <p:cNvSpPr/>
          <p:nvPr/>
        </p:nvSpPr>
        <p:spPr>
          <a:xfrm>
            <a:off x="2820240" y="4731840"/>
            <a:ext cx="456480" cy="12204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1760" rIns="90000" bIns="417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6" name="Line 22"/>
          <p:cNvSpPr/>
          <p:nvPr/>
        </p:nvSpPr>
        <p:spPr>
          <a:xfrm>
            <a:off x="2820240" y="472140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7" name="Line 23"/>
          <p:cNvSpPr/>
          <p:nvPr/>
        </p:nvSpPr>
        <p:spPr>
          <a:xfrm>
            <a:off x="3277080" y="472140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8" name="Rectangle 24"/>
          <p:cNvSpPr/>
          <p:nvPr/>
        </p:nvSpPr>
        <p:spPr>
          <a:xfrm>
            <a:off x="2820240" y="4721400"/>
            <a:ext cx="452160" cy="691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4480" rIns="90000" bIns="2448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9" name="Oval 25"/>
          <p:cNvSpPr/>
          <p:nvPr/>
        </p:nvSpPr>
        <p:spPr>
          <a:xfrm>
            <a:off x="2815920" y="463464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0" name="Rectangle 26"/>
          <p:cNvSpPr/>
          <p:nvPr/>
        </p:nvSpPr>
        <p:spPr>
          <a:xfrm>
            <a:off x="2943000" y="4653720"/>
            <a:ext cx="207000" cy="16200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1" name="Text Box 27"/>
          <p:cNvSpPr/>
          <p:nvPr/>
        </p:nvSpPr>
        <p:spPr>
          <a:xfrm>
            <a:off x="2820240" y="455616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2" name="Oval 28"/>
          <p:cNvSpPr/>
          <p:nvPr/>
        </p:nvSpPr>
        <p:spPr>
          <a:xfrm>
            <a:off x="3727080" y="523620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3" name="Line 29"/>
          <p:cNvSpPr/>
          <p:nvPr/>
        </p:nvSpPr>
        <p:spPr>
          <a:xfrm>
            <a:off x="3726720" y="5227200"/>
            <a:ext cx="360" cy="752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240" rIns="90000" bIns="302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4" name="Line 30"/>
          <p:cNvSpPr/>
          <p:nvPr/>
        </p:nvSpPr>
        <p:spPr>
          <a:xfrm>
            <a:off x="4183560" y="5227200"/>
            <a:ext cx="360" cy="752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240" rIns="90000" bIns="302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5" name="Rectangle 31"/>
          <p:cNvSpPr/>
          <p:nvPr/>
        </p:nvSpPr>
        <p:spPr>
          <a:xfrm>
            <a:off x="3727080" y="5227200"/>
            <a:ext cx="452160" cy="7056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5920" rIns="90000" bIns="2592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6" name="Oval 32"/>
          <p:cNvSpPr/>
          <p:nvPr/>
        </p:nvSpPr>
        <p:spPr>
          <a:xfrm>
            <a:off x="3722400" y="513864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67" name="Group 33"/>
          <p:cNvGrpSpPr/>
          <p:nvPr/>
        </p:nvGrpSpPr>
        <p:grpSpPr>
          <a:xfrm>
            <a:off x="3731040" y="5053320"/>
            <a:ext cx="450000" cy="395280"/>
            <a:chOff x="3731040" y="5053320"/>
            <a:chExt cx="450000" cy="395280"/>
          </a:xfrm>
        </p:grpSpPr>
        <p:sp>
          <p:nvSpPr>
            <p:cNvPr id="5868" name="Rectangle 34"/>
            <p:cNvSpPr/>
            <p:nvPr/>
          </p:nvSpPr>
          <p:spPr>
            <a:xfrm>
              <a:off x="3847680" y="5149080"/>
              <a:ext cx="204120" cy="194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9" name="Text Box 35"/>
            <p:cNvSpPr/>
            <p:nvPr/>
          </p:nvSpPr>
          <p:spPr>
            <a:xfrm>
              <a:off x="3731040" y="5053320"/>
              <a:ext cx="4500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1c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70" name="Line 36"/>
          <p:cNvSpPr/>
          <p:nvPr/>
        </p:nvSpPr>
        <p:spPr>
          <a:xfrm>
            <a:off x="6347520" y="4971240"/>
            <a:ext cx="449640" cy="144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1" name="Line 37"/>
          <p:cNvSpPr/>
          <p:nvPr/>
        </p:nvSpPr>
        <p:spPr>
          <a:xfrm>
            <a:off x="6820560" y="4846680"/>
            <a:ext cx="132840" cy="1710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2" name="Line 38"/>
          <p:cNvSpPr/>
          <p:nvPr/>
        </p:nvSpPr>
        <p:spPr>
          <a:xfrm flipV="1">
            <a:off x="6248160" y="4781880"/>
            <a:ext cx="166320" cy="1119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3" name="Freeform 39"/>
          <p:cNvSpPr/>
          <p:nvPr/>
        </p:nvSpPr>
        <p:spPr>
          <a:xfrm>
            <a:off x="4233600" y="5716800"/>
            <a:ext cx="385200" cy="120600"/>
          </a:xfrm>
          <a:custGeom>
            <a:avLst/>
            <a:gdLst>
              <a:gd name="textAreaLeft" fmla="*/ 0 w 385200"/>
              <a:gd name="textAreaRight" fmla="*/ 385560 w 385200"/>
              <a:gd name="textAreaTop" fmla="*/ 0 h 120600"/>
              <a:gd name="textAreaBottom" fmla="*/ 120960 h 120600"/>
              <a:gd name="GluePoint1X" fmla="*/ 0 w 264"/>
              <a:gd name="GluePoint1Y" fmla="*/ 82 h 82"/>
              <a:gd name="GluePoint2X" fmla="*/ 264 w 264"/>
              <a:gd name="GluePoint2Y" fmla="*/ 0 h 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4" name="Freeform 40"/>
          <p:cNvSpPr/>
          <p:nvPr/>
        </p:nvSpPr>
        <p:spPr>
          <a:xfrm>
            <a:off x="3561840" y="5663880"/>
            <a:ext cx="221400" cy="173520"/>
          </a:xfrm>
          <a:custGeom>
            <a:avLst/>
            <a:gdLst>
              <a:gd name="textAreaLeft" fmla="*/ 0 w 221400"/>
              <a:gd name="textAreaRight" fmla="*/ 221760 w 221400"/>
              <a:gd name="textAreaTop" fmla="*/ 0 h 173520"/>
              <a:gd name="textAreaBottom" fmla="*/ 173880 h 173520"/>
              <a:gd name="GluePoint1X" fmla="*/ 0 w 152"/>
              <a:gd name="GluePoint1Y" fmla="*/ 0 h 118"/>
              <a:gd name="GluePoint2X" fmla="*/ 152 w 152"/>
              <a:gd name="GluePoint2Y" fmla="*/ 118 h 1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5" name="Freeform 41"/>
          <p:cNvSpPr/>
          <p:nvPr/>
        </p:nvSpPr>
        <p:spPr>
          <a:xfrm>
            <a:off x="3742920" y="5560560"/>
            <a:ext cx="822960" cy="120600"/>
          </a:xfrm>
          <a:custGeom>
            <a:avLst/>
            <a:gdLst>
              <a:gd name="textAreaLeft" fmla="*/ 0 w 822960"/>
              <a:gd name="textAreaRight" fmla="*/ 823320 w 822960"/>
              <a:gd name="textAreaTop" fmla="*/ 0 h 120600"/>
              <a:gd name="textAreaBottom" fmla="*/ 120960 h 120600"/>
              <a:gd name="GluePoint1X" fmla="*/ 0 w 564"/>
              <a:gd name="GluePoint1Y" fmla="*/ 0 h 82"/>
              <a:gd name="GluePoint2X" fmla="*/ 564 w 564"/>
              <a:gd name="GluePoint2Y" fmla="*/ 82 h 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6" name="Freeform 42"/>
          <p:cNvSpPr/>
          <p:nvPr/>
        </p:nvSpPr>
        <p:spPr>
          <a:xfrm>
            <a:off x="3652560" y="5321520"/>
            <a:ext cx="110520" cy="138240"/>
          </a:xfrm>
          <a:custGeom>
            <a:avLst/>
            <a:gdLst>
              <a:gd name="textAreaLeft" fmla="*/ 0 w 110520"/>
              <a:gd name="textAreaRight" fmla="*/ 110880 w 110520"/>
              <a:gd name="textAreaTop" fmla="*/ 0 h 138240"/>
              <a:gd name="textAreaBottom" fmla="*/ 138600 h 138240"/>
              <a:gd name="GluePoint1X" fmla="*/ 0 w 76"/>
              <a:gd name="GluePoint1Y" fmla="*/ 94 h 94"/>
              <a:gd name="GluePoint2X" fmla="*/ 76 w 76"/>
              <a:gd name="GluePoint2Y" fmla="*/ 0 h 9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7" name="Freeform 43"/>
          <p:cNvSpPr/>
          <p:nvPr/>
        </p:nvSpPr>
        <p:spPr>
          <a:xfrm>
            <a:off x="2446560" y="4767120"/>
            <a:ext cx="367560" cy="167760"/>
          </a:xfrm>
          <a:custGeom>
            <a:avLst/>
            <a:gdLst>
              <a:gd name="textAreaLeft" fmla="*/ 0 w 367560"/>
              <a:gd name="textAreaRight" fmla="*/ 367920 w 367560"/>
              <a:gd name="textAreaTop" fmla="*/ 0 h 167760"/>
              <a:gd name="textAreaBottom" fmla="*/ 168120 h 167760"/>
              <a:gd name="GluePoint1X" fmla="*/ 0 w 252"/>
              <a:gd name="GluePoint1Y" fmla="*/ 114 h 114"/>
              <a:gd name="GluePoint2X" fmla="*/ 252 w 252"/>
              <a:gd name="GluePoint2Y" fmla="*/ 0 h 1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8" name="Freeform 44"/>
          <p:cNvSpPr/>
          <p:nvPr/>
        </p:nvSpPr>
        <p:spPr>
          <a:xfrm>
            <a:off x="3083040" y="4855680"/>
            <a:ext cx="648000" cy="380160"/>
          </a:xfrm>
          <a:custGeom>
            <a:avLst/>
            <a:gdLst>
              <a:gd name="textAreaLeft" fmla="*/ 0 w 648000"/>
              <a:gd name="textAreaRight" fmla="*/ 648360 w 648000"/>
              <a:gd name="textAreaTop" fmla="*/ 0 h 380160"/>
              <a:gd name="textAreaBottom" fmla="*/ 380520 h 380160"/>
              <a:gd name="GluePoint1X" fmla="*/ 0 w 444"/>
              <a:gd name="GluePoint1Y" fmla="*/ 0 h 258"/>
              <a:gd name="GluePoint2X" fmla="*/ 444 w 444"/>
              <a:gd name="GluePoint2Y" fmla="*/ 258 h 2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9" name="Freeform 45"/>
          <p:cNvSpPr/>
          <p:nvPr/>
        </p:nvSpPr>
        <p:spPr>
          <a:xfrm>
            <a:off x="5016240" y="5029560"/>
            <a:ext cx="954360" cy="618840"/>
          </a:xfrm>
          <a:custGeom>
            <a:avLst/>
            <a:gdLst>
              <a:gd name="textAreaLeft" fmla="*/ 0 w 954360"/>
              <a:gd name="textAreaRight" fmla="*/ 954720 w 954360"/>
              <a:gd name="textAreaTop" fmla="*/ 0 h 618840"/>
              <a:gd name="textAreaBottom" fmla="*/ 619200 h 618840"/>
              <a:gd name="GluePoint1X" fmla="*/ 0 w 654"/>
              <a:gd name="GluePoint1Y" fmla="*/ 420 h 420"/>
              <a:gd name="GluePoint2X" fmla="*/ 654 w 654"/>
              <a:gd name="GluePoint2Y" fmla="*/ 0 h 4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0" name="Oval 46"/>
          <p:cNvSpPr/>
          <p:nvPr/>
        </p:nvSpPr>
        <p:spPr>
          <a:xfrm>
            <a:off x="5890680" y="4936680"/>
            <a:ext cx="456480" cy="12060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0320" rIns="90000" bIns="403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1" name="Line 47"/>
          <p:cNvSpPr/>
          <p:nvPr/>
        </p:nvSpPr>
        <p:spPr>
          <a:xfrm>
            <a:off x="5890320" y="492480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2" name="Line 48"/>
          <p:cNvSpPr/>
          <p:nvPr/>
        </p:nvSpPr>
        <p:spPr>
          <a:xfrm>
            <a:off x="6347520" y="492480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3" name="Rectangle 49"/>
          <p:cNvSpPr/>
          <p:nvPr/>
        </p:nvSpPr>
        <p:spPr>
          <a:xfrm>
            <a:off x="5890680" y="4924800"/>
            <a:ext cx="452160" cy="7344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8800" rIns="90000" bIns="28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4" name="Oval 50"/>
          <p:cNvSpPr/>
          <p:nvPr/>
        </p:nvSpPr>
        <p:spPr>
          <a:xfrm>
            <a:off x="5886360" y="483804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5" name="Rectangle 51"/>
          <p:cNvSpPr/>
          <p:nvPr/>
        </p:nvSpPr>
        <p:spPr>
          <a:xfrm>
            <a:off x="6013080" y="4857120"/>
            <a:ext cx="205560" cy="17964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6" name="Text Box 52"/>
          <p:cNvSpPr/>
          <p:nvPr/>
        </p:nvSpPr>
        <p:spPr>
          <a:xfrm>
            <a:off x="5889240" y="476136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7" name="Text Box 53"/>
          <p:cNvSpPr/>
          <p:nvPr/>
        </p:nvSpPr>
        <p:spPr>
          <a:xfrm>
            <a:off x="1840320" y="5215320"/>
            <a:ext cx="6616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8" name="Text Box 54"/>
          <p:cNvSpPr/>
          <p:nvPr/>
        </p:nvSpPr>
        <p:spPr>
          <a:xfrm>
            <a:off x="5345280" y="5839200"/>
            <a:ext cx="6616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9" name="Text Box 55"/>
          <p:cNvSpPr/>
          <p:nvPr/>
        </p:nvSpPr>
        <p:spPr>
          <a:xfrm>
            <a:off x="7116480" y="5463000"/>
            <a:ext cx="612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0" name="Oval 56"/>
          <p:cNvSpPr/>
          <p:nvPr/>
        </p:nvSpPr>
        <p:spPr>
          <a:xfrm>
            <a:off x="3280320" y="554580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1" name="Line 57"/>
          <p:cNvSpPr/>
          <p:nvPr/>
        </p:nvSpPr>
        <p:spPr>
          <a:xfrm>
            <a:off x="3279960" y="553536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2" name="Line 58"/>
          <p:cNvSpPr/>
          <p:nvPr/>
        </p:nvSpPr>
        <p:spPr>
          <a:xfrm>
            <a:off x="3738600" y="553536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3" name="Rectangle 59"/>
          <p:cNvSpPr/>
          <p:nvPr/>
        </p:nvSpPr>
        <p:spPr>
          <a:xfrm>
            <a:off x="3280320" y="5535360"/>
            <a:ext cx="452160" cy="691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4480" rIns="90000" bIns="2448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4" name="Oval 60"/>
          <p:cNvSpPr/>
          <p:nvPr/>
        </p:nvSpPr>
        <p:spPr>
          <a:xfrm>
            <a:off x="3276000" y="5455800"/>
            <a:ext cx="456480" cy="14112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5" name="Rectangle 61"/>
          <p:cNvSpPr/>
          <p:nvPr/>
        </p:nvSpPr>
        <p:spPr>
          <a:xfrm>
            <a:off x="3399840" y="5494320"/>
            <a:ext cx="207000" cy="1411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6" name="Text Box 62"/>
          <p:cNvSpPr/>
          <p:nvPr/>
        </p:nvSpPr>
        <p:spPr>
          <a:xfrm>
            <a:off x="3281760" y="536724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97" name="Group 63"/>
          <p:cNvGrpSpPr/>
          <p:nvPr/>
        </p:nvGrpSpPr>
        <p:grpSpPr>
          <a:xfrm>
            <a:off x="6394320" y="4593240"/>
            <a:ext cx="461520" cy="395280"/>
            <a:chOff x="6394320" y="4593240"/>
            <a:chExt cx="461520" cy="395280"/>
          </a:xfrm>
        </p:grpSpPr>
        <p:sp>
          <p:nvSpPr>
            <p:cNvPr id="5898" name="Oval 64"/>
            <p:cNvSpPr/>
            <p:nvPr/>
          </p:nvSpPr>
          <p:spPr>
            <a:xfrm>
              <a:off x="6398640" y="4767120"/>
              <a:ext cx="45648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9" name="Line 65"/>
            <p:cNvSpPr/>
            <p:nvPr/>
          </p:nvSpPr>
          <p:spPr>
            <a:xfrm>
              <a:off x="6398640" y="475668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0" name="Line 66"/>
            <p:cNvSpPr/>
            <p:nvPr/>
          </p:nvSpPr>
          <p:spPr>
            <a:xfrm>
              <a:off x="6855480" y="475668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1" name="Rectangle 67"/>
            <p:cNvSpPr/>
            <p:nvPr/>
          </p:nvSpPr>
          <p:spPr>
            <a:xfrm>
              <a:off x="6398640" y="4757040"/>
              <a:ext cx="452160" cy="7488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0240" rIns="90000" bIns="302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2" name="Oval 68"/>
            <p:cNvSpPr/>
            <p:nvPr/>
          </p:nvSpPr>
          <p:spPr>
            <a:xfrm>
              <a:off x="6394320" y="4669920"/>
              <a:ext cx="456480" cy="1425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3" name="Rectangle 69"/>
            <p:cNvSpPr/>
            <p:nvPr/>
          </p:nvSpPr>
          <p:spPr>
            <a:xfrm>
              <a:off x="6521400" y="4689000"/>
              <a:ext cx="205560" cy="17352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4" name="Text Box 70"/>
            <p:cNvSpPr/>
            <p:nvPr/>
          </p:nvSpPr>
          <p:spPr>
            <a:xfrm>
              <a:off x="6402600" y="4593240"/>
              <a:ext cx="4500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2c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05" name="Group 71"/>
          <p:cNvGrpSpPr/>
          <p:nvPr/>
        </p:nvGrpSpPr>
        <p:grpSpPr>
          <a:xfrm>
            <a:off x="6797160" y="4920480"/>
            <a:ext cx="467640" cy="395280"/>
            <a:chOff x="6797160" y="4920480"/>
            <a:chExt cx="467640" cy="395280"/>
          </a:xfrm>
        </p:grpSpPr>
        <p:sp>
          <p:nvSpPr>
            <p:cNvPr id="5906" name="Oval 72"/>
            <p:cNvSpPr/>
            <p:nvPr/>
          </p:nvSpPr>
          <p:spPr>
            <a:xfrm>
              <a:off x="6801480" y="5094720"/>
              <a:ext cx="45360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7" name="Line 73"/>
            <p:cNvSpPr/>
            <p:nvPr/>
          </p:nvSpPr>
          <p:spPr>
            <a:xfrm>
              <a:off x="6801480" y="508392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8" name="Line 74"/>
            <p:cNvSpPr/>
            <p:nvPr/>
          </p:nvSpPr>
          <p:spPr>
            <a:xfrm>
              <a:off x="7255440" y="508392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9" name="Rectangle 75"/>
            <p:cNvSpPr/>
            <p:nvPr/>
          </p:nvSpPr>
          <p:spPr>
            <a:xfrm>
              <a:off x="6801480" y="5084280"/>
              <a:ext cx="452160" cy="7488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0240" rIns="90000" bIns="302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0" name="Oval 76"/>
            <p:cNvSpPr/>
            <p:nvPr/>
          </p:nvSpPr>
          <p:spPr>
            <a:xfrm>
              <a:off x="6797160" y="4994280"/>
              <a:ext cx="456480" cy="1425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1" name="Rectangle 77"/>
            <p:cNvSpPr/>
            <p:nvPr/>
          </p:nvSpPr>
          <p:spPr>
            <a:xfrm>
              <a:off x="6924240" y="5013360"/>
              <a:ext cx="205560" cy="16488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2" name="Text Box 78"/>
            <p:cNvSpPr/>
            <p:nvPr/>
          </p:nvSpPr>
          <p:spPr>
            <a:xfrm>
              <a:off x="6800760" y="4920480"/>
              <a:ext cx="4640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2b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13" name="Group 79"/>
          <p:cNvGrpSpPr/>
          <p:nvPr/>
        </p:nvGrpSpPr>
        <p:grpSpPr>
          <a:xfrm>
            <a:off x="4563360" y="5466240"/>
            <a:ext cx="464760" cy="395280"/>
            <a:chOff x="4563360" y="5466240"/>
            <a:chExt cx="464760" cy="395280"/>
          </a:xfrm>
        </p:grpSpPr>
        <p:sp>
          <p:nvSpPr>
            <p:cNvPr id="5914" name="Oval 80"/>
            <p:cNvSpPr/>
            <p:nvPr/>
          </p:nvSpPr>
          <p:spPr>
            <a:xfrm>
              <a:off x="4568040" y="5652000"/>
              <a:ext cx="45360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5" name="Line 81"/>
            <p:cNvSpPr/>
            <p:nvPr/>
          </p:nvSpPr>
          <p:spPr>
            <a:xfrm>
              <a:off x="4567680" y="564444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6" name="Line 82"/>
            <p:cNvSpPr/>
            <p:nvPr/>
          </p:nvSpPr>
          <p:spPr>
            <a:xfrm>
              <a:off x="5021640" y="564444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7" name="Rectangle 83"/>
            <p:cNvSpPr/>
            <p:nvPr/>
          </p:nvSpPr>
          <p:spPr>
            <a:xfrm>
              <a:off x="4568040" y="5644440"/>
              <a:ext cx="452160" cy="6912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24480" rIns="90000" bIns="2448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8" name="Oval 84"/>
            <p:cNvSpPr/>
            <p:nvPr/>
          </p:nvSpPr>
          <p:spPr>
            <a:xfrm>
              <a:off x="4563360" y="5554800"/>
              <a:ext cx="456480" cy="1396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19" name="Group 85"/>
            <p:cNvGrpSpPr/>
            <p:nvPr/>
          </p:nvGrpSpPr>
          <p:grpSpPr>
            <a:xfrm>
              <a:off x="4564080" y="5466240"/>
              <a:ext cx="464040" cy="395280"/>
              <a:chOff x="4564080" y="5466240"/>
              <a:chExt cx="464040" cy="395280"/>
            </a:xfrm>
          </p:grpSpPr>
          <p:sp>
            <p:nvSpPr>
              <p:cNvPr id="5920" name="Rectangle 86"/>
              <p:cNvSpPr/>
              <p:nvPr/>
            </p:nvSpPr>
            <p:spPr>
              <a:xfrm>
                <a:off x="4687920" y="5562000"/>
                <a:ext cx="205560" cy="194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1" name="Text Box 87"/>
              <p:cNvSpPr/>
              <p:nvPr/>
            </p:nvSpPr>
            <p:spPr>
              <a:xfrm>
                <a:off x="4564080" y="5466240"/>
                <a:ext cx="464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1b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5922" name="Group 99"/>
          <p:cNvGrpSpPr/>
          <p:nvPr/>
        </p:nvGrpSpPr>
        <p:grpSpPr>
          <a:xfrm>
            <a:off x="2232000" y="4354200"/>
            <a:ext cx="461520" cy="394560"/>
            <a:chOff x="2232000" y="4354200"/>
            <a:chExt cx="461520" cy="394560"/>
          </a:xfrm>
        </p:grpSpPr>
        <p:sp>
          <p:nvSpPr>
            <p:cNvPr id="5923" name="Oval 100"/>
            <p:cNvSpPr/>
            <p:nvPr/>
          </p:nvSpPr>
          <p:spPr>
            <a:xfrm>
              <a:off x="2236320" y="4539960"/>
              <a:ext cx="45648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4" name="Line 101"/>
            <p:cNvSpPr/>
            <p:nvPr/>
          </p:nvSpPr>
          <p:spPr>
            <a:xfrm>
              <a:off x="2236320" y="452952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5" name="Line 102"/>
            <p:cNvSpPr/>
            <p:nvPr/>
          </p:nvSpPr>
          <p:spPr>
            <a:xfrm>
              <a:off x="2693160" y="452952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6" name="Rectangle 103"/>
            <p:cNvSpPr/>
            <p:nvPr/>
          </p:nvSpPr>
          <p:spPr>
            <a:xfrm>
              <a:off x="2236320" y="4529880"/>
              <a:ext cx="452160" cy="7344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28800" rIns="90000" bIns="28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7" name="Oval 104"/>
            <p:cNvSpPr/>
            <p:nvPr/>
          </p:nvSpPr>
          <p:spPr>
            <a:xfrm>
              <a:off x="2232000" y="4444200"/>
              <a:ext cx="456480" cy="13824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28" name="Group 105"/>
            <p:cNvGrpSpPr/>
            <p:nvPr/>
          </p:nvGrpSpPr>
          <p:grpSpPr>
            <a:xfrm>
              <a:off x="2237760" y="4354200"/>
              <a:ext cx="449280" cy="394560"/>
              <a:chOff x="2237760" y="4354200"/>
              <a:chExt cx="449280" cy="394560"/>
            </a:xfrm>
          </p:grpSpPr>
          <p:sp>
            <p:nvSpPr>
              <p:cNvPr id="5929" name="Rectangle 106"/>
              <p:cNvSpPr/>
              <p:nvPr/>
            </p:nvSpPr>
            <p:spPr>
              <a:xfrm>
                <a:off x="2356200" y="4450320"/>
                <a:ext cx="202320" cy="1915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0" name="Text Box 107"/>
              <p:cNvSpPr/>
              <p:nvPr/>
            </p:nvSpPr>
            <p:spPr>
              <a:xfrm>
                <a:off x="2237760" y="4354200"/>
                <a:ext cx="44928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3c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31" name="Line 108"/>
          <p:cNvSpPr/>
          <p:nvPr/>
        </p:nvSpPr>
        <p:spPr>
          <a:xfrm flipH="1">
            <a:off x="2266920" y="4669560"/>
            <a:ext cx="90360" cy="1594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2" name="Line 109"/>
          <p:cNvSpPr/>
          <p:nvPr/>
        </p:nvSpPr>
        <p:spPr>
          <a:xfrm>
            <a:off x="1818720" y="4737600"/>
            <a:ext cx="211680" cy="1620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3" name="Line 110"/>
          <p:cNvSpPr/>
          <p:nvPr/>
        </p:nvSpPr>
        <p:spPr>
          <a:xfrm flipH="1">
            <a:off x="2547000" y="4214160"/>
            <a:ext cx="198720" cy="2239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4" name="Line 111"/>
          <p:cNvSpPr/>
          <p:nvPr/>
        </p:nvSpPr>
        <p:spPr>
          <a:xfrm>
            <a:off x="2139840" y="4200840"/>
            <a:ext cx="175320" cy="2624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5" name="Line 112"/>
          <p:cNvSpPr/>
          <p:nvPr/>
        </p:nvSpPr>
        <p:spPr>
          <a:xfrm flipH="1">
            <a:off x="3103200" y="4338000"/>
            <a:ext cx="102240" cy="3038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6" name="Line 113"/>
          <p:cNvSpPr/>
          <p:nvPr/>
        </p:nvSpPr>
        <p:spPr>
          <a:xfrm>
            <a:off x="7246800" y="5100120"/>
            <a:ext cx="32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7" name="Line 114"/>
          <p:cNvSpPr/>
          <p:nvPr/>
        </p:nvSpPr>
        <p:spPr>
          <a:xfrm flipV="1">
            <a:off x="7160760" y="4638600"/>
            <a:ext cx="382320" cy="3747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8" name="Line 115"/>
          <p:cNvSpPr/>
          <p:nvPr/>
        </p:nvSpPr>
        <p:spPr>
          <a:xfrm flipH="1" flipV="1">
            <a:off x="6356160" y="4388040"/>
            <a:ext cx="185400" cy="2977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9" name="Line 116"/>
          <p:cNvSpPr/>
          <p:nvPr/>
        </p:nvSpPr>
        <p:spPr>
          <a:xfrm flipH="1" flipV="1">
            <a:off x="5900760" y="4538520"/>
            <a:ext cx="198360" cy="2728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0" name="Line 117"/>
          <p:cNvSpPr/>
          <p:nvPr/>
        </p:nvSpPr>
        <p:spPr>
          <a:xfrm flipH="1">
            <a:off x="3141360" y="5636880"/>
            <a:ext cx="196920" cy="172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1" name="Line 118"/>
          <p:cNvSpPr/>
          <p:nvPr/>
        </p:nvSpPr>
        <p:spPr>
          <a:xfrm flipH="1" flipV="1">
            <a:off x="3091680" y="5488200"/>
            <a:ext cx="185400" cy="118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2" name="Line 119"/>
          <p:cNvSpPr/>
          <p:nvPr/>
        </p:nvSpPr>
        <p:spPr>
          <a:xfrm flipH="1">
            <a:off x="3487320" y="5887800"/>
            <a:ext cx="309600" cy="219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3" name="Line 120"/>
          <p:cNvSpPr/>
          <p:nvPr/>
        </p:nvSpPr>
        <p:spPr>
          <a:xfrm flipV="1">
            <a:off x="4192560" y="5212440"/>
            <a:ext cx="334440" cy="147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4" name="Line 121"/>
          <p:cNvSpPr/>
          <p:nvPr/>
        </p:nvSpPr>
        <p:spPr>
          <a:xfrm>
            <a:off x="4859640" y="5762520"/>
            <a:ext cx="173880" cy="1620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5" name="Line 122"/>
          <p:cNvSpPr/>
          <p:nvPr/>
        </p:nvSpPr>
        <p:spPr>
          <a:xfrm>
            <a:off x="4155840" y="5324400"/>
            <a:ext cx="211680" cy="110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946" name="Group 281"/>
          <p:cNvGrpSpPr/>
          <p:nvPr/>
        </p:nvGrpSpPr>
        <p:grpSpPr>
          <a:xfrm>
            <a:off x="1778760" y="3924360"/>
            <a:ext cx="5968080" cy="2124000"/>
            <a:chOff x="1778760" y="3924360"/>
            <a:chExt cx="5968080" cy="2124000"/>
          </a:xfrm>
        </p:grpSpPr>
        <p:grpSp>
          <p:nvGrpSpPr>
            <p:cNvPr id="5947" name="Group 263"/>
            <p:cNvGrpSpPr/>
            <p:nvPr/>
          </p:nvGrpSpPr>
          <p:grpSpPr>
            <a:xfrm>
              <a:off x="1778760" y="3924360"/>
              <a:ext cx="1609200" cy="1315800"/>
              <a:chOff x="1778760" y="3924360"/>
              <a:chExt cx="1609200" cy="1315800"/>
            </a:xfrm>
          </p:grpSpPr>
          <p:sp>
            <p:nvSpPr>
              <p:cNvPr id="5948" name="Freeform 4"/>
              <p:cNvSpPr/>
              <p:nvPr/>
            </p:nvSpPr>
            <p:spPr>
              <a:xfrm>
                <a:off x="1778760" y="3924360"/>
                <a:ext cx="1609200" cy="1315800"/>
              </a:xfrm>
              <a:custGeom>
                <a:avLst/>
                <a:gdLst>
                  <a:gd name="textAreaLeft" fmla="*/ 0 w 1609200"/>
                  <a:gd name="textAreaRight" fmla="*/ 1609560 w 1609200"/>
                  <a:gd name="textAreaTop" fmla="*/ 0 h 1315800"/>
                  <a:gd name="textAreaBottom" fmla="*/ 1316160 h 1315800"/>
                  <a:gd name="GluePoint1X" fmla="*/ 134 w 1198"/>
                  <a:gd name="GluePoint1Y" fmla="*/ 270558 h 451"/>
                  <a:gd name="GluePoint2X" fmla="*/ 273 w 1198"/>
                  <a:gd name="GluePoint2Y" fmla="*/ 132828 h 451"/>
                  <a:gd name="GluePoint3X" fmla="*/ 679 w 1198"/>
                  <a:gd name="GluePoint3Y" fmla="*/ 73044 h 451"/>
                  <a:gd name="GluePoint4X" fmla="*/ 1501 w 1198"/>
                  <a:gd name="GluePoint4Y" fmla="*/ 37135 h 451"/>
                  <a:gd name="GluePoint5X" fmla="*/ 1796 w 1198"/>
                  <a:gd name="GluePoint5Y" fmla="*/ 294460 h 451"/>
                  <a:gd name="GluePoint6X" fmla="*/ 1350 w 1198"/>
                  <a:gd name="GluePoint6Y" fmla="*/ 616944 h 451"/>
                  <a:gd name="GluePoint7X" fmla="*/ 466 w 1198"/>
                  <a:gd name="GluePoint7Y" fmla="*/ 634874 h 451"/>
                  <a:gd name="GluePoint8X" fmla="*/ 54 w 1198"/>
                  <a:gd name="GluePoint8Y" fmla="*/ 503524 h 451"/>
                  <a:gd name="GluePoint9X" fmla="*/ 134 w 1198"/>
                  <a:gd name="GluePoint9Y" fmla="*/ 270558 h 45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 rotWithShape="0">
                <a:gsLst>
                  <a:gs pos="24000">
                    <a:srgbClr val="FFFFFF"/>
                  </a:gs>
                  <a:gs pos="99000">
                    <a:srgbClr val="FFFFFF">
                      <a:alpha val="6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949" name="Group 262"/>
              <p:cNvGrpSpPr/>
              <p:nvPr/>
            </p:nvGrpSpPr>
            <p:grpSpPr>
              <a:xfrm>
                <a:off x="1913760" y="4160160"/>
                <a:ext cx="1289880" cy="895320"/>
                <a:chOff x="1913760" y="4160160"/>
                <a:chExt cx="1289880" cy="895320"/>
              </a:xfrm>
            </p:grpSpPr>
            <p:sp>
              <p:nvSpPr>
                <p:cNvPr id="5950" name="TextBox 3"/>
                <p:cNvSpPr/>
                <p:nvPr/>
              </p:nvSpPr>
              <p:spPr>
                <a:xfrm>
                  <a:off x="2023560" y="4324680"/>
                  <a:ext cx="1121400" cy="6087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85000"/>
                    </a:lnSpc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intra-AS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85000"/>
                    </a:lnSpc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routing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951" name="Oval 7"/>
                <p:cNvSpPr/>
                <p:nvPr/>
              </p:nvSpPr>
              <p:spPr>
                <a:xfrm>
                  <a:off x="1913760" y="4160160"/>
                  <a:ext cx="1289880" cy="864000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952" name="Rectangle 255"/>
                <p:cNvSpPr/>
                <p:nvPr/>
              </p:nvSpPr>
              <p:spPr>
                <a:xfrm>
                  <a:off x="2185560" y="4911120"/>
                  <a:ext cx="776160" cy="1443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953" name="Straight Arrow Connector 257"/>
                <p:cNvCxnSpPr/>
                <p:nvPr/>
              </p:nvCxnSpPr>
              <p:spPr>
                <a:xfrm flipH="1">
                  <a:off x="2878920" y="4900320"/>
                  <a:ext cx="138600" cy="97920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len="med" type="triangle" w="med"/>
                </a:ln>
              </p:spPr>
            </p:cxnSp>
          </p:grpSp>
        </p:grpSp>
        <p:grpSp>
          <p:nvGrpSpPr>
            <p:cNvPr id="5954" name="Group 272"/>
            <p:cNvGrpSpPr/>
            <p:nvPr/>
          </p:nvGrpSpPr>
          <p:grpSpPr>
            <a:xfrm>
              <a:off x="2948760" y="4955040"/>
              <a:ext cx="2743920" cy="1093320"/>
              <a:chOff x="2948760" y="4955040"/>
              <a:chExt cx="2743920" cy="1093320"/>
            </a:xfrm>
          </p:grpSpPr>
          <p:sp>
            <p:nvSpPr>
              <p:cNvPr id="5955" name="Freeform 5"/>
              <p:cNvSpPr/>
              <p:nvPr/>
            </p:nvSpPr>
            <p:spPr>
              <a:xfrm>
                <a:off x="2948760" y="4955040"/>
                <a:ext cx="2743920" cy="1093320"/>
              </a:xfrm>
              <a:custGeom>
                <a:avLst/>
                <a:gdLst>
                  <a:gd name="textAreaLeft" fmla="*/ 0 w 2743920"/>
                  <a:gd name="textAreaRight" fmla="*/ 2744280 w 2743920"/>
                  <a:gd name="textAreaTop" fmla="*/ 0 h 1093320"/>
                  <a:gd name="textAreaBottom" fmla="*/ 1093680 h 1093320"/>
                  <a:gd name="GluePoint1X" fmla="*/ 1319 w 1583"/>
                  <a:gd name="GluePoint1Y" fmla="*/ 862 h 682"/>
                  <a:gd name="GluePoint2X" fmla="*/ 3445 w 1583"/>
                  <a:gd name="GluePoint2Y" fmla="*/ 285 h 682"/>
                  <a:gd name="GluePoint3X" fmla="*/ 6645 w 1583"/>
                  <a:gd name="GluePoint3Y" fmla="*/ 77 h 682"/>
                  <a:gd name="GluePoint4X" fmla="*/ 9794 w 1583"/>
                  <a:gd name="GluePoint4Y" fmla="*/ 744 h 682"/>
                  <a:gd name="GluePoint5X" fmla="*/ 13238 w 1583"/>
                  <a:gd name="GluePoint5Y" fmla="*/ 1642 h 682"/>
                  <a:gd name="GluePoint6X" fmla="*/ 10773 w 1583"/>
                  <a:gd name="GluePoint6Y" fmla="*/ 2476 h 682"/>
                  <a:gd name="GluePoint7X" fmla="*/ 5844 w 1583"/>
                  <a:gd name="GluePoint7Y" fmla="*/ 2523 h 682"/>
                  <a:gd name="GluePoint8X" fmla="*/ 751 w 1583"/>
                  <a:gd name="GluePoint8Y" fmla="*/ 2291 h 682"/>
                  <a:gd name="GluePoint9X" fmla="*/ 1319 w 1583"/>
                  <a:gd name="GluePoint9Y" fmla="*/ 862 h 6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rotWithShape="0">
                <a:gsLst>
                  <a:gs pos="20000">
                    <a:srgbClr val="FFFFFF"/>
                  </a:gs>
                  <a:gs pos="99000">
                    <a:srgbClr val="FFFFFF">
                      <a:alpha val="73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956" name="Group 266"/>
              <p:cNvGrpSpPr/>
              <p:nvPr/>
            </p:nvGrpSpPr>
            <p:grpSpPr>
              <a:xfrm>
                <a:off x="3519000" y="5064120"/>
                <a:ext cx="1289880" cy="895320"/>
                <a:chOff x="3519000" y="5064120"/>
                <a:chExt cx="1289880" cy="895320"/>
              </a:xfrm>
            </p:grpSpPr>
            <p:sp>
              <p:nvSpPr>
                <p:cNvPr id="5957" name="TextBox 267"/>
                <p:cNvSpPr/>
                <p:nvPr/>
              </p:nvSpPr>
              <p:spPr>
                <a:xfrm>
                  <a:off x="3616560" y="5228640"/>
                  <a:ext cx="1121400" cy="6087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85000"/>
                    </a:lnSpc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intra-AS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85000"/>
                    </a:lnSpc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routing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958" name="Oval 268"/>
                <p:cNvSpPr/>
                <p:nvPr/>
              </p:nvSpPr>
              <p:spPr>
                <a:xfrm>
                  <a:off x="3519000" y="5064120"/>
                  <a:ext cx="1289880" cy="864000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959" name="Rectangle 269"/>
                <p:cNvSpPr/>
                <p:nvPr/>
              </p:nvSpPr>
              <p:spPr>
                <a:xfrm>
                  <a:off x="3778560" y="5815080"/>
                  <a:ext cx="776160" cy="1443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960" name="Straight Arrow Connector 270"/>
                <p:cNvCxnSpPr/>
                <p:nvPr/>
              </p:nvCxnSpPr>
              <p:spPr>
                <a:xfrm flipH="1">
                  <a:off x="4471920" y="5804280"/>
                  <a:ext cx="138240" cy="97920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len="med" type="triangle" w="med"/>
                </a:ln>
              </p:spPr>
            </p:cxnSp>
          </p:grpSp>
        </p:grpSp>
        <p:grpSp>
          <p:nvGrpSpPr>
            <p:cNvPr id="5961" name="Group 280"/>
            <p:cNvGrpSpPr/>
            <p:nvPr/>
          </p:nvGrpSpPr>
          <p:grpSpPr>
            <a:xfrm>
              <a:off x="5592600" y="4152960"/>
              <a:ext cx="2154240" cy="1384200"/>
              <a:chOff x="5592600" y="4152960"/>
              <a:chExt cx="2154240" cy="1384200"/>
            </a:xfrm>
          </p:grpSpPr>
          <p:sp>
            <p:nvSpPr>
              <p:cNvPr id="5962" name="Freeform 3"/>
              <p:cNvSpPr/>
              <p:nvPr/>
            </p:nvSpPr>
            <p:spPr>
              <a:xfrm>
                <a:off x="5592600" y="4152960"/>
                <a:ext cx="2154240" cy="1384200"/>
              </a:xfrm>
              <a:custGeom>
                <a:avLst/>
                <a:gdLst>
                  <a:gd name="textAreaLeft" fmla="*/ 0 w 2154240"/>
                  <a:gd name="textAreaRight" fmla="*/ 2154600 w 2154240"/>
                  <a:gd name="textAreaTop" fmla="*/ 0 h 1384200"/>
                  <a:gd name="textAreaBottom" fmla="*/ 1384560 h 1384200"/>
                  <a:gd name="GluePoint1X" fmla="*/ 1063 w 1162"/>
                  <a:gd name="GluePoint1Y" fmla="*/ 49351 h 543"/>
                  <a:gd name="GluePoint2X" fmla="*/ 6960 w 1162"/>
                  <a:gd name="GluePoint2Y" fmla="*/ 4162 h 543"/>
                  <a:gd name="GluePoint3X" fmla="*/ 17785 w 1162"/>
                  <a:gd name="GluePoint3Y" fmla="*/ 23973 h 543"/>
                  <a:gd name="GluePoint4X" fmla="*/ 21649 w 1162"/>
                  <a:gd name="GluePoint4Y" fmla="*/ 72662 h 543"/>
                  <a:gd name="GluePoint5X" fmla="*/ 19828 w 1162"/>
                  <a:gd name="GluePoint5Y" fmla="*/ 137161 h 543"/>
                  <a:gd name="GluePoint6X" fmla="*/ 11083 w 1162"/>
                  <a:gd name="GluePoint6Y" fmla="*/ 164591 h 543"/>
                  <a:gd name="GluePoint7X" fmla="*/ 1657 w 1162"/>
                  <a:gd name="GluePoint7Y" fmla="*/ 133650 h 543"/>
                  <a:gd name="GluePoint8X" fmla="*/ 1063 w 1162"/>
                  <a:gd name="GluePoint8Y" fmla="*/ 49351 h 54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</a:cxnLst>
                <a:rect l="textAreaLeft" t="textAreaTop" r="textAreaRight" b="textAreaBottom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 rotWithShape="0">
                <a:gsLst>
                  <a:gs pos="24000">
                    <a:srgbClr val="FFFFFF"/>
                  </a:gs>
                  <a:gs pos="99000">
                    <a:srgbClr val="FFFFFF">
                      <a:alpha val="6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963" name="Group 275"/>
              <p:cNvGrpSpPr/>
              <p:nvPr/>
            </p:nvGrpSpPr>
            <p:grpSpPr>
              <a:xfrm>
                <a:off x="5999040" y="4475520"/>
                <a:ext cx="1289880" cy="895320"/>
                <a:chOff x="5999040" y="4475520"/>
                <a:chExt cx="1289880" cy="895320"/>
              </a:xfrm>
            </p:grpSpPr>
            <p:sp>
              <p:nvSpPr>
                <p:cNvPr id="5964" name="TextBox 276"/>
                <p:cNvSpPr/>
                <p:nvPr/>
              </p:nvSpPr>
              <p:spPr>
                <a:xfrm>
                  <a:off x="6096600" y="4639680"/>
                  <a:ext cx="1121400" cy="6087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85000"/>
                    </a:lnSpc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intra-AS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85000"/>
                    </a:lnSpc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routing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965" name="Oval 277"/>
                <p:cNvSpPr/>
                <p:nvPr/>
              </p:nvSpPr>
              <p:spPr>
                <a:xfrm>
                  <a:off x="5999040" y="4475520"/>
                  <a:ext cx="1289880" cy="864000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966" name="Rectangle 278"/>
                <p:cNvSpPr/>
                <p:nvPr/>
              </p:nvSpPr>
              <p:spPr>
                <a:xfrm>
                  <a:off x="6258600" y="5226480"/>
                  <a:ext cx="776160" cy="1443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5967" name="Straight Arrow Connector 279"/>
                <p:cNvCxnSpPr/>
                <p:nvPr/>
              </p:nvCxnSpPr>
              <p:spPr>
                <a:xfrm flipH="1">
                  <a:off x="6951960" y="5215320"/>
                  <a:ext cx="138600" cy="97920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len="med" type="triangle" w="med"/>
                </a:ln>
              </p:spPr>
            </p:cxnSp>
          </p:grpSp>
        </p:grpSp>
      </p:grpSp>
      <p:grpSp>
        <p:nvGrpSpPr>
          <p:cNvPr id="5968" name="Group 311"/>
          <p:cNvGrpSpPr/>
          <p:nvPr/>
        </p:nvGrpSpPr>
        <p:grpSpPr>
          <a:xfrm>
            <a:off x="1812240" y="3939480"/>
            <a:ext cx="5968440" cy="2124000"/>
            <a:chOff x="1812240" y="3939480"/>
            <a:chExt cx="5968440" cy="2124000"/>
          </a:xfrm>
        </p:grpSpPr>
        <p:grpSp>
          <p:nvGrpSpPr>
            <p:cNvPr id="5969" name="Group 309"/>
            <p:cNvGrpSpPr/>
            <p:nvPr/>
          </p:nvGrpSpPr>
          <p:grpSpPr>
            <a:xfrm>
              <a:off x="1812240" y="3939480"/>
              <a:ext cx="5968440" cy="2124000"/>
              <a:chOff x="1812240" y="3939480"/>
              <a:chExt cx="5968440" cy="2124000"/>
            </a:xfrm>
          </p:grpSpPr>
          <p:sp>
            <p:nvSpPr>
              <p:cNvPr id="5970" name="Freeform 4"/>
              <p:cNvSpPr/>
              <p:nvPr/>
            </p:nvSpPr>
            <p:spPr>
              <a:xfrm>
                <a:off x="1812240" y="3939480"/>
                <a:ext cx="1609200" cy="1315800"/>
              </a:xfrm>
              <a:custGeom>
                <a:avLst/>
                <a:gdLst>
                  <a:gd name="textAreaLeft" fmla="*/ 0 w 1609200"/>
                  <a:gd name="textAreaRight" fmla="*/ 1609560 w 1609200"/>
                  <a:gd name="textAreaTop" fmla="*/ 0 h 1315800"/>
                  <a:gd name="textAreaBottom" fmla="*/ 1316160 h 1315800"/>
                  <a:gd name="GluePoint1X" fmla="*/ 134 w 1198"/>
                  <a:gd name="GluePoint1Y" fmla="*/ 270558 h 451"/>
                  <a:gd name="GluePoint2X" fmla="*/ 273 w 1198"/>
                  <a:gd name="GluePoint2Y" fmla="*/ 132828 h 451"/>
                  <a:gd name="GluePoint3X" fmla="*/ 679 w 1198"/>
                  <a:gd name="GluePoint3Y" fmla="*/ 73044 h 451"/>
                  <a:gd name="GluePoint4X" fmla="*/ 1501 w 1198"/>
                  <a:gd name="GluePoint4Y" fmla="*/ 37135 h 451"/>
                  <a:gd name="GluePoint5X" fmla="*/ 1796 w 1198"/>
                  <a:gd name="GluePoint5Y" fmla="*/ 294460 h 451"/>
                  <a:gd name="GluePoint6X" fmla="*/ 1350 w 1198"/>
                  <a:gd name="GluePoint6Y" fmla="*/ 616944 h 451"/>
                  <a:gd name="GluePoint7X" fmla="*/ 466 w 1198"/>
                  <a:gd name="GluePoint7Y" fmla="*/ 634874 h 451"/>
                  <a:gd name="GluePoint8X" fmla="*/ 54 w 1198"/>
                  <a:gd name="GluePoint8Y" fmla="*/ 503524 h 451"/>
                  <a:gd name="GluePoint9X" fmla="*/ 134 w 1198"/>
                  <a:gd name="GluePoint9Y" fmla="*/ 270558 h 45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 rotWithShape="0">
                <a:gsLst>
                  <a:gs pos="24000">
                    <a:srgbClr val="FFFFFF"/>
                  </a:gs>
                  <a:gs pos="99000">
                    <a:srgbClr val="FFFFFF">
                      <a:alpha val="6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71" name="Freeform 5"/>
              <p:cNvSpPr/>
              <p:nvPr/>
            </p:nvSpPr>
            <p:spPr>
              <a:xfrm>
                <a:off x="2982240" y="4970160"/>
                <a:ext cx="2743920" cy="1093320"/>
              </a:xfrm>
              <a:custGeom>
                <a:avLst/>
                <a:gdLst>
                  <a:gd name="textAreaLeft" fmla="*/ 0 w 2743920"/>
                  <a:gd name="textAreaRight" fmla="*/ 2744280 w 2743920"/>
                  <a:gd name="textAreaTop" fmla="*/ 0 h 1093320"/>
                  <a:gd name="textAreaBottom" fmla="*/ 1093680 h 1093320"/>
                  <a:gd name="GluePoint1X" fmla="*/ 1319 w 1583"/>
                  <a:gd name="GluePoint1Y" fmla="*/ 862 h 682"/>
                  <a:gd name="GluePoint2X" fmla="*/ 3445 w 1583"/>
                  <a:gd name="GluePoint2Y" fmla="*/ 285 h 682"/>
                  <a:gd name="GluePoint3X" fmla="*/ 6645 w 1583"/>
                  <a:gd name="GluePoint3Y" fmla="*/ 77 h 682"/>
                  <a:gd name="GluePoint4X" fmla="*/ 9794 w 1583"/>
                  <a:gd name="GluePoint4Y" fmla="*/ 744 h 682"/>
                  <a:gd name="GluePoint5X" fmla="*/ 13238 w 1583"/>
                  <a:gd name="GluePoint5Y" fmla="*/ 1642 h 682"/>
                  <a:gd name="GluePoint6X" fmla="*/ 10773 w 1583"/>
                  <a:gd name="GluePoint6Y" fmla="*/ 2476 h 682"/>
                  <a:gd name="GluePoint7X" fmla="*/ 5844 w 1583"/>
                  <a:gd name="GluePoint7Y" fmla="*/ 2523 h 682"/>
                  <a:gd name="GluePoint8X" fmla="*/ 751 w 1583"/>
                  <a:gd name="GluePoint8Y" fmla="*/ 2291 h 682"/>
                  <a:gd name="GluePoint9X" fmla="*/ 1319 w 1583"/>
                  <a:gd name="GluePoint9Y" fmla="*/ 862 h 6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rotWithShape="0">
                <a:gsLst>
                  <a:gs pos="20000">
                    <a:srgbClr val="FFFFFF"/>
                  </a:gs>
                  <a:gs pos="99000">
                    <a:srgbClr val="FFFFFF">
                      <a:alpha val="73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72" name="Freeform 3"/>
              <p:cNvSpPr/>
              <p:nvPr/>
            </p:nvSpPr>
            <p:spPr>
              <a:xfrm>
                <a:off x="5626440" y="4168080"/>
                <a:ext cx="2154240" cy="1384200"/>
              </a:xfrm>
              <a:custGeom>
                <a:avLst/>
                <a:gdLst>
                  <a:gd name="textAreaLeft" fmla="*/ 0 w 2154240"/>
                  <a:gd name="textAreaRight" fmla="*/ 2154600 w 2154240"/>
                  <a:gd name="textAreaTop" fmla="*/ 0 h 1384200"/>
                  <a:gd name="textAreaBottom" fmla="*/ 1384560 h 1384200"/>
                  <a:gd name="GluePoint1X" fmla="*/ 1063 w 1162"/>
                  <a:gd name="GluePoint1Y" fmla="*/ 49351 h 543"/>
                  <a:gd name="GluePoint2X" fmla="*/ 6960 w 1162"/>
                  <a:gd name="GluePoint2Y" fmla="*/ 4162 h 543"/>
                  <a:gd name="GluePoint3X" fmla="*/ 17785 w 1162"/>
                  <a:gd name="GluePoint3Y" fmla="*/ 23973 h 543"/>
                  <a:gd name="GluePoint4X" fmla="*/ 21649 w 1162"/>
                  <a:gd name="GluePoint4Y" fmla="*/ 72662 h 543"/>
                  <a:gd name="GluePoint5X" fmla="*/ 19828 w 1162"/>
                  <a:gd name="GluePoint5Y" fmla="*/ 137161 h 543"/>
                  <a:gd name="GluePoint6X" fmla="*/ 11083 w 1162"/>
                  <a:gd name="GluePoint6Y" fmla="*/ 164591 h 543"/>
                  <a:gd name="GluePoint7X" fmla="*/ 1657 w 1162"/>
                  <a:gd name="GluePoint7Y" fmla="*/ 133650 h 543"/>
                  <a:gd name="GluePoint8X" fmla="*/ 1063 w 1162"/>
                  <a:gd name="GluePoint8Y" fmla="*/ 49351 h 54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</a:cxnLst>
                <a:rect l="textAreaLeft" t="textAreaTop" r="textAreaRight" b="textAreaBottom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 rotWithShape="0">
                <a:gsLst>
                  <a:gs pos="24000">
                    <a:srgbClr val="FFFFFF"/>
                  </a:gs>
                  <a:gs pos="99000">
                    <a:srgbClr val="FFFFFF">
                      <a:alpha val="6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973" name="Straight Arrow Connector 283"/>
              <p:cNvCxnSpPr/>
              <p:nvPr/>
            </p:nvCxnSpPr>
            <p:spPr>
              <a:xfrm flipV="1">
                <a:off x="5072760" y="4948200"/>
                <a:ext cx="814680" cy="50148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len="med" type="triangle" w="med"/>
                <a:tailEnd len="med" type="triangle" w="med"/>
              </a:ln>
            </p:spPr>
          </p:cxnSp>
          <p:cxnSp>
            <p:nvCxnSpPr>
              <p:cNvPr id="5974" name="Straight Arrow Connector 285"/>
              <p:cNvCxnSpPr/>
              <p:nvPr/>
            </p:nvCxnSpPr>
            <p:spPr>
              <a:xfrm>
                <a:off x="3258720" y="4737240"/>
                <a:ext cx="724680" cy="43668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len="med" type="triangle" w="med"/>
                <a:tailEnd len="med" type="triangle" w="med"/>
              </a:ln>
            </p:spPr>
          </p:cxnSp>
        </p:grpSp>
        <p:sp>
          <p:nvSpPr>
            <p:cNvPr id="5975" name="TextBox 310"/>
            <p:cNvSpPr/>
            <p:nvPr/>
          </p:nvSpPr>
          <p:spPr>
            <a:xfrm>
              <a:off x="3544920" y="4522320"/>
              <a:ext cx="221688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inter-AS routing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76" name="Group 312"/>
          <p:cNvGrpSpPr/>
          <p:nvPr/>
        </p:nvGrpSpPr>
        <p:grpSpPr>
          <a:xfrm>
            <a:off x="3723840" y="1865880"/>
            <a:ext cx="2334240" cy="3331080"/>
            <a:chOff x="3723840" y="1865880"/>
            <a:chExt cx="2334240" cy="3331080"/>
          </a:xfrm>
        </p:grpSpPr>
        <p:sp>
          <p:nvSpPr>
            <p:cNvPr id="5977" name="Freeform 313"/>
            <p:cNvSpPr/>
            <p:nvPr/>
          </p:nvSpPr>
          <p:spPr>
            <a:xfrm flipH="1">
              <a:off x="3766320" y="3849480"/>
              <a:ext cx="2255040" cy="1347480"/>
            </a:xfrm>
            <a:custGeom>
              <a:avLst/>
              <a:gdLst>
                <a:gd name="textAreaLeft" fmla="*/ 360 w 2255040"/>
                <a:gd name="textAreaRight" fmla="*/ 2255760 w 2255040"/>
                <a:gd name="textAreaTop" fmla="*/ 0 h 1347480"/>
                <a:gd name="textAreaBottom" fmla="*/ 1347840 h 1347480"/>
                <a:gd name="GluePoint1X" fmla="*/ 1855043 w 2254368"/>
                <a:gd name="GluePoint1Y" fmla="*/ 1349639 h 1349639"/>
                <a:gd name="GluePoint2X" fmla="*/ 0 w 2254368"/>
                <a:gd name="GluePoint2Y" fmla="*/ 310 h 1349639"/>
                <a:gd name="GluePoint3X" fmla="*/ 2251233 w 2254368"/>
                <a:gd name="GluePoint3Y" fmla="*/ 1468 h 1349639"/>
                <a:gd name="GluePoint4X" fmla="*/ 2254368 w 2254368"/>
                <a:gd name="GluePoint4Y" fmla="*/ 1315058 h 1349639"/>
                <a:gd name="GluePoint5X" fmla="*/ 1855043 w 2254368"/>
                <a:gd name="GluePoint5Y" fmla="*/ 1349639 h 13496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254368" h="1349639">
                  <a:moveTo>
                    <a:pt x="1855043" y="1349639"/>
                  </a:moveTo>
                  <a:cubicBezTo>
                    <a:pt x="1304110" y="746280"/>
                    <a:pt x="628999" y="499249"/>
                    <a:pt x="0" y="310"/>
                  </a:cubicBezTo>
                  <a:cubicBezTo>
                    <a:pt x="333077" y="4877"/>
                    <a:pt x="1918156" y="-3099"/>
                    <a:pt x="2251233" y="1468"/>
                  </a:cubicBezTo>
                  <a:cubicBezTo>
                    <a:pt x="2089546" y="493074"/>
                    <a:pt x="2029736" y="828030"/>
                    <a:pt x="2254368" y="1315058"/>
                  </a:cubicBezTo>
                  <a:cubicBezTo>
                    <a:pt x="2028914" y="1268083"/>
                    <a:pt x="1915520" y="1271535"/>
                    <a:pt x="1855043" y="1349639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grpSp>
          <p:nvGrpSpPr>
            <p:cNvPr id="5978" name="Group 314"/>
            <p:cNvGrpSpPr/>
            <p:nvPr/>
          </p:nvGrpSpPr>
          <p:grpSpPr>
            <a:xfrm>
              <a:off x="3723840" y="1865880"/>
              <a:ext cx="2334240" cy="2102760"/>
              <a:chOff x="3723840" y="1865880"/>
              <a:chExt cx="2334240" cy="2102760"/>
            </a:xfrm>
          </p:grpSpPr>
          <p:grpSp>
            <p:nvGrpSpPr>
              <p:cNvPr id="5979" name="Group 28"/>
              <p:cNvGrpSpPr/>
              <p:nvPr/>
            </p:nvGrpSpPr>
            <p:grpSpPr>
              <a:xfrm>
                <a:off x="3723840" y="1865880"/>
                <a:ext cx="2334240" cy="2102760"/>
                <a:chOff x="3723840" y="1865880"/>
                <a:chExt cx="2334240" cy="2102760"/>
              </a:xfrm>
            </p:grpSpPr>
            <p:sp>
              <p:nvSpPr>
                <p:cNvPr id="5980" name="Rectangle 329"/>
                <p:cNvSpPr/>
                <p:nvPr/>
              </p:nvSpPr>
              <p:spPr>
                <a:xfrm rot="10800000">
                  <a:off x="3745440" y="2165760"/>
                  <a:ext cx="2306880" cy="738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grpSp>
              <p:nvGrpSpPr>
                <p:cNvPr id="5981" name="Group 498"/>
                <p:cNvGrpSpPr/>
                <p:nvPr/>
              </p:nvGrpSpPr>
              <p:grpSpPr>
                <a:xfrm>
                  <a:off x="3727080" y="3533400"/>
                  <a:ext cx="2310480" cy="435240"/>
                  <a:chOff x="3727080" y="3533400"/>
                  <a:chExt cx="2310480" cy="435240"/>
                </a:xfrm>
              </p:grpSpPr>
              <p:sp>
                <p:nvSpPr>
                  <p:cNvPr id="5982" name="Oval 344"/>
                  <p:cNvSpPr/>
                  <p:nvPr/>
                </p:nvSpPr>
                <p:spPr>
                  <a:xfrm>
                    <a:off x="3727440" y="3679200"/>
                    <a:ext cx="2310120" cy="289440"/>
                  </a:xfrm>
                  <a:prstGeom prst="ellipse">
                    <a:avLst/>
                  </a:prstGeom>
                  <a:solidFill>
                    <a:srgbClr val="262699"/>
                  </a:solidFill>
                  <a:ln w="635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5983" name="Rectangle 345"/>
                  <p:cNvSpPr/>
                  <p:nvPr/>
                </p:nvSpPr>
                <p:spPr>
                  <a:xfrm>
                    <a:off x="3727440" y="3679200"/>
                    <a:ext cx="2310120" cy="143640"/>
                  </a:xfrm>
                  <a:prstGeom prst="rect">
                    <a:avLst/>
                  </a:prstGeom>
                  <a:solidFill>
                    <a:srgbClr val="262699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5984" name="Oval 346"/>
                  <p:cNvSpPr/>
                  <p:nvPr/>
                </p:nvSpPr>
                <p:spPr>
                  <a:xfrm>
                    <a:off x="3727440" y="3533400"/>
                    <a:ext cx="2310120" cy="289440"/>
                  </a:xfrm>
                  <a:prstGeom prst="ellipse">
                    <a:avLst/>
                  </a:prstGeom>
                  <a:solidFill>
                    <a:srgbClr val="8585E0">
                      <a:alpha val="70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5985" name="Straight Connector 347"/>
                  <p:cNvCxnSpPr/>
                  <p:nvPr/>
                </p:nvCxnSpPr>
                <p:spPr>
                  <a:xfrm>
                    <a:off x="6037560" y="3678840"/>
                    <a:ext cx="360" cy="1443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5986" name="Straight Connector 348"/>
                  <p:cNvCxnSpPr/>
                  <p:nvPr/>
                </p:nvCxnSpPr>
                <p:spPr>
                  <a:xfrm>
                    <a:off x="3727080" y="3678840"/>
                    <a:ext cx="360" cy="1443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sp>
              <p:nvSpPr>
                <p:cNvPr id="5987" name="Rectangle 331"/>
                <p:cNvSpPr/>
                <p:nvPr/>
              </p:nvSpPr>
              <p:spPr>
                <a:xfrm>
                  <a:off x="3727440" y="3053160"/>
                  <a:ext cx="2315520" cy="630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100000">
                      <a:srgbClr val="FFFFFF"/>
                    </a:gs>
                  </a:gsLst>
                  <a:lin ang="162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5988" name="Straight Connector 332"/>
                <p:cNvCxnSpPr/>
                <p:nvPr/>
              </p:nvCxnSpPr>
              <p:spPr>
                <a:xfrm flipH="1">
                  <a:off x="3730680" y="2125800"/>
                  <a:ext cx="2520" cy="156564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cxnSp>
              <p:nvCxnSpPr>
                <p:cNvPr id="5989" name="Straight Connector 333"/>
                <p:cNvCxnSpPr/>
                <p:nvPr/>
              </p:nvCxnSpPr>
              <p:spPr>
                <a:xfrm flipH="1">
                  <a:off x="6037560" y="2182680"/>
                  <a:ext cx="14760" cy="153504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5990" name="Group 504"/>
                <p:cNvGrpSpPr/>
                <p:nvPr/>
              </p:nvGrpSpPr>
              <p:grpSpPr>
                <a:xfrm>
                  <a:off x="3723840" y="1865880"/>
                  <a:ext cx="2334240" cy="480960"/>
                  <a:chOff x="3723840" y="1865880"/>
                  <a:chExt cx="2334240" cy="480960"/>
                </a:xfrm>
              </p:grpSpPr>
              <p:sp>
                <p:nvSpPr>
                  <p:cNvPr id="5991" name="Oval 335"/>
                  <p:cNvSpPr/>
                  <p:nvPr/>
                </p:nvSpPr>
                <p:spPr>
                  <a:xfrm flipV="1">
                    <a:off x="3723840" y="1994040"/>
                    <a:ext cx="2324160" cy="3524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31000">
                        <a:srgbClr val="8585E0"/>
                      </a:gs>
                      <a:gs pos="100000">
                        <a:srgbClr val="D6D6F5"/>
                      </a:gs>
                    </a:gsLst>
                    <a:lin ang="5400000"/>
                  </a:gradFill>
                  <a:ln w="635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5992" name="Rectangle 336"/>
                  <p:cNvSpPr/>
                  <p:nvPr/>
                </p:nvSpPr>
                <p:spPr>
                  <a:xfrm>
                    <a:off x="3733200" y="2062800"/>
                    <a:ext cx="2322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ADADEB"/>
                      </a:gs>
                      <a:gs pos="54000">
                        <a:srgbClr val="8585E0"/>
                      </a:gs>
                      <a:gs pos="100000">
                        <a:srgbClr val="262699"/>
                      </a:gs>
                    </a:gsLst>
                    <a:lin ang="162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5993" name="Oval 337"/>
                  <p:cNvSpPr/>
                  <p:nvPr/>
                </p:nvSpPr>
                <p:spPr>
                  <a:xfrm flipV="1">
                    <a:off x="3733200" y="1865520"/>
                    <a:ext cx="2324160" cy="3524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80808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5994" name="Freeform 338"/>
                  <p:cNvSpPr/>
                  <p:nvPr/>
                </p:nvSpPr>
                <p:spPr>
                  <a:xfrm>
                    <a:off x="4315680" y="1973880"/>
                    <a:ext cx="1130040" cy="176040"/>
                  </a:xfrm>
                  <a:custGeom>
                    <a:avLst/>
                    <a:gdLst>
                      <a:gd name="textAreaLeft" fmla="*/ 0 w 1130040"/>
                      <a:gd name="textAreaRight" fmla="*/ 1130400 w 1130040"/>
                      <a:gd name="textAreaTop" fmla="*/ 0 h 176040"/>
                      <a:gd name="textAreaBottom" fmla="*/ 176400 h 1760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5995" name="Freeform 339"/>
                  <p:cNvSpPr/>
                  <p:nvPr/>
                </p:nvSpPr>
                <p:spPr>
                  <a:xfrm>
                    <a:off x="4198680" y="1927800"/>
                    <a:ext cx="1367640" cy="124200"/>
                  </a:xfrm>
                  <a:custGeom>
                    <a:avLst/>
                    <a:gdLst>
                      <a:gd name="textAreaLeft" fmla="*/ 0 w 1367640"/>
                      <a:gd name="textAreaRight" fmla="*/ 1368000 w 1367640"/>
                      <a:gd name="textAreaTop" fmla="*/ 0 h 124200"/>
                      <a:gd name="textAreaBottom" fmla="*/ 124560 h 124200"/>
                      <a:gd name="GluePoint1X" fmla="*/ 0 w 3723451"/>
                      <a:gd name="GluePoint1Y" fmla="*/ 27211 h 932950"/>
                      <a:gd name="GluePoint2X" fmla="*/ 123865 w 3723451"/>
                      <a:gd name="GluePoint2Y" fmla="*/ 321 h 932950"/>
                      <a:gd name="GluePoint3X" fmla="*/ 350850 w 3723451"/>
                      <a:gd name="GluePoint3Y" fmla="*/ 62061 h 932950"/>
                      <a:gd name="GluePoint4X" fmla="*/ 567397 w 3723451"/>
                      <a:gd name="GluePoint4Y" fmla="*/ 0 h 932950"/>
                      <a:gd name="GluePoint5X" fmla="*/ 703949 w 3723451"/>
                      <a:gd name="GluePoint5Y" fmla="*/ 24696 h 932950"/>
                      <a:gd name="GluePoint6X" fmla="*/ 602354 w 3723451"/>
                      <a:gd name="GluePoint6Y" fmla="*/ 55064 h 932950"/>
                      <a:gd name="GluePoint7X" fmla="*/ 569645 w 3723451"/>
                      <a:gd name="GluePoint7Y" fmla="*/ 46877 h 932950"/>
                      <a:gd name="GluePoint8X" fmla="*/ 354838 w 3723451"/>
                      <a:gd name="GluePoint8Y" fmla="*/ 111226 h 932950"/>
                      <a:gd name="GluePoint9X" fmla="*/ 134536 w 3723451"/>
                      <a:gd name="GluePoint9Y" fmla="*/ 49244 h 932950"/>
                      <a:gd name="GluePoint10X" fmla="*/ 98918 w 3723451"/>
                      <a:gd name="GluePoint10Y" fmla="*/ 55934 h 932950"/>
                      <a:gd name="GluePoint11X" fmla="*/ 0 w 3723451"/>
                      <a:gd name="GluePoint11Y" fmla="*/ 27211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0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996" name="Freeform 340"/>
                  <p:cNvSpPr/>
                  <p:nvPr/>
                </p:nvSpPr>
                <p:spPr>
                  <a:xfrm>
                    <a:off x="5098680" y="2033280"/>
                    <a:ext cx="499320" cy="106920"/>
                  </a:xfrm>
                  <a:custGeom>
                    <a:avLst/>
                    <a:gdLst>
                      <a:gd name="textAreaLeft" fmla="*/ 0 w 499320"/>
                      <a:gd name="textAreaRight" fmla="*/ 499680 w 499320"/>
                      <a:gd name="textAreaTop" fmla="*/ 0 h 106920"/>
                      <a:gd name="textAreaBottom" fmla="*/ 107280 h 106920"/>
                      <a:gd name="GluePoint1X" fmla="*/ 0 w 1366596"/>
                      <a:gd name="GluePoint1Y" fmla="*/ 0 h 809868"/>
                      <a:gd name="GluePoint2X" fmla="*/ 257143 w 1366596"/>
                      <a:gd name="GluePoint2Y" fmla="*/ 74047 h 809868"/>
                      <a:gd name="GluePoint3X" fmla="*/ 162771 w 1366596"/>
                      <a:gd name="GluePoint3Y" fmla="*/ 95826 h 809868"/>
                      <a:gd name="GluePoint4X" fmla="*/ 866 w 1366596"/>
                      <a:gd name="GluePoint4Y" fmla="*/ 50635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0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5997" name="Freeform 341"/>
                  <p:cNvSpPr/>
                  <p:nvPr/>
                </p:nvSpPr>
                <p:spPr>
                  <a:xfrm>
                    <a:off x="4173840" y="2035080"/>
                    <a:ext cx="495720" cy="105120"/>
                  </a:xfrm>
                  <a:custGeom>
                    <a:avLst/>
                    <a:gdLst>
                      <a:gd name="textAreaLeft" fmla="*/ 0 w 495720"/>
                      <a:gd name="textAreaRight" fmla="*/ 496080 w 495720"/>
                      <a:gd name="textAreaTop" fmla="*/ 0 h 105120"/>
                      <a:gd name="textAreaBottom" fmla="*/ 105480 h 105120"/>
                      <a:gd name="GluePoint1X" fmla="*/ 251832 w 1348191"/>
                      <a:gd name="GluePoint1Y" fmla="*/ 0 h 791462"/>
                      <a:gd name="GluePoint2X" fmla="*/ 255318 w 1348191"/>
                      <a:gd name="GluePoint2Y" fmla="*/ 45415 h 791462"/>
                      <a:gd name="GluePoint3X" fmla="*/ 92368 w 1348191"/>
                      <a:gd name="GluePoint3Y" fmla="*/ 94114 h 791462"/>
                      <a:gd name="GluePoint4X" fmla="*/ 0 w 1348191"/>
                      <a:gd name="GluePoint4Y" fmla="*/ 72774 h 791462"/>
                      <a:gd name="GluePoint5X" fmla="*/ 251832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0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cxnSp>
                <p:nvCxnSpPr>
                  <p:cNvPr id="5998" name="Straight Connector 342"/>
                  <p:cNvCxnSpPr/>
                  <p:nvPr/>
                </p:nvCxnSpPr>
                <p:spPr>
                  <a:xfrm flipH="1" flipV="1">
                    <a:off x="3732840" y="2042640"/>
                    <a:ext cx="3960" cy="13644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5999" name="Straight Connector 343"/>
                  <p:cNvCxnSpPr/>
                  <p:nvPr/>
                </p:nvCxnSpPr>
                <p:spPr>
                  <a:xfrm flipH="1" flipV="1">
                    <a:off x="6054840" y="2038680"/>
                    <a:ext cx="3600" cy="136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</p:grpSp>
          <p:grpSp>
            <p:nvGrpSpPr>
              <p:cNvPr id="6000" name="Group 316"/>
              <p:cNvGrpSpPr/>
              <p:nvPr/>
            </p:nvGrpSpPr>
            <p:grpSpPr>
              <a:xfrm>
                <a:off x="4278960" y="2922480"/>
                <a:ext cx="1235160" cy="1007640"/>
                <a:chOff x="4278960" y="2922480"/>
                <a:chExt cx="1235160" cy="1007640"/>
              </a:xfrm>
            </p:grpSpPr>
            <p:sp>
              <p:nvSpPr>
                <p:cNvPr id="6001" name="Rectangle 325"/>
                <p:cNvSpPr/>
                <p:nvPr/>
              </p:nvSpPr>
              <p:spPr>
                <a:xfrm>
                  <a:off x="4288320" y="2952360"/>
                  <a:ext cx="1221480" cy="977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C00000"/>
                  </a:solidFill>
                </a:ln>
                <a:effectLst>
                  <a:outerShdw algn="bl" blurRad="50760" dir="18900000" dist="37674" rotWithShape="0">
                    <a:srgbClr val="000000">
                      <a:alpha val="4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6002" name="Straight Connector 326"/>
                <p:cNvCxnSpPr/>
                <p:nvPr/>
              </p:nvCxnSpPr>
              <p:spPr>
                <a:xfrm>
                  <a:off x="4287960" y="3384720"/>
                  <a:ext cx="12222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cxnSp>
              <p:nvCxnSpPr>
                <p:cNvPr id="6003" name="Straight Connector 327"/>
                <p:cNvCxnSpPr/>
                <p:nvPr/>
              </p:nvCxnSpPr>
              <p:spPr>
                <a:xfrm flipV="1">
                  <a:off x="4880520" y="3408840"/>
                  <a:ext cx="360" cy="49140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6004" name="TextBox 328"/>
                <p:cNvSpPr/>
                <p:nvPr/>
              </p:nvSpPr>
              <p:spPr>
                <a:xfrm>
                  <a:off x="4278960" y="2922480"/>
                  <a:ext cx="1235160" cy="479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8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forwarding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80000"/>
                    </a:lnSpc>
                  </a:pPr>
                  <a:r>
                    <a:rPr lang="en-US" sz="16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table</a:t>
                  </a:r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6005" name="Rectangle 124"/>
          <p:cNvSpPr/>
          <p:nvPr/>
        </p:nvSpPr>
        <p:spPr>
          <a:xfrm>
            <a:off x="6300720" y="1641600"/>
            <a:ext cx="5711400" cy="8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303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forwarding table  configured by intra- and inter-AS routing algorithms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06" name="Group 2"/>
          <p:cNvGrpSpPr/>
          <p:nvPr/>
        </p:nvGrpSpPr>
        <p:grpSpPr>
          <a:xfrm>
            <a:off x="3771000" y="2327400"/>
            <a:ext cx="989640" cy="1051920"/>
            <a:chOff x="3771000" y="2327400"/>
            <a:chExt cx="989640" cy="1051920"/>
          </a:xfrm>
        </p:grpSpPr>
        <p:grpSp>
          <p:nvGrpSpPr>
            <p:cNvPr id="6007" name="Group 90"/>
            <p:cNvGrpSpPr/>
            <p:nvPr/>
          </p:nvGrpSpPr>
          <p:grpSpPr>
            <a:xfrm>
              <a:off x="3771000" y="2327400"/>
              <a:ext cx="989640" cy="690840"/>
              <a:chOff x="3771000" y="2327400"/>
              <a:chExt cx="989640" cy="690840"/>
            </a:xfrm>
          </p:grpSpPr>
          <p:sp>
            <p:nvSpPr>
              <p:cNvPr id="6008" name="Oval 91"/>
              <p:cNvSpPr/>
              <p:nvPr/>
            </p:nvSpPr>
            <p:spPr>
              <a:xfrm>
                <a:off x="3771000" y="2327400"/>
                <a:ext cx="989640" cy="5569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3333CC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9" name="Text Box 92"/>
              <p:cNvSpPr/>
              <p:nvPr/>
            </p:nvSpPr>
            <p:spPr>
              <a:xfrm>
                <a:off x="3887640" y="2379240"/>
                <a:ext cx="748440" cy="639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000099"/>
                    </a:solidFill>
                    <a:effectLst/>
                    <a:uFillTx/>
                    <a:latin typeface="Arial"/>
                    <a:ea typeface="ＭＳ Ｐゴシック"/>
                  </a:rPr>
                  <a:t>Intra-AS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000099"/>
                    </a:solidFill>
                    <a:effectLst/>
                    <a:uFillTx/>
                    <a:latin typeface="Arial"/>
                    <a:ea typeface="ＭＳ Ｐゴシック"/>
                  </a:rPr>
                  <a:t>Routing 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10" name="Bent-Up Arrow 222"/>
            <p:cNvSpPr/>
            <p:nvPr/>
          </p:nvSpPr>
          <p:spPr>
            <a:xfrm rot="5400000">
              <a:off x="3900960" y="3022920"/>
              <a:ext cx="524520" cy="187920"/>
            </a:xfrm>
            <a:prstGeom prst="bentUpArrow">
              <a:avLst>
                <a:gd name="adj1" fmla="val 16723"/>
                <a:gd name="adj2" fmla="val 25000"/>
                <a:gd name="adj3" fmla="val 25000"/>
              </a:avLst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3320" rIns="90000" bIns="-13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011" name="Group 1"/>
          <p:cNvGrpSpPr/>
          <p:nvPr/>
        </p:nvGrpSpPr>
        <p:grpSpPr>
          <a:xfrm>
            <a:off x="5032080" y="2338200"/>
            <a:ext cx="989640" cy="1047960"/>
            <a:chOff x="5032080" y="2338200"/>
            <a:chExt cx="989640" cy="1047960"/>
          </a:xfrm>
        </p:grpSpPr>
        <p:grpSp>
          <p:nvGrpSpPr>
            <p:cNvPr id="6012" name="Group 90"/>
            <p:cNvGrpSpPr/>
            <p:nvPr/>
          </p:nvGrpSpPr>
          <p:grpSpPr>
            <a:xfrm>
              <a:off x="5032080" y="2338200"/>
              <a:ext cx="989640" cy="690840"/>
              <a:chOff x="5032080" y="2338200"/>
              <a:chExt cx="989640" cy="690840"/>
            </a:xfrm>
          </p:grpSpPr>
          <p:sp>
            <p:nvSpPr>
              <p:cNvPr id="6013" name="Oval 91"/>
              <p:cNvSpPr/>
              <p:nvPr/>
            </p:nvSpPr>
            <p:spPr>
              <a:xfrm>
                <a:off x="5032080" y="2338200"/>
                <a:ext cx="989640" cy="5569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4" name="Text Box 92"/>
              <p:cNvSpPr/>
              <p:nvPr/>
            </p:nvSpPr>
            <p:spPr>
              <a:xfrm>
                <a:off x="5149080" y="2390040"/>
                <a:ext cx="748440" cy="639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Inter-AS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Routing 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15" name="Bent-Up Arrow 223"/>
            <p:cNvSpPr/>
            <p:nvPr/>
          </p:nvSpPr>
          <p:spPr>
            <a:xfrm flipH="1" rot="16200000">
              <a:off x="5429160" y="3029760"/>
              <a:ext cx="524520" cy="187920"/>
            </a:xfrm>
            <a:prstGeom prst="bentUpArrow">
              <a:avLst>
                <a:gd name="adj1" fmla="val 16723"/>
                <a:gd name="adj2" fmla="val 25000"/>
                <a:gd name="adj3" fmla="val 25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3320" rIns="90000" bIns="-1332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016" name="Rectangle 124"/>
          <p:cNvSpPr/>
          <p:nvPr/>
        </p:nvSpPr>
        <p:spPr>
          <a:xfrm>
            <a:off x="6392160" y="2464560"/>
            <a:ext cx="5711400" cy="68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522360" lvl="1" indent="-236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intra-AS routing determine entries for destinations within 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7" name="Rectangle 124"/>
          <p:cNvSpPr/>
          <p:nvPr/>
        </p:nvSpPr>
        <p:spPr>
          <a:xfrm>
            <a:off x="6386040" y="3165480"/>
            <a:ext cx="57114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522360" lvl="1" indent="-236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inter-AS &amp; intra-AS determine entries for external destinations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666" dur="indefinite" restart="never" nodeType="tmRoot">
          <p:childTnLst>
            <p:seq>
              <p:cTn id="1667" dur="indefinite" nodeType="mainSeq">
                <p:childTnLst>
                  <p:par>
                    <p:cTn id="1668" fill="hold">
                      <p:stCondLst>
                        <p:cond delay="indefinite"/>
                      </p:stCondLst>
                      <p:childTnLst>
                        <p:par>
                          <p:cTn id="1669" fill="hold">
                            <p:stCondLst>
                              <p:cond delay="0"/>
                            </p:stCondLst>
                            <p:childTnLst>
                              <p:par>
                                <p:cTn id="167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72" dur="500"/>
                                        <p:tgtEl>
                                          <p:spTgt spid="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3" fill="hold">
                      <p:stCondLst>
                        <p:cond delay="indefinite"/>
                      </p:stCondLst>
                      <p:childTnLst>
                        <p:par>
                          <p:cTn id="1674" fill="hold">
                            <p:stCondLst>
                              <p:cond delay="0"/>
                            </p:stCondLst>
                            <p:childTnLst>
                              <p:par>
                                <p:cTn id="1675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676" dur="500"/>
                                        <p:tgtEl>
                                          <p:spTgt spid="5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80" dur="500"/>
                                        <p:tgtEl>
                                          <p:spTgt spid="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1" fill="hold">
                      <p:stCondLst>
                        <p:cond delay="indefinite"/>
                      </p:stCondLst>
                      <p:childTnLst>
                        <p:par>
                          <p:cTn id="1682" fill="hold">
                            <p:stCondLst>
                              <p:cond delay="0"/>
                            </p:stCondLst>
                            <p:childTnLst>
                              <p:par>
                                <p:cTn id="1683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684" dur="500"/>
                                        <p:tgtEl>
                                          <p:spTgt spid="59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88" dur="500"/>
                                        <p:tgtEl>
                                          <p:spTgt spid="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9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91" dur="500"/>
                                        <p:tgtEl>
                                          <p:spTgt spid="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2" fill="hold">
                      <p:stCondLst>
                        <p:cond delay="indefinite"/>
                      </p:stCondLst>
                      <p:childTnLst>
                        <p:par>
                          <p:cTn id="1693" fill="hold">
                            <p:stCondLst>
                              <p:cond delay="0"/>
                            </p:stCondLst>
                            <p:childTnLst>
                              <p:par>
                                <p:cTn id="169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96" dur="500"/>
                                        <p:tgtEl>
                                          <p:spTgt spid="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99" dur="500"/>
                                        <p:tgtEl>
                                          <p:spTgt spid="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0" fill="hold">
                      <p:stCondLst>
                        <p:cond delay="indefinite"/>
                      </p:stCondLst>
                      <p:childTnLst>
                        <p:par>
                          <p:cTn id="1701" fill="hold">
                            <p:stCondLst>
                              <p:cond delay="0"/>
                            </p:stCondLst>
                            <p:childTnLst>
                              <p:par>
                                <p:cTn id="170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04" dur="500"/>
                                        <p:tgtEl>
                                          <p:spTgt spid="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07" dur="5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8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873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Inter-AS routing:  a role in intradomain forwarding</a:t>
            </a:r>
            <a:endParaRPr lang="en-US" sz="40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019" name="PlaceHolder 2"/>
          <p:cNvSpPr>
            <a:spLocks noGrp="1"/>
          </p:cNvSpPr>
          <p:nvPr>
            <p:ph type="sldNum" idx="5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A23E1684-557F-45BF-818F-887EE2C8B9DF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0" name="Freeform 3"/>
          <p:cNvSpPr/>
          <p:nvPr/>
        </p:nvSpPr>
        <p:spPr>
          <a:xfrm>
            <a:off x="5446800" y="4100760"/>
            <a:ext cx="2351520" cy="1511280"/>
          </a:xfrm>
          <a:custGeom>
            <a:avLst/>
            <a:gdLst>
              <a:gd name="textAreaLeft" fmla="*/ 0 w 2351520"/>
              <a:gd name="textAreaRight" fmla="*/ 2351880 w 2351520"/>
              <a:gd name="textAreaTop" fmla="*/ 0 h 1511280"/>
              <a:gd name="textAreaBottom" fmla="*/ 1511640 h 1511280"/>
              <a:gd name="GluePoint1X" fmla="*/ 1063 w 1162"/>
              <a:gd name="GluePoint1Y" fmla="*/ 49351 h 543"/>
              <a:gd name="GluePoint2X" fmla="*/ 6960 w 1162"/>
              <a:gd name="GluePoint2Y" fmla="*/ 4162 h 543"/>
              <a:gd name="GluePoint3X" fmla="*/ 17785 w 1162"/>
              <a:gd name="GluePoint3Y" fmla="*/ 23973 h 543"/>
              <a:gd name="GluePoint4X" fmla="*/ 21649 w 1162"/>
              <a:gd name="GluePoint4Y" fmla="*/ 72662 h 543"/>
              <a:gd name="GluePoint5X" fmla="*/ 19828 w 1162"/>
              <a:gd name="GluePoint5Y" fmla="*/ 137161 h 543"/>
              <a:gd name="GluePoint6X" fmla="*/ 11083 w 1162"/>
              <a:gd name="GluePoint6Y" fmla="*/ 164591 h 543"/>
              <a:gd name="GluePoint7X" fmla="*/ 1657 w 1162"/>
              <a:gd name="GluePoint7Y" fmla="*/ 133650 h 543"/>
              <a:gd name="GluePoint8X" fmla="*/ 1063 w 1162"/>
              <a:gd name="GluePoint8Y" fmla="*/ 49351 h 5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1" name="Freeform 4"/>
          <p:cNvSpPr/>
          <p:nvPr/>
        </p:nvSpPr>
        <p:spPr>
          <a:xfrm>
            <a:off x="1620360" y="3846960"/>
            <a:ext cx="1832040" cy="1497960"/>
          </a:xfrm>
          <a:custGeom>
            <a:avLst/>
            <a:gdLst>
              <a:gd name="textAreaLeft" fmla="*/ 0 w 1832040"/>
              <a:gd name="textAreaRight" fmla="*/ 1832400 w 1832040"/>
              <a:gd name="textAreaTop" fmla="*/ 0 h 1497960"/>
              <a:gd name="textAreaBottom" fmla="*/ 1498320 h 1497960"/>
              <a:gd name="GluePoint1X" fmla="*/ 134 w 1198"/>
              <a:gd name="GluePoint1Y" fmla="*/ 270558 h 451"/>
              <a:gd name="GluePoint2X" fmla="*/ 273 w 1198"/>
              <a:gd name="GluePoint2Y" fmla="*/ 132828 h 451"/>
              <a:gd name="GluePoint3X" fmla="*/ 679 w 1198"/>
              <a:gd name="GluePoint3Y" fmla="*/ 73044 h 451"/>
              <a:gd name="GluePoint4X" fmla="*/ 1501 w 1198"/>
              <a:gd name="GluePoint4Y" fmla="*/ 37135 h 451"/>
              <a:gd name="GluePoint5X" fmla="*/ 1796 w 1198"/>
              <a:gd name="GluePoint5Y" fmla="*/ 294460 h 451"/>
              <a:gd name="GluePoint6X" fmla="*/ 1350 w 1198"/>
              <a:gd name="GluePoint6Y" fmla="*/ 616944 h 451"/>
              <a:gd name="GluePoint7X" fmla="*/ 466 w 1198"/>
              <a:gd name="GluePoint7Y" fmla="*/ 634874 h 451"/>
              <a:gd name="GluePoint8X" fmla="*/ 54 w 1198"/>
              <a:gd name="GluePoint8Y" fmla="*/ 503524 h 451"/>
              <a:gd name="GluePoint9X" fmla="*/ 134 w 1198"/>
              <a:gd name="GluePoint9Y" fmla="*/ 270558 h 45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2" name="Freeform 5"/>
          <p:cNvSpPr/>
          <p:nvPr/>
        </p:nvSpPr>
        <p:spPr>
          <a:xfrm>
            <a:off x="2802960" y="4928040"/>
            <a:ext cx="2929680" cy="1167480"/>
          </a:xfrm>
          <a:custGeom>
            <a:avLst/>
            <a:gdLst>
              <a:gd name="textAreaLeft" fmla="*/ 0 w 2929680"/>
              <a:gd name="textAreaRight" fmla="*/ 2930040 w 2929680"/>
              <a:gd name="textAreaTop" fmla="*/ 0 h 1167480"/>
              <a:gd name="textAreaBottom" fmla="*/ 1167840 h 1167480"/>
              <a:gd name="GluePoint1X" fmla="*/ 1319 w 1583"/>
              <a:gd name="GluePoint1Y" fmla="*/ 862 h 682"/>
              <a:gd name="GluePoint2X" fmla="*/ 3445 w 1583"/>
              <a:gd name="GluePoint2Y" fmla="*/ 285 h 682"/>
              <a:gd name="GluePoint3X" fmla="*/ 6645 w 1583"/>
              <a:gd name="GluePoint3Y" fmla="*/ 77 h 682"/>
              <a:gd name="GluePoint4X" fmla="*/ 9794 w 1583"/>
              <a:gd name="GluePoint4Y" fmla="*/ 744 h 682"/>
              <a:gd name="GluePoint5X" fmla="*/ 13238 w 1583"/>
              <a:gd name="GluePoint5Y" fmla="*/ 1642 h 682"/>
              <a:gd name="GluePoint6X" fmla="*/ 10773 w 1583"/>
              <a:gd name="GluePoint6Y" fmla="*/ 2476 h 682"/>
              <a:gd name="GluePoint7X" fmla="*/ 5844 w 1583"/>
              <a:gd name="GluePoint7Y" fmla="*/ 2523 h 682"/>
              <a:gd name="GluePoint8X" fmla="*/ 751 w 1583"/>
              <a:gd name="GluePoint8Y" fmla="*/ 2291 h 682"/>
              <a:gd name="GluePoint9X" fmla="*/ 1319 w 1583"/>
              <a:gd name="GluePoint9Y" fmla="*/ 862 h 6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3" name="Oval 6"/>
          <p:cNvSpPr/>
          <p:nvPr/>
        </p:nvSpPr>
        <p:spPr>
          <a:xfrm>
            <a:off x="2001240" y="492660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4" name="Line 7"/>
          <p:cNvSpPr/>
          <p:nvPr/>
        </p:nvSpPr>
        <p:spPr>
          <a:xfrm>
            <a:off x="2001240" y="491580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5" name="Line 8"/>
          <p:cNvSpPr/>
          <p:nvPr/>
        </p:nvSpPr>
        <p:spPr>
          <a:xfrm>
            <a:off x="2458080" y="491580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6" name="Rectangle 9"/>
          <p:cNvSpPr/>
          <p:nvPr/>
        </p:nvSpPr>
        <p:spPr>
          <a:xfrm>
            <a:off x="2001240" y="4916160"/>
            <a:ext cx="452160" cy="7488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0240" rIns="90000" bIns="3024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7" name="Oval 10"/>
          <p:cNvSpPr/>
          <p:nvPr/>
        </p:nvSpPr>
        <p:spPr>
          <a:xfrm>
            <a:off x="1996920" y="482904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8" name="Rectangle 11"/>
          <p:cNvSpPr/>
          <p:nvPr/>
        </p:nvSpPr>
        <p:spPr>
          <a:xfrm>
            <a:off x="2124000" y="4848120"/>
            <a:ext cx="205560" cy="1825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9" name="Text Box 12"/>
          <p:cNvSpPr/>
          <p:nvPr/>
        </p:nvSpPr>
        <p:spPr>
          <a:xfrm>
            <a:off x="1999800" y="475236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0" name="Oval 13"/>
          <p:cNvSpPr/>
          <p:nvPr/>
        </p:nvSpPr>
        <p:spPr>
          <a:xfrm>
            <a:off x="3779640" y="582012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1" name="Line 14"/>
          <p:cNvSpPr/>
          <p:nvPr/>
        </p:nvSpPr>
        <p:spPr>
          <a:xfrm>
            <a:off x="3779280" y="580968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2" name="Line 15"/>
          <p:cNvSpPr/>
          <p:nvPr/>
        </p:nvSpPr>
        <p:spPr>
          <a:xfrm>
            <a:off x="4236120" y="580968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3" name="Rectangle 16"/>
          <p:cNvSpPr/>
          <p:nvPr/>
        </p:nvSpPr>
        <p:spPr>
          <a:xfrm>
            <a:off x="3779640" y="5809680"/>
            <a:ext cx="452160" cy="7488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0240" rIns="90000" bIns="3024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4" name="Oval 17"/>
          <p:cNvSpPr/>
          <p:nvPr/>
        </p:nvSpPr>
        <p:spPr>
          <a:xfrm>
            <a:off x="3774960" y="572292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35" name="Group 18"/>
          <p:cNvGrpSpPr/>
          <p:nvPr/>
        </p:nvGrpSpPr>
        <p:grpSpPr>
          <a:xfrm>
            <a:off x="3780360" y="5637240"/>
            <a:ext cx="464040" cy="395280"/>
            <a:chOff x="3780360" y="5637240"/>
            <a:chExt cx="464040" cy="395280"/>
          </a:xfrm>
        </p:grpSpPr>
        <p:sp>
          <p:nvSpPr>
            <p:cNvPr id="6036" name="Rectangle 19"/>
            <p:cNvSpPr/>
            <p:nvPr/>
          </p:nvSpPr>
          <p:spPr>
            <a:xfrm>
              <a:off x="3901320" y="5733000"/>
              <a:ext cx="205560" cy="194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7" name="Text Box 20"/>
            <p:cNvSpPr/>
            <p:nvPr/>
          </p:nvSpPr>
          <p:spPr>
            <a:xfrm>
              <a:off x="3780360" y="5637240"/>
              <a:ext cx="4640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38" name="Oval 21"/>
          <p:cNvSpPr/>
          <p:nvPr/>
        </p:nvSpPr>
        <p:spPr>
          <a:xfrm>
            <a:off x="2820240" y="4731840"/>
            <a:ext cx="456480" cy="12204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1760" rIns="90000" bIns="417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9" name="Line 22"/>
          <p:cNvSpPr/>
          <p:nvPr/>
        </p:nvSpPr>
        <p:spPr>
          <a:xfrm>
            <a:off x="2820240" y="472140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0" name="Line 23"/>
          <p:cNvSpPr/>
          <p:nvPr/>
        </p:nvSpPr>
        <p:spPr>
          <a:xfrm>
            <a:off x="3277080" y="472140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1" name="Rectangle 24"/>
          <p:cNvSpPr/>
          <p:nvPr/>
        </p:nvSpPr>
        <p:spPr>
          <a:xfrm>
            <a:off x="2820240" y="4721400"/>
            <a:ext cx="452160" cy="691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4480" rIns="90000" bIns="2448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2" name="Oval 25"/>
          <p:cNvSpPr/>
          <p:nvPr/>
        </p:nvSpPr>
        <p:spPr>
          <a:xfrm>
            <a:off x="2815920" y="463464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3" name="Rectangle 26"/>
          <p:cNvSpPr/>
          <p:nvPr/>
        </p:nvSpPr>
        <p:spPr>
          <a:xfrm>
            <a:off x="2943000" y="4653720"/>
            <a:ext cx="207000" cy="16200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4" name="Text Box 27"/>
          <p:cNvSpPr/>
          <p:nvPr/>
        </p:nvSpPr>
        <p:spPr>
          <a:xfrm>
            <a:off x="2820240" y="455616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5" name="Oval 28"/>
          <p:cNvSpPr/>
          <p:nvPr/>
        </p:nvSpPr>
        <p:spPr>
          <a:xfrm>
            <a:off x="3727080" y="523620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6" name="Line 29"/>
          <p:cNvSpPr/>
          <p:nvPr/>
        </p:nvSpPr>
        <p:spPr>
          <a:xfrm>
            <a:off x="3726720" y="5227200"/>
            <a:ext cx="360" cy="752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240" rIns="90000" bIns="302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7" name="Line 30"/>
          <p:cNvSpPr/>
          <p:nvPr/>
        </p:nvSpPr>
        <p:spPr>
          <a:xfrm>
            <a:off x="4183560" y="5227200"/>
            <a:ext cx="360" cy="752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240" rIns="90000" bIns="302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8" name="Rectangle 31"/>
          <p:cNvSpPr/>
          <p:nvPr/>
        </p:nvSpPr>
        <p:spPr>
          <a:xfrm>
            <a:off x="3727080" y="5227200"/>
            <a:ext cx="452160" cy="7056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5920" rIns="90000" bIns="2592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9" name="Oval 32"/>
          <p:cNvSpPr/>
          <p:nvPr/>
        </p:nvSpPr>
        <p:spPr>
          <a:xfrm>
            <a:off x="3722400" y="513864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50" name="Group 33"/>
          <p:cNvGrpSpPr/>
          <p:nvPr/>
        </p:nvGrpSpPr>
        <p:grpSpPr>
          <a:xfrm>
            <a:off x="3731040" y="5053320"/>
            <a:ext cx="450000" cy="395280"/>
            <a:chOff x="3731040" y="5053320"/>
            <a:chExt cx="450000" cy="395280"/>
          </a:xfrm>
        </p:grpSpPr>
        <p:sp>
          <p:nvSpPr>
            <p:cNvPr id="6051" name="Rectangle 34"/>
            <p:cNvSpPr/>
            <p:nvPr/>
          </p:nvSpPr>
          <p:spPr>
            <a:xfrm>
              <a:off x="3847680" y="5149080"/>
              <a:ext cx="204120" cy="194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2" name="Text Box 35"/>
            <p:cNvSpPr/>
            <p:nvPr/>
          </p:nvSpPr>
          <p:spPr>
            <a:xfrm>
              <a:off x="3731040" y="5053320"/>
              <a:ext cx="4500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1c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53" name="Line 36"/>
          <p:cNvSpPr/>
          <p:nvPr/>
        </p:nvSpPr>
        <p:spPr>
          <a:xfrm>
            <a:off x="6347520" y="4971240"/>
            <a:ext cx="449640" cy="144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4" name="Line 37"/>
          <p:cNvSpPr/>
          <p:nvPr/>
        </p:nvSpPr>
        <p:spPr>
          <a:xfrm>
            <a:off x="6820560" y="4846680"/>
            <a:ext cx="132840" cy="1710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5" name="Line 38"/>
          <p:cNvSpPr/>
          <p:nvPr/>
        </p:nvSpPr>
        <p:spPr>
          <a:xfrm flipV="1">
            <a:off x="6248160" y="4781880"/>
            <a:ext cx="166320" cy="1119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6" name="Freeform 39"/>
          <p:cNvSpPr/>
          <p:nvPr/>
        </p:nvSpPr>
        <p:spPr>
          <a:xfrm>
            <a:off x="4233600" y="5716800"/>
            <a:ext cx="385200" cy="120600"/>
          </a:xfrm>
          <a:custGeom>
            <a:avLst/>
            <a:gdLst>
              <a:gd name="textAreaLeft" fmla="*/ 0 w 385200"/>
              <a:gd name="textAreaRight" fmla="*/ 385560 w 385200"/>
              <a:gd name="textAreaTop" fmla="*/ 0 h 120600"/>
              <a:gd name="textAreaBottom" fmla="*/ 120960 h 120600"/>
              <a:gd name="GluePoint1X" fmla="*/ 0 w 264"/>
              <a:gd name="GluePoint1Y" fmla="*/ 82 h 82"/>
              <a:gd name="GluePoint2X" fmla="*/ 264 w 264"/>
              <a:gd name="GluePoint2Y" fmla="*/ 0 h 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7" name="Freeform 40"/>
          <p:cNvSpPr/>
          <p:nvPr/>
        </p:nvSpPr>
        <p:spPr>
          <a:xfrm>
            <a:off x="3561840" y="5663880"/>
            <a:ext cx="221400" cy="173520"/>
          </a:xfrm>
          <a:custGeom>
            <a:avLst/>
            <a:gdLst>
              <a:gd name="textAreaLeft" fmla="*/ 0 w 221400"/>
              <a:gd name="textAreaRight" fmla="*/ 221760 w 221400"/>
              <a:gd name="textAreaTop" fmla="*/ 0 h 173520"/>
              <a:gd name="textAreaBottom" fmla="*/ 173880 h 173520"/>
              <a:gd name="GluePoint1X" fmla="*/ 0 w 152"/>
              <a:gd name="GluePoint1Y" fmla="*/ 0 h 118"/>
              <a:gd name="GluePoint2X" fmla="*/ 152 w 152"/>
              <a:gd name="GluePoint2Y" fmla="*/ 118 h 1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8" name="Freeform 41"/>
          <p:cNvSpPr/>
          <p:nvPr/>
        </p:nvSpPr>
        <p:spPr>
          <a:xfrm>
            <a:off x="3742920" y="5560560"/>
            <a:ext cx="822960" cy="120600"/>
          </a:xfrm>
          <a:custGeom>
            <a:avLst/>
            <a:gdLst>
              <a:gd name="textAreaLeft" fmla="*/ 0 w 822960"/>
              <a:gd name="textAreaRight" fmla="*/ 823320 w 822960"/>
              <a:gd name="textAreaTop" fmla="*/ 0 h 120600"/>
              <a:gd name="textAreaBottom" fmla="*/ 120960 h 120600"/>
              <a:gd name="GluePoint1X" fmla="*/ 0 w 564"/>
              <a:gd name="GluePoint1Y" fmla="*/ 0 h 82"/>
              <a:gd name="GluePoint2X" fmla="*/ 564 w 564"/>
              <a:gd name="GluePoint2Y" fmla="*/ 82 h 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9" name="Freeform 42"/>
          <p:cNvSpPr/>
          <p:nvPr/>
        </p:nvSpPr>
        <p:spPr>
          <a:xfrm>
            <a:off x="3652560" y="5321520"/>
            <a:ext cx="110520" cy="138240"/>
          </a:xfrm>
          <a:custGeom>
            <a:avLst/>
            <a:gdLst>
              <a:gd name="textAreaLeft" fmla="*/ 0 w 110520"/>
              <a:gd name="textAreaRight" fmla="*/ 110880 w 110520"/>
              <a:gd name="textAreaTop" fmla="*/ 0 h 138240"/>
              <a:gd name="textAreaBottom" fmla="*/ 138600 h 138240"/>
              <a:gd name="GluePoint1X" fmla="*/ 0 w 76"/>
              <a:gd name="GluePoint1Y" fmla="*/ 94 h 94"/>
              <a:gd name="GluePoint2X" fmla="*/ 76 w 76"/>
              <a:gd name="GluePoint2Y" fmla="*/ 0 h 9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0" name="Freeform 43"/>
          <p:cNvSpPr/>
          <p:nvPr/>
        </p:nvSpPr>
        <p:spPr>
          <a:xfrm>
            <a:off x="2446560" y="4767120"/>
            <a:ext cx="367560" cy="167760"/>
          </a:xfrm>
          <a:custGeom>
            <a:avLst/>
            <a:gdLst>
              <a:gd name="textAreaLeft" fmla="*/ 0 w 367560"/>
              <a:gd name="textAreaRight" fmla="*/ 367920 w 367560"/>
              <a:gd name="textAreaTop" fmla="*/ 0 h 167760"/>
              <a:gd name="textAreaBottom" fmla="*/ 168120 h 167760"/>
              <a:gd name="GluePoint1X" fmla="*/ 0 w 252"/>
              <a:gd name="GluePoint1Y" fmla="*/ 114 h 114"/>
              <a:gd name="GluePoint2X" fmla="*/ 252 w 252"/>
              <a:gd name="GluePoint2Y" fmla="*/ 0 h 1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1" name="Freeform 44"/>
          <p:cNvSpPr/>
          <p:nvPr/>
        </p:nvSpPr>
        <p:spPr>
          <a:xfrm>
            <a:off x="3083040" y="4855680"/>
            <a:ext cx="648000" cy="380160"/>
          </a:xfrm>
          <a:custGeom>
            <a:avLst/>
            <a:gdLst>
              <a:gd name="textAreaLeft" fmla="*/ 0 w 648000"/>
              <a:gd name="textAreaRight" fmla="*/ 648360 w 648000"/>
              <a:gd name="textAreaTop" fmla="*/ 0 h 380160"/>
              <a:gd name="textAreaBottom" fmla="*/ 380520 h 380160"/>
              <a:gd name="GluePoint1X" fmla="*/ 0 w 444"/>
              <a:gd name="GluePoint1Y" fmla="*/ 0 h 258"/>
              <a:gd name="GluePoint2X" fmla="*/ 444 w 444"/>
              <a:gd name="GluePoint2Y" fmla="*/ 258 h 2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2" name="Freeform 45"/>
          <p:cNvSpPr/>
          <p:nvPr/>
        </p:nvSpPr>
        <p:spPr>
          <a:xfrm>
            <a:off x="5016240" y="5029560"/>
            <a:ext cx="954360" cy="618840"/>
          </a:xfrm>
          <a:custGeom>
            <a:avLst/>
            <a:gdLst>
              <a:gd name="textAreaLeft" fmla="*/ 0 w 954360"/>
              <a:gd name="textAreaRight" fmla="*/ 954720 w 954360"/>
              <a:gd name="textAreaTop" fmla="*/ 0 h 618840"/>
              <a:gd name="textAreaBottom" fmla="*/ 619200 h 618840"/>
              <a:gd name="GluePoint1X" fmla="*/ 0 w 654"/>
              <a:gd name="GluePoint1Y" fmla="*/ 420 h 420"/>
              <a:gd name="GluePoint2X" fmla="*/ 654 w 654"/>
              <a:gd name="GluePoint2Y" fmla="*/ 0 h 4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3" name="Oval 46"/>
          <p:cNvSpPr/>
          <p:nvPr/>
        </p:nvSpPr>
        <p:spPr>
          <a:xfrm>
            <a:off x="5890680" y="4936680"/>
            <a:ext cx="456480" cy="12060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0320" rIns="90000" bIns="403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4" name="Line 47"/>
          <p:cNvSpPr/>
          <p:nvPr/>
        </p:nvSpPr>
        <p:spPr>
          <a:xfrm>
            <a:off x="5890320" y="492480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5" name="Line 48"/>
          <p:cNvSpPr/>
          <p:nvPr/>
        </p:nvSpPr>
        <p:spPr>
          <a:xfrm>
            <a:off x="6347520" y="492480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6" name="Rectangle 49"/>
          <p:cNvSpPr/>
          <p:nvPr/>
        </p:nvSpPr>
        <p:spPr>
          <a:xfrm>
            <a:off x="5890680" y="4924800"/>
            <a:ext cx="452160" cy="7344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8800" rIns="90000" bIns="28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7" name="Oval 50"/>
          <p:cNvSpPr/>
          <p:nvPr/>
        </p:nvSpPr>
        <p:spPr>
          <a:xfrm>
            <a:off x="5886360" y="483804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8" name="Rectangle 51"/>
          <p:cNvSpPr/>
          <p:nvPr/>
        </p:nvSpPr>
        <p:spPr>
          <a:xfrm>
            <a:off x="6013080" y="4857120"/>
            <a:ext cx="205560" cy="17964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9" name="Text Box 52"/>
          <p:cNvSpPr/>
          <p:nvPr/>
        </p:nvSpPr>
        <p:spPr>
          <a:xfrm>
            <a:off x="5889240" y="476136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0" name="Text Box 53"/>
          <p:cNvSpPr/>
          <p:nvPr/>
        </p:nvSpPr>
        <p:spPr>
          <a:xfrm>
            <a:off x="1840320" y="5215320"/>
            <a:ext cx="6616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1" name="Text Box 54"/>
          <p:cNvSpPr/>
          <p:nvPr/>
        </p:nvSpPr>
        <p:spPr>
          <a:xfrm>
            <a:off x="5345280" y="5839200"/>
            <a:ext cx="6616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2" name="Text Box 55"/>
          <p:cNvSpPr/>
          <p:nvPr/>
        </p:nvSpPr>
        <p:spPr>
          <a:xfrm>
            <a:off x="7116480" y="5463000"/>
            <a:ext cx="612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3" name="Oval 56"/>
          <p:cNvSpPr/>
          <p:nvPr/>
        </p:nvSpPr>
        <p:spPr>
          <a:xfrm>
            <a:off x="3280320" y="554580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4" name="Line 57"/>
          <p:cNvSpPr/>
          <p:nvPr/>
        </p:nvSpPr>
        <p:spPr>
          <a:xfrm>
            <a:off x="3279960" y="553536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5" name="Line 58"/>
          <p:cNvSpPr/>
          <p:nvPr/>
        </p:nvSpPr>
        <p:spPr>
          <a:xfrm>
            <a:off x="3738600" y="553536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6" name="Rectangle 59"/>
          <p:cNvSpPr/>
          <p:nvPr/>
        </p:nvSpPr>
        <p:spPr>
          <a:xfrm>
            <a:off x="3280320" y="5535360"/>
            <a:ext cx="452160" cy="691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4480" rIns="90000" bIns="2448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7" name="Oval 60"/>
          <p:cNvSpPr/>
          <p:nvPr/>
        </p:nvSpPr>
        <p:spPr>
          <a:xfrm>
            <a:off x="3276000" y="5455800"/>
            <a:ext cx="456480" cy="14112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8" name="Rectangle 61"/>
          <p:cNvSpPr/>
          <p:nvPr/>
        </p:nvSpPr>
        <p:spPr>
          <a:xfrm>
            <a:off x="3399840" y="5494320"/>
            <a:ext cx="207000" cy="1411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9" name="Text Box 62"/>
          <p:cNvSpPr/>
          <p:nvPr/>
        </p:nvSpPr>
        <p:spPr>
          <a:xfrm>
            <a:off x="3281760" y="536724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80" name="Group 63"/>
          <p:cNvGrpSpPr/>
          <p:nvPr/>
        </p:nvGrpSpPr>
        <p:grpSpPr>
          <a:xfrm>
            <a:off x="6394320" y="4593240"/>
            <a:ext cx="461520" cy="395280"/>
            <a:chOff x="6394320" y="4593240"/>
            <a:chExt cx="461520" cy="395280"/>
          </a:xfrm>
        </p:grpSpPr>
        <p:sp>
          <p:nvSpPr>
            <p:cNvPr id="6081" name="Oval 64"/>
            <p:cNvSpPr/>
            <p:nvPr/>
          </p:nvSpPr>
          <p:spPr>
            <a:xfrm>
              <a:off x="6398640" y="4767120"/>
              <a:ext cx="45648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2" name="Line 65"/>
            <p:cNvSpPr/>
            <p:nvPr/>
          </p:nvSpPr>
          <p:spPr>
            <a:xfrm>
              <a:off x="6398640" y="475668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3" name="Line 66"/>
            <p:cNvSpPr/>
            <p:nvPr/>
          </p:nvSpPr>
          <p:spPr>
            <a:xfrm>
              <a:off x="6855480" y="475668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4" name="Rectangle 67"/>
            <p:cNvSpPr/>
            <p:nvPr/>
          </p:nvSpPr>
          <p:spPr>
            <a:xfrm>
              <a:off x="6398640" y="4757040"/>
              <a:ext cx="452160" cy="7488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0240" rIns="90000" bIns="302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5" name="Oval 68"/>
            <p:cNvSpPr/>
            <p:nvPr/>
          </p:nvSpPr>
          <p:spPr>
            <a:xfrm>
              <a:off x="6394320" y="4669920"/>
              <a:ext cx="456480" cy="1425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6" name="Rectangle 69"/>
            <p:cNvSpPr/>
            <p:nvPr/>
          </p:nvSpPr>
          <p:spPr>
            <a:xfrm>
              <a:off x="6521400" y="4689000"/>
              <a:ext cx="205560" cy="17352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7" name="Text Box 70"/>
            <p:cNvSpPr/>
            <p:nvPr/>
          </p:nvSpPr>
          <p:spPr>
            <a:xfrm>
              <a:off x="6402600" y="4593240"/>
              <a:ext cx="4500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2c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88" name="Group 71"/>
          <p:cNvGrpSpPr/>
          <p:nvPr/>
        </p:nvGrpSpPr>
        <p:grpSpPr>
          <a:xfrm>
            <a:off x="6797160" y="4920480"/>
            <a:ext cx="467640" cy="395280"/>
            <a:chOff x="6797160" y="4920480"/>
            <a:chExt cx="467640" cy="395280"/>
          </a:xfrm>
        </p:grpSpPr>
        <p:sp>
          <p:nvSpPr>
            <p:cNvPr id="6089" name="Oval 72"/>
            <p:cNvSpPr/>
            <p:nvPr/>
          </p:nvSpPr>
          <p:spPr>
            <a:xfrm>
              <a:off x="6801480" y="5094720"/>
              <a:ext cx="45360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0" name="Line 73"/>
            <p:cNvSpPr/>
            <p:nvPr/>
          </p:nvSpPr>
          <p:spPr>
            <a:xfrm>
              <a:off x="6801480" y="508392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1" name="Line 74"/>
            <p:cNvSpPr/>
            <p:nvPr/>
          </p:nvSpPr>
          <p:spPr>
            <a:xfrm>
              <a:off x="7255440" y="508392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2" name="Rectangle 75"/>
            <p:cNvSpPr/>
            <p:nvPr/>
          </p:nvSpPr>
          <p:spPr>
            <a:xfrm>
              <a:off x="6801480" y="5084280"/>
              <a:ext cx="452160" cy="7488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0240" rIns="90000" bIns="302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3" name="Oval 76"/>
            <p:cNvSpPr/>
            <p:nvPr/>
          </p:nvSpPr>
          <p:spPr>
            <a:xfrm>
              <a:off x="6797160" y="4994280"/>
              <a:ext cx="456480" cy="1425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4" name="Rectangle 77"/>
            <p:cNvSpPr/>
            <p:nvPr/>
          </p:nvSpPr>
          <p:spPr>
            <a:xfrm>
              <a:off x="6924240" y="5013360"/>
              <a:ext cx="205560" cy="16488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5" name="Text Box 78"/>
            <p:cNvSpPr/>
            <p:nvPr/>
          </p:nvSpPr>
          <p:spPr>
            <a:xfrm>
              <a:off x="6800760" y="4920480"/>
              <a:ext cx="4640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2b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96" name="Group 79"/>
          <p:cNvGrpSpPr/>
          <p:nvPr/>
        </p:nvGrpSpPr>
        <p:grpSpPr>
          <a:xfrm>
            <a:off x="4563360" y="5466240"/>
            <a:ext cx="464760" cy="395280"/>
            <a:chOff x="4563360" y="5466240"/>
            <a:chExt cx="464760" cy="395280"/>
          </a:xfrm>
        </p:grpSpPr>
        <p:sp>
          <p:nvSpPr>
            <p:cNvPr id="6097" name="Oval 80"/>
            <p:cNvSpPr/>
            <p:nvPr/>
          </p:nvSpPr>
          <p:spPr>
            <a:xfrm>
              <a:off x="4568040" y="5652000"/>
              <a:ext cx="45360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8" name="Line 81"/>
            <p:cNvSpPr/>
            <p:nvPr/>
          </p:nvSpPr>
          <p:spPr>
            <a:xfrm>
              <a:off x="4567680" y="564444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9" name="Line 82"/>
            <p:cNvSpPr/>
            <p:nvPr/>
          </p:nvSpPr>
          <p:spPr>
            <a:xfrm>
              <a:off x="5021640" y="564444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0" name="Rectangle 83"/>
            <p:cNvSpPr/>
            <p:nvPr/>
          </p:nvSpPr>
          <p:spPr>
            <a:xfrm>
              <a:off x="4568040" y="5644440"/>
              <a:ext cx="452160" cy="6912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24480" rIns="90000" bIns="2448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1" name="Oval 84"/>
            <p:cNvSpPr/>
            <p:nvPr/>
          </p:nvSpPr>
          <p:spPr>
            <a:xfrm>
              <a:off x="4563360" y="5554800"/>
              <a:ext cx="456480" cy="1396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02" name="Group 85"/>
            <p:cNvGrpSpPr/>
            <p:nvPr/>
          </p:nvGrpSpPr>
          <p:grpSpPr>
            <a:xfrm>
              <a:off x="4564080" y="5466240"/>
              <a:ext cx="464040" cy="395280"/>
              <a:chOff x="4564080" y="5466240"/>
              <a:chExt cx="464040" cy="395280"/>
            </a:xfrm>
          </p:grpSpPr>
          <p:sp>
            <p:nvSpPr>
              <p:cNvPr id="6103" name="Rectangle 86"/>
              <p:cNvSpPr/>
              <p:nvPr/>
            </p:nvSpPr>
            <p:spPr>
              <a:xfrm>
                <a:off x="4687920" y="5562000"/>
                <a:ext cx="205560" cy="194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4" name="Text Box 87"/>
              <p:cNvSpPr/>
              <p:nvPr/>
            </p:nvSpPr>
            <p:spPr>
              <a:xfrm>
                <a:off x="4564080" y="5466240"/>
                <a:ext cx="464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1b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105" name="Group 99"/>
          <p:cNvGrpSpPr/>
          <p:nvPr/>
        </p:nvGrpSpPr>
        <p:grpSpPr>
          <a:xfrm>
            <a:off x="2232000" y="4354200"/>
            <a:ext cx="461520" cy="394560"/>
            <a:chOff x="2232000" y="4354200"/>
            <a:chExt cx="461520" cy="394560"/>
          </a:xfrm>
        </p:grpSpPr>
        <p:sp>
          <p:nvSpPr>
            <p:cNvPr id="6106" name="Oval 100"/>
            <p:cNvSpPr/>
            <p:nvPr/>
          </p:nvSpPr>
          <p:spPr>
            <a:xfrm>
              <a:off x="2236320" y="4539960"/>
              <a:ext cx="45648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7" name="Line 101"/>
            <p:cNvSpPr/>
            <p:nvPr/>
          </p:nvSpPr>
          <p:spPr>
            <a:xfrm>
              <a:off x="2236320" y="452952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8" name="Line 102"/>
            <p:cNvSpPr/>
            <p:nvPr/>
          </p:nvSpPr>
          <p:spPr>
            <a:xfrm>
              <a:off x="2693160" y="452952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9" name="Rectangle 103"/>
            <p:cNvSpPr/>
            <p:nvPr/>
          </p:nvSpPr>
          <p:spPr>
            <a:xfrm>
              <a:off x="2236320" y="4529880"/>
              <a:ext cx="452160" cy="7344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28800" rIns="90000" bIns="28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0" name="Oval 104"/>
            <p:cNvSpPr/>
            <p:nvPr/>
          </p:nvSpPr>
          <p:spPr>
            <a:xfrm>
              <a:off x="2232000" y="4444200"/>
              <a:ext cx="456480" cy="13824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11" name="Group 105"/>
            <p:cNvGrpSpPr/>
            <p:nvPr/>
          </p:nvGrpSpPr>
          <p:grpSpPr>
            <a:xfrm>
              <a:off x="2237760" y="4354200"/>
              <a:ext cx="449280" cy="394560"/>
              <a:chOff x="2237760" y="4354200"/>
              <a:chExt cx="449280" cy="394560"/>
            </a:xfrm>
          </p:grpSpPr>
          <p:sp>
            <p:nvSpPr>
              <p:cNvPr id="6112" name="Rectangle 106"/>
              <p:cNvSpPr/>
              <p:nvPr/>
            </p:nvSpPr>
            <p:spPr>
              <a:xfrm>
                <a:off x="2356200" y="4450320"/>
                <a:ext cx="202320" cy="1915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3" name="Text Box 107"/>
              <p:cNvSpPr/>
              <p:nvPr/>
            </p:nvSpPr>
            <p:spPr>
              <a:xfrm>
                <a:off x="2237760" y="4354200"/>
                <a:ext cx="44928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3c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114" name="Line 108"/>
          <p:cNvSpPr/>
          <p:nvPr/>
        </p:nvSpPr>
        <p:spPr>
          <a:xfrm flipH="1">
            <a:off x="2266920" y="4669560"/>
            <a:ext cx="90360" cy="1594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5" name="Line 109"/>
          <p:cNvSpPr/>
          <p:nvPr/>
        </p:nvSpPr>
        <p:spPr>
          <a:xfrm>
            <a:off x="1818720" y="4737600"/>
            <a:ext cx="211680" cy="1620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6" name="Line 110"/>
          <p:cNvSpPr/>
          <p:nvPr/>
        </p:nvSpPr>
        <p:spPr>
          <a:xfrm flipH="1">
            <a:off x="2547000" y="4214160"/>
            <a:ext cx="198720" cy="2239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7" name="Line 111"/>
          <p:cNvSpPr/>
          <p:nvPr/>
        </p:nvSpPr>
        <p:spPr>
          <a:xfrm>
            <a:off x="2139840" y="4200840"/>
            <a:ext cx="175320" cy="2624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8" name="Line 112"/>
          <p:cNvSpPr/>
          <p:nvPr/>
        </p:nvSpPr>
        <p:spPr>
          <a:xfrm flipH="1">
            <a:off x="3103200" y="4338000"/>
            <a:ext cx="102240" cy="3038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9" name="Line 115"/>
          <p:cNvSpPr/>
          <p:nvPr/>
        </p:nvSpPr>
        <p:spPr>
          <a:xfrm flipH="1" flipV="1">
            <a:off x="6356160" y="4388040"/>
            <a:ext cx="185400" cy="2977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0" name="Line 116"/>
          <p:cNvSpPr/>
          <p:nvPr/>
        </p:nvSpPr>
        <p:spPr>
          <a:xfrm flipH="1" flipV="1">
            <a:off x="5900760" y="4538520"/>
            <a:ext cx="198360" cy="2728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1" name="Line 117"/>
          <p:cNvSpPr/>
          <p:nvPr/>
        </p:nvSpPr>
        <p:spPr>
          <a:xfrm flipH="1">
            <a:off x="3141360" y="5636880"/>
            <a:ext cx="196920" cy="1728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2" name="Line 118"/>
          <p:cNvSpPr/>
          <p:nvPr/>
        </p:nvSpPr>
        <p:spPr>
          <a:xfrm flipH="1" flipV="1">
            <a:off x="3091680" y="5488200"/>
            <a:ext cx="185400" cy="118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3" name="Line 119"/>
          <p:cNvSpPr/>
          <p:nvPr/>
        </p:nvSpPr>
        <p:spPr>
          <a:xfrm flipH="1">
            <a:off x="3487320" y="5887800"/>
            <a:ext cx="309600" cy="219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4" name="Line 120"/>
          <p:cNvSpPr/>
          <p:nvPr/>
        </p:nvSpPr>
        <p:spPr>
          <a:xfrm flipV="1">
            <a:off x="4192560" y="5212440"/>
            <a:ext cx="334440" cy="147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5" name="Line 121"/>
          <p:cNvSpPr/>
          <p:nvPr/>
        </p:nvSpPr>
        <p:spPr>
          <a:xfrm>
            <a:off x="4859640" y="5762520"/>
            <a:ext cx="173880" cy="1620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6" name="Line 122"/>
          <p:cNvSpPr/>
          <p:nvPr/>
        </p:nvSpPr>
        <p:spPr>
          <a:xfrm>
            <a:off x="4155840" y="5324400"/>
            <a:ext cx="211680" cy="110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7" name="Freeform 113"/>
          <p:cNvSpPr/>
          <p:nvPr/>
        </p:nvSpPr>
        <p:spPr>
          <a:xfrm flipH="1">
            <a:off x="642240" y="4609080"/>
            <a:ext cx="1171080" cy="1758600"/>
          </a:xfrm>
          <a:custGeom>
            <a:avLst/>
            <a:gdLst>
              <a:gd name="textAreaLeft" fmla="*/ -360 w 1171080"/>
              <a:gd name="textAreaRight" fmla="*/ 1171080 w 1171080"/>
              <a:gd name="textAreaTop" fmla="*/ 0 h 1758600"/>
              <a:gd name="textAreaBottom" fmla="*/ 1758960 h 1758600"/>
              <a:gd name="GluePoint1X" fmla="*/ 2147483647 w 738"/>
              <a:gd name="GluePoint1Y" fmla="*/ 2147483647 h 1108"/>
              <a:gd name="GluePoint2X" fmla="*/ 2147483647 w 738"/>
              <a:gd name="GluePoint2Y" fmla="*/ 2147483647 h 1108"/>
              <a:gd name="GluePoint3X" fmla="*/ 2147483647 w 738"/>
              <a:gd name="GluePoint3Y" fmla="*/ 2147483647 h 1108"/>
              <a:gd name="GluePoint4X" fmla="*/ 2147483647 w 738"/>
              <a:gd name="GluePoint4Y" fmla="*/ 2147483647 h 1108"/>
              <a:gd name="GluePoint5X" fmla="*/ 2147483647 w 738"/>
              <a:gd name="GluePoint5Y" fmla="*/ 2147483647 h 1108"/>
              <a:gd name="GluePoint6X" fmla="*/ 2147483647 w 738"/>
              <a:gd name="GluePoint6Y" fmla="*/ 2147483647 h 1108"/>
              <a:gd name="GluePoint7X" fmla="*/ 2147483647 w 738"/>
              <a:gd name="GluePoint7Y" fmla="*/ 2147483647 h 1108"/>
              <a:gd name="GluePoint8X" fmla="*/ 2147483647 w 738"/>
              <a:gd name="GluePoint8Y" fmla="*/ 2147483647 h 110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0">
            <a:gsLst>
              <a:gs pos="0">
                <a:srgbClr val="9CE0FA"/>
              </a:gs>
              <a:gs pos="100000">
                <a:srgbClr val="FFFFFF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28" name="Text Box 114"/>
          <p:cNvSpPr/>
          <p:nvPr/>
        </p:nvSpPr>
        <p:spPr>
          <a:xfrm>
            <a:off x="699840" y="5393520"/>
            <a:ext cx="8935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other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networks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9" name="Line 115"/>
          <p:cNvSpPr/>
          <p:nvPr/>
        </p:nvSpPr>
        <p:spPr>
          <a:xfrm flipH="1">
            <a:off x="1499760" y="4955040"/>
            <a:ext cx="468360" cy="268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30" name="Freeform 5"/>
          <p:cNvSpPr/>
          <p:nvPr/>
        </p:nvSpPr>
        <p:spPr>
          <a:xfrm>
            <a:off x="8053560" y="3961080"/>
            <a:ext cx="1171080" cy="1758600"/>
          </a:xfrm>
          <a:custGeom>
            <a:avLst/>
            <a:gdLst>
              <a:gd name="textAreaLeft" fmla="*/ 0 w 1171080"/>
              <a:gd name="textAreaRight" fmla="*/ 1171440 w 1171080"/>
              <a:gd name="textAreaTop" fmla="*/ 0 h 1758600"/>
              <a:gd name="textAreaBottom" fmla="*/ 1758960 h 1758600"/>
              <a:gd name="GluePoint1X" fmla="*/ 2147483647 w 738"/>
              <a:gd name="GluePoint1Y" fmla="*/ 2147483647 h 1108"/>
              <a:gd name="GluePoint2X" fmla="*/ 2147483647 w 738"/>
              <a:gd name="GluePoint2Y" fmla="*/ 2147483647 h 1108"/>
              <a:gd name="GluePoint3X" fmla="*/ 2147483647 w 738"/>
              <a:gd name="GluePoint3Y" fmla="*/ 2147483647 h 1108"/>
              <a:gd name="GluePoint4X" fmla="*/ 2147483647 w 738"/>
              <a:gd name="GluePoint4Y" fmla="*/ 2147483647 h 1108"/>
              <a:gd name="GluePoint5X" fmla="*/ 2147483647 w 738"/>
              <a:gd name="GluePoint5Y" fmla="*/ 2147483647 h 1108"/>
              <a:gd name="GluePoint6X" fmla="*/ 2147483647 w 738"/>
              <a:gd name="GluePoint6Y" fmla="*/ 2147483647 h 1108"/>
              <a:gd name="GluePoint7X" fmla="*/ 2147483647 w 738"/>
              <a:gd name="GluePoint7Y" fmla="*/ 2147483647 h 1108"/>
              <a:gd name="GluePoint8X" fmla="*/ 2147483647 w 738"/>
              <a:gd name="GluePoint8Y" fmla="*/ 2147483647 h 110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0">
            <a:gsLst>
              <a:gs pos="0">
                <a:srgbClr val="9CE0FA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31" name="Line 92"/>
          <p:cNvSpPr/>
          <p:nvPr/>
        </p:nvSpPr>
        <p:spPr>
          <a:xfrm>
            <a:off x="6848640" y="4790880"/>
            <a:ext cx="131832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2" name="Line 93"/>
          <p:cNvSpPr/>
          <p:nvPr/>
        </p:nvSpPr>
        <p:spPr>
          <a:xfrm>
            <a:off x="7290360" y="5105520"/>
            <a:ext cx="133992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3" name="Text Box 112"/>
          <p:cNvSpPr/>
          <p:nvPr/>
        </p:nvSpPr>
        <p:spPr>
          <a:xfrm>
            <a:off x="8433000" y="4557960"/>
            <a:ext cx="8935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other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networks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4" name="Rectangle 3"/>
          <p:cNvSpPr/>
          <p:nvPr/>
        </p:nvSpPr>
        <p:spPr>
          <a:xfrm>
            <a:off x="657000" y="1558800"/>
            <a:ext cx="5004360" cy="7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suppose router in AS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receives datagram destined outside of AS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5" name="Rectangle 1"/>
          <p:cNvSpPr/>
          <p:nvPr/>
        </p:nvSpPr>
        <p:spPr>
          <a:xfrm>
            <a:off x="6108480" y="1488600"/>
            <a:ext cx="5490360" cy="23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4572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AS</a:t>
            </a: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1 inter-domain routing must: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3360" defTabSz="914400">
              <a:lnSpc>
                <a:spcPct val="100000"/>
              </a:lnSpc>
              <a:buClr>
                <a:srgbClr val="000000"/>
              </a:buClr>
              <a:buFont typeface="ZapfDingbats" charset="2"/>
              <a:buAutoNum type="arabicPeriod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 which destinations reachable through AS2, which through AS3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3360" defTabSz="914400">
              <a:lnSpc>
                <a:spcPct val="100000"/>
              </a:lnSpc>
              <a:buClr>
                <a:srgbClr val="000000"/>
              </a:buClr>
              <a:buFont typeface="ZapfDingbats" charset="2"/>
              <a:buAutoNum type="arabicPeriod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propagate this reachability info to all routers in AS1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36" name="Group 2"/>
          <p:cNvGrpSpPr/>
          <p:nvPr/>
        </p:nvGrpSpPr>
        <p:grpSpPr>
          <a:xfrm>
            <a:off x="2670120" y="5636880"/>
            <a:ext cx="765000" cy="507600"/>
            <a:chOff x="2670120" y="5636880"/>
            <a:chExt cx="765000" cy="507600"/>
          </a:xfrm>
        </p:grpSpPr>
        <p:sp>
          <p:nvSpPr>
            <p:cNvPr id="6137" name="Right Arrow 123"/>
            <p:cNvSpPr/>
            <p:nvPr/>
          </p:nvSpPr>
          <p:spPr>
            <a:xfrm rot="19174800">
              <a:off x="2896560" y="5786640"/>
              <a:ext cx="536760" cy="2023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F6F8FC"/>
                </a:gs>
                <a:gs pos="35000">
                  <a:srgbClr val="DAE3F3"/>
                </a:gs>
                <a:gs pos="68000">
                  <a:srgbClr val="ABC0E4"/>
                </a:gs>
                <a:gs pos="100000">
                  <a:srgbClr val="0000A8"/>
                </a:gs>
              </a:gsLst>
              <a:lin ang="1917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6138" name="Group 201"/>
            <p:cNvGrpSpPr/>
            <p:nvPr/>
          </p:nvGrpSpPr>
          <p:grpSpPr>
            <a:xfrm>
              <a:off x="2670120" y="5701680"/>
              <a:ext cx="244800" cy="442800"/>
              <a:chOff x="2670120" y="5701680"/>
              <a:chExt cx="244800" cy="442800"/>
            </a:xfrm>
          </p:grpSpPr>
          <p:sp>
            <p:nvSpPr>
              <p:cNvPr id="6139" name="Freeform 120"/>
              <p:cNvSpPr/>
              <p:nvPr/>
            </p:nvSpPr>
            <p:spPr>
              <a:xfrm>
                <a:off x="2670120" y="5701680"/>
                <a:ext cx="189720" cy="442800"/>
              </a:xfrm>
              <a:custGeom>
                <a:avLst/>
                <a:gdLst>
                  <a:gd name="textAreaLeft" fmla="*/ 0 w 189720"/>
                  <a:gd name="textAreaRight" fmla="*/ 190080 w 189720"/>
                  <a:gd name="textAreaTop" fmla="*/ 0 h 442800"/>
                  <a:gd name="textAreaBottom" fmla="*/ 443160 h 442800"/>
                  <a:gd name="GluePoint1X" fmla="*/ 0 w 966787"/>
                  <a:gd name="GluePoint1Y" fmla="*/ 0 h 2138362"/>
                  <a:gd name="GluePoint2X" fmla="*/ 0 w 966787"/>
                  <a:gd name="GluePoint2Y" fmla="*/ 1190625 h 2138362"/>
                  <a:gd name="GluePoint3X" fmla="*/ 966787 w 966787"/>
                  <a:gd name="GluePoint3Y" fmla="*/ 2138362 h 2138362"/>
                  <a:gd name="GluePoint4X" fmla="*/ 962025 w 966787"/>
                  <a:gd name="GluePoint4Y" fmla="*/ 742950 h 2138362"/>
                  <a:gd name="GluePoint5X" fmla="*/ 0 w 966787"/>
                  <a:gd name="GluePoint5Y" fmla="*/ 0 h 21383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140" name="Freeform 121"/>
              <p:cNvSpPr/>
              <p:nvPr/>
            </p:nvSpPr>
            <p:spPr>
              <a:xfrm>
                <a:off x="2670120" y="5704200"/>
                <a:ext cx="243720" cy="15912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159120"/>
                  <a:gd name="textAreaBottom" fmla="*/ 159480 h 159120"/>
                  <a:gd name="GluePoint1X" fmla="*/ 243561 w 1248448"/>
                  <a:gd name="GluePoint1Y" fmla="*/ 573 h 758069"/>
                  <a:gd name="GluePoint2X" fmla="*/ 0 w 1248448"/>
                  <a:gd name="GluePoint2Y" fmla="*/ 0 h 758069"/>
                  <a:gd name="GluePoint3X" fmla="*/ 962698 w 1248448"/>
                  <a:gd name="GluePoint3Y" fmla="*/ 753308 h 758069"/>
                  <a:gd name="GluePoint4X" fmla="*/ 1248448 w 1248448"/>
                  <a:gd name="GluePoint4Y" fmla="*/ 758069 h 758069"/>
                  <a:gd name="GluePoint5X" fmla="*/ 243561 w 1248448"/>
                  <a:gd name="GluePoint5Y" fmla="*/ 573 h 75806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141" name="Rectangle 122"/>
              <p:cNvSpPr/>
              <p:nvPr/>
            </p:nvSpPr>
            <p:spPr>
              <a:xfrm>
                <a:off x="2857320" y="5861160"/>
                <a:ext cx="57600" cy="28224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6142" name="Rectangle 3"/>
          <p:cNvSpPr/>
          <p:nvPr/>
        </p:nvSpPr>
        <p:spPr>
          <a:xfrm>
            <a:off x="602280" y="2259720"/>
            <a:ext cx="5004360" cy="19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 should forward packet to gateway router in AS1, but which one?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43" name="Group 7"/>
          <p:cNvGrpSpPr/>
          <p:nvPr/>
        </p:nvGrpSpPr>
        <p:grpSpPr>
          <a:xfrm>
            <a:off x="528840" y="2261520"/>
            <a:ext cx="3399840" cy="3791520"/>
            <a:chOff x="528840" y="2261520"/>
            <a:chExt cx="3399840" cy="3791520"/>
          </a:xfrm>
        </p:grpSpPr>
        <p:pic>
          <p:nvPicPr>
            <p:cNvPr id="6144" name="Picture 6" descr="A close up of a sign&#10;&#10;Description automatically generated"/>
            <p:cNvPicPr/>
            <p:nvPr/>
          </p:nvPicPr>
          <p:blipFill>
            <a:blip r:embed="rId1"/>
            <a:stretch/>
          </p:blipFill>
          <p:spPr>
            <a:xfrm>
              <a:off x="3081600" y="5205960"/>
              <a:ext cx="847080" cy="847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45" name="Picture 128" descr="A close up of a sign&#10;&#10;Description automatically generated"/>
            <p:cNvPicPr/>
            <p:nvPr/>
          </p:nvPicPr>
          <p:blipFill>
            <a:blip r:embed="rId2"/>
            <a:stretch/>
          </p:blipFill>
          <p:spPr>
            <a:xfrm>
              <a:off x="528840" y="2261520"/>
              <a:ext cx="847080" cy="8470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708" dur="indefinite" restart="never" nodeType="tmRoot">
          <p:childTnLst>
            <p:seq>
              <p:cTn id="1709" dur="indefinite" nodeType="mainSeq">
                <p:childTnLst>
                  <p:par>
                    <p:cTn id="1710" fill="hold">
                      <p:stCondLst>
                        <p:cond delay="0"/>
                      </p:stCondLst>
                      <p:childTnLst>
                        <p:par>
                          <p:cTn id="1711" fill="hold">
                            <p:stCondLst>
                              <p:cond delay="0"/>
                            </p:stCondLst>
                            <p:childTnLst>
                              <p:par>
                                <p:cTn id="1712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14" dur="500"/>
                                        <p:tgtEl>
                                          <p:spTgt spid="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5" fill="hold">
                      <p:stCondLst>
                        <p:cond delay="indefinite"/>
                      </p:stCondLst>
                      <p:childTnLst>
                        <p:par>
                          <p:cTn id="1716" fill="hold">
                            <p:stCondLst>
                              <p:cond delay="0"/>
                            </p:stCondLst>
                            <p:childTnLst>
                              <p:par>
                                <p:cTn id="171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19" dur="500"/>
                                        <p:tgtEl>
                                          <p:spTgt spid="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22" dur="500"/>
                                        <p:tgtEl>
                                          <p:spTgt spid="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3" fill="hold">
                      <p:stCondLst>
                        <p:cond delay="indefinite"/>
                      </p:stCondLst>
                      <p:childTnLst>
                        <p:par>
                          <p:cTn id="1724" fill="hold">
                            <p:stCondLst>
                              <p:cond delay="0"/>
                            </p:stCondLst>
                            <p:childTnLst>
                              <p:par>
                                <p:cTn id="172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27" dur="500"/>
                                        <p:tgtEl>
                                          <p:spTgt spid="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8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729" dur="500"/>
                                        <p:tgtEl>
                                          <p:spTgt spid="6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873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Intra-AS routing:  routing within an AS</a:t>
            </a:r>
            <a:endParaRPr lang="en-US" sz="40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147" name="PlaceHolder 2"/>
          <p:cNvSpPr>
            <a:spLocks noGrp="1"/>
          </p:cNvSpPr>
          <p:nvPr>
            <p:ph type="sldNum" idx="5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7E677C8-71D4-42AC-8CC5-06EB34CA7278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57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8" name="Rectangle 3"/>
          <p:cNvSpPr/>
          <p:nvPr/>
        </p:nvSpPr>
        <p:spPr>
          <a:xfrm>
            <a:off x="857520" y="1558800"/>
            <a:ext cx="10941840" cy="47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1116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most common intra-AS routing protocols: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RIP: Routing Information Protocol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[RFC 1723]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classic DV: DVs exchanged every 30 secs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longer widely used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EIGRP: Enhanced Interior Gateway Routing Protocol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DV based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formerly Cisco-proprietary for decades (became open in 2013 [RFC 7868])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OSPF: Open Shortest Path First 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[RFC 2328]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link-state routing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IS-IS protocol (ISO standard, not RFC standard) essentially same as OSPF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731" dur="indefinite" restart="never" nodeType="tmRoot">
          <p:childTnLst>
            <p:seq>
              <p:cTn id="1732" dur="indefinite" nodeType="mainSeq">
                <p:childTnLst>
                  <p:par>
                    <p:cTn id="1733" fill="hold">
                      <p:stCondLst>
                        <p:cond delay="indefinite"/>
                      </p:stCondLst>
                      <p:childTnLst>
                        <p:par>
                          <p:cTn id="1734" fill="hold">
                            <p:stCondLst>
                              <p:cond delay="0"/>
                            </p:stCondLst>
                            <p:childTnLst>
                              <p:par>
                                <p:cTn id="173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37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40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43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4" fill="hold">
                      <p:stCondLst>
                        <p:cond delay="indefinite"/>
                      </p:stCondLst>
                      <p:childTnLst>
                        <p:par>
                          <p:cTn id="1745" fill="hold">
                            <p:stCondLst>
                              <p:cond delay="0"/>
                            </p:stCondLst>
                            <p:childTnLst>
                              <p:par>
                                <p:cTn id="174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48" dur="500"/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51" dur="500"/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54" dur="500"/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5" fill="hold">
                      <p:stCondLst>
                        <p:cond delay="indefinite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59" dur="500"/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62" dur="500"/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65" dur="500"/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873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OSPF (Open Shortest Path First) routing</a:t>
            </a:r>
            <a:endParaRPr lang="en-US" sz="40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150" name="PlaceHolder 2"/>
          <p:cNvSpPr>
            <a:spLocks noGrp="1"/>
          </p:cNvSpPr>
          <p:nvPr>
            <p:ph type="sldNum" idx="5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4AEA8A48-325E-4684-8B21-2B06A0F814F2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58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1" name="Rectangle 3"/>
          <p:cNvSpPr/>
          <p:nvPr/>
        </p:nvSpPr>
        <p:spPr>
          <a:xfrm>
            <a:off x="857520" y="1558800"/>
            <a:ext cx="10941840" cy="47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“open”: publicly available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classic link-state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router floods OSPF link-state advertisements (directly over IP rather than using TCP/UDP) to all other routers in entire AS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multiple link costs metrics possible: bandwidth, delay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router has full topology, uses Dijkstra’s algorithm to compute forwarding table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security: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OSPF messages authenticated (to prevent malicious intrusion)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766" dur="indefinite" restart="never" nodeType="tmRoot">
          <p:childTnLst>
            <p:seq>
              <p:cTn id="1767" dur="indefinite" nodeType="mainSeq">
                <p:childTnLst>
                  <p:par>
                    <p:cTn id="1768" fill="hold">
                      <p:stCondLst>
                        <p:cond delay="indefinite"/>
                      </p:stCondLst>
                      <p:childTnLst>
                        <p:par>
                          <p:cTn id="1769" fill="hold">
                            <p:stCondLst>
                              <p:cond delay="0"/>
                            </p:stCondLst>
                            <p:childTnLst>
                              <p:par>
                                <p:cTn id="177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72" dur="500"/>
                                        <p:tgtEl>
                                          <p:spTgt spid="6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3" fill="hold">
                      <p:stCondLst>
                        <p:cond delay="indefinite"/>
                      </p:stCondLst>
                      <p:childTnLst>
                        <p:par>
                          <p:cTn id="1774" fill="hold">
                            <p:stCondLst>
                              <p:cond delay="0"/>
                            </p:stCondLst>
                            <p:childTnLst>
                              <p:par>
                                <p:cTn id="177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77" dur="500"/>
                                        <p:tgtEl>
                                          <p:spTgt spid="6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80" dur="500"/>
                                        <p:tgtEl>
                                          <p:spTgt spid="6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83" dur="500"/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86" dur="500"/>
                                        <p:tgtEl>
                                          <p:spTgt spid="6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7" fill="hold">
                      <p:stCondLst>
                        <p:cond delay="indefinite"/>
                      </p:stCondLst>
                      <p:childTnLst>
                        <p:par>
                          <p:cTn id="1788" fill="hold">
                            <p:stCondLst>
                              <p:cond delay="0"/>
                            </p:stCondLst>
                            <p:childTnLst>
                              <p:par>
                                <p:cTn id="178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91" dur="500"/>
                                        <p:tgtEl>
                                          <p:spTgt spid="6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8734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Hierarchical OSPF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153" name="PlaceHolder 2"/>
          <p:cNvSpPr>
            <a:spLocks noGrp="1"/>
          </p:cNvSpPr>
          <p:nvPr>
            <p:ph type="sldNum" idx="5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39580CF1-590E-48EB-B7D7-9A35EA1B3E74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59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4" name="Rectangle 3"/>
          <p:cNvSpPr/>
          <p:nvPr/>
        </p:nvSpPr>
        <p:spPr>
          <a:xfrm>
            <a:off x="858960" y="1431000"/>
            <a:ext cx="11470680" cy="17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36520" indent="-23652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two-level hierarchy: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local area, backbone.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5040" lvl="1" indent="-22536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link-state advertisements flooded only in area, or backbone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5040" lvl="1" indent="-22536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each node has detailed area topology; only knows direction to reach other destinations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47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55" name="Group 310"/>
          <p:cNvGrpSpPr/>
          <p:nvPr/>
        </p:nvGrpSpPr>
        <p:grpSpPr>
          <a:xfrm>
            <a:off x="413280" y="3406320"/>
            <a:ext cx="4096080" cy="1461240"/>
            <a:chOff x="413280" y="3406320"/>
            <a:chExt cx="4096080" cy="1461240"/>
          </a:xfrm>
        </p:grpSpPr>
        <p:sp>
          <p:nvSpPr>
            <p:cNvPr id="6156" name="Rectangle 1"/>
            <p:cNvSpPr/>
            <p:nvPr/>
          </p:nvSpPr>
          <p:spPr>
            <a:xfrm>
              <a:off x="413280" y="3406320"/>
              <a:ext cx="2968200" cy="14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area border routers: 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“summarize” distances  to destinations in own area, advertise in backbone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157" name="Straight Arrow Connector 3"/>
            <p:cNvCxnSpPr/>
            <p:nvPr/>
          </p:nvCxnSpPr>
          <p:spPr>
            <a:xfrm>
              <a:off x="3256560" y="4158360"/>
              <a:ext cx="1253160" cy="238320"/>
            </a:xfrm>
            <a:prstGeom prst="straightConnector1">
              <a:avLst/>
            </a:prstGeom>
            <a:ln w="12700">
              <a:solidFill>
                <a:srgbClr val="000000"/>
              </a:solidFill>
            </a:ln>
          </p:spPr>
        </p:cxnSp>
      </p:grpSp>
      <p:sp>
        <p:nvSpPr>
          <p:cNvPr id="6158" name="Freeform 2"/>
          <p:cNvSpPr/>
          <p:nvPr/>
        </p:nvSpPr>
        <p:spPr>
          <a:xfrm>
            <a:off x="4334400" y="3279600"/>
            <a:ext cx="5195520" cy="1635120"/>
          </a:xfrm>
          <a:custGeom>
            <a:avLst/>
            <a:gdLst>
              <a:gd name="textAreaLeft" fmla="*/ 0 w 5195520"/>
              <a:gd name="textAreaRight" fmla="*/ 5195880 w 5195520"/>
              <a:gd name="textAreaTop" fmla="*/ 0 h 1635120"/>
              <a:gd name="textAreaBottom" fmla="*/ 1635480 h 1635120"/>
              <a:gd name="GluePoint1X" fmla="*/ 2147483647 w 3786"/>
              <a:gd name="GluePoint1Y" fmla="*/ 2147483647 h 1390"/>
              <a:gd name="GluePoint2X" fmla="*/ 2147483647 w 3786"/>
              <a:gd name="GluePoint2Y" fmla="*/ 2147483647 h 1390"/>
              <a:gd name="GluePoint3X" fmla="*/ 2147483647 w 3786"/>
              <a:gd name="GluePoint3Y" fmla="*/ 2147483647 h 1390"/>
              <a:gd name="GluePoint4X" fmla="*/ 2147483647 w 3786"/>
              <a:gd name="GluePoint4Y" fmla="*/ 2147483647 h 1390"/>
              <a:gd name="GluePoint5X" fmla="*/ 2147483647 w 3786"/>
              <a:gd name="GluePoint5Y" fmla="*/ 2147483647 h 1390"/>
              <a:gd name="GluePoint6X" fmla="*/ 2147483647 w 3786"/>
              <a:gd name="GluePoint6Y" fmla="*/ 2147483647 h 1390"/>
              <a:gd name="GluePoint7X" fmla="*/ 2147483647 w 3786"/>
              <a:gd name="GluePoint7Y" fmla="*/ 2147483647 h 1390"/>
              <a:gd name="GluePoint8X" fmla="*/ 2147483647 w 3786"/>
              <a:gd name="GluePoint8Y" fmla="*/ 2147483647 h 1390"/>
              <a:gd name="GluePoint9X" fmla="*/ 2147483647 w 3786"/>
              <a:gd name="GluePoint9Y" fmla="*/ 2147483647 h 1390"/>
              <a:gd name="GluePoint10X" fmla="*/ 2147483647 w 3786"/>
              <a:gd name="GluePoint10Y" fmla="*/ 2147483647 h 1390"/>
              <a:gd name="GluePoint11X" fmla="*/ 2147483647 w 3786"/>
              <a:gd name="GluePoint11Y" fmla="*/ 2147483647 h 1390"/>
              <a:gd name="GluePoint12X" fmla="*/ 2147483647 w 3786"/>
              <a:gd name="GluePoint12Y" fmla="*/ 2147483647 h 1390"/>
              <a:gd name="GluePoint13X" fmla="*/ 2147483647 w 3786"/>
              <a:gd name="GluePoint13Y" fmla="*/ 2147483647 h 1390"/>
              <a:gd name="GluePoint14X" fmla="*/ 2147483647 w 3786"/>
              <a:gd name="GluePoint14Y" fmla="*/ 2147483647 h 139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3786" h="1390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59" name="Line 4"/>
          <p:cNvSpPr/>
          <p:nvPr/>
        </p:nvSpPr>
        <p:spPr>
          <a:xfrm flipV="1">
            <a:off x="5763240" y="3566520"/>
            <a:ext cx="915120" cy="25668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0" name="Line 5"/>
          <p:cNvSpPr/>
          <p:nvPr/>
        </p:nvSpPr>
        <p:spPr>
          <a:xfrm>
            <a:off x="6867720" y="3564000"/>
            <a:ext cx="1011600" cy="2556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1" name="Line 6"/>
          <p:cNvSpPr/>
          <p:nvPr/>
        </p:nvSpPr>
        <p:spPr>
          <a:xfrm>
            <a:off x="8087760" y="3859560"/>
            <a:ext cx="694440" cy="594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2" name="Line 7"/>
          <p:cNvSpPr/>
          <p:nvPr/>
        </p:nvSpPr>
        <p:spPr>
          <a:xfrm flipV="1">
            <a:off x="6859800" y="3781800"/>
            <a:ext cx="1099080" cy="8766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3" name="Line 8"/>
          <p:cNvSpPr/>
          <p:nvPr/>
        </p:nvSpPr>
        <p:spPr>
          <a:xfrm>
            <a:off x="5765760" y="3886560"/>
            <a:ext cx="984240" cy="73548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4" name="Line 9"/>
          <p:cNvSpPr/>
          <p:nvPr/>
        </p:nvSpPr>
        <p:spPr>
          <a:xfrm flipH="1">
            <a:off x="8443440" y="4453920"/>
            <a:ext cx="345960" cy="65304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5" name="Line 10"/>
          <p:cNvSpPr/>
          <p:nvPr/>
        </p:nvSpPr>
        <p:spPr>
          <a:xfrm>
            <a:off x="8467920" y="5086800"/>
            <a:ext cx="772920" cy="62028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6" name="Line 11"/>
          <p:cNvSpPr/>
          <p:nvPr/>
        </p:nvSpPr>
        <p:spPr>
          <a:xfrm>
            <a:off x="6767640" y="4578480"/>
            <a:ext cx="473400" cy="9921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7" name="Line 12"/>
          <p:cNvSpPr/>
          <p:nvPr/>
        </p:nvSpPr>
        <p:spPr>
          <a:xfrm>
            <a:off x="6388920" y="5218560"/>
            <a:ext cx="212760" cy="720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8" name="Line 13"/>
          <p:cNvSpPr/>
          <p:nvPr/>
        </p:nvSpPr>
        <p:spPr>
          <a:xfrm flipH="1">
            <a:off x="6598800" y="5594040"/>
            <a:ext cx="626040" cy="338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9" name="Line 14"/>
          <p:cNvSpPr/>
          <p:nvPr/>
        </p:nvSpPr>
        <p:spPr>
          <a:xfrm flipH="1">
            <a:off x="6432840" y="4663080"/>
            <a:ext cx="336240" cy="5778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70" name="Line 15"/>
          <p:cNvSpPr/>
          <p:nvPr/>
        </p:nvSpPr>
        <p:spPr>
          <a:xfrm flipH="1">
            <a:off x="4906800" y="3773520"/>
            <a:ext cx="740880" cy="62712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71" name="Line 16"/>
          <p:cNvSpPr/>
          <p:nvPr/>
        </p:nvSpPr>
        <p:spPr>
          <a:xfrm flipH="1">
            <a:off x="4383720" y="4405680"/>
            <a:ext cx="499680" cy="58572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72" name="Line 17"/>
          <p:cNvSpPr/>
          <p:nvPr/>
        </p:nvSpPr>
        <p:spPr>
          <a:xfrm flipH="1">
            <a:off x="3822480" y="5037480"/>
            <a:ext cx="537840" cy="4446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73" name="Line 18"/>
          <p:cNvSpPr/>
          <p:nvPr/>
        </p:nvSpPr>
        <p:spPr>
          <a:xfrm flipH="1">
            <a:off x="4562280" y="5429160"/>
            <a:ext cx="374760" cy="5025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74" name="Line 19"/>
          <p:cNvSpPr/>
          <p:nvPr/>
        </p:nvSpPr>
        <p:spPr>
          <a:xfrm>
            <a:off x="4452480" y="5005800"/>
            <a:ext cx="550440" cy="38592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75" name="Freeform 20"/>
          <p:cNvSpPr/>
          <p:nvPr/>
        </p:nvSpPr>
        <p:spPr>
          <a:xfrm>
            <a:off x="3522240" y="4155120"/>
            <a:ext cx="1889280" cy="2090520"/>
          </a:xfrm>
          <a:custGeom>
            <a:avLst/>
            <a:gdLst>
              <a:gd name="textAreaLeft" fmla="*/ 0 w 1889280"/>
              <a:gd name="textAreaRight" fmla="*/ 1889640 w 1889280"/>
              <a:gd name="textAreaTop" fmla="*/ 0 h 2090520"/>
              <a:gd name="textAreaBottom" fmla="*/ 2090880 h 2090520"/>
              <a:gd name="GluePoint1X" fmla="*/ 2147483647 w 1377"/>
              <a:gd name="GluePoint1Y" fmla="*/ 2147483647 h 1777"/>
              <a:gd name="GluePoint2X" fmla="*/ 2147483647 w 1377"/>
              <a:gd name="GluePoint2Y" fmla="*/ 2147483647 h 1777"/>
              <a:gd name="GluePoint3X" fmla="*/ 2147483647 w 1377"/>
              <a:gd name="GluePoint3Y" fmla="*/ 2147483647 h 1777"/>
              <a:gd name="GluePoint4X" fmla="*/ 2147483647 w 1377"/>
              <a:gd name="GluePoint4Y" fmla="*/ 2147483647 h 1777"/>
              <a:gd name="GluePoint5X" fmla="*/ 2147483647 w 1377"/>
              <a:gd name="GluePoint5Y" fmla="*/ 2147483647 h 1777"/>
              <a:gd name="GluePoint6X" fmla="*/ 2147483647 w 1377"/>
              <a:gd name="GluePoint6Y" fmla="*/ 2147483647 h 1777"/>
              <a:gd name="GluePoint7X" fmla="*/ 2147483647 w 1377"/>
              <a:gd name="GluePoint7Y" fmla="*/ 2147483647 h 1777"/>
              <a:gd name="GluePoint8X" fmla="*/ 2147483647 w 1377"/>
              <a:gd name="GluePoint8Y" fmla="*/ 2147483647 h 1777"/>
              <a:gd name="GluePoint9X" fmla="*/ 2147483647 w 1377"/>
              <a:gd name="GluePoint9Y" fmla="*/ 2147483647 h 1777"/>
              <a:gd name="GluePoint10X" fmla="*/ 2147483647 w 1377"/>
              <a:gd name="GluePoint10Y" fmla="*/ 2147483647 h 1777"/>
              <a:gd name="GluePoint11X" fmla="*/ 2147483647 w 1377"/>
              <a:gd name="GluePoint11Y" fmla="*/ 2147483647 h 1777"/>
              <a:gd name="GluePoint12X" fmla="*/ 2147483647 w 1377"/>
              <a:gd name="GluePoint12Y" fmla="*/ 2147483647 h 1777"/>
              <a:gd name="GluePoint13X" fmla="*/ 2147483647 w 1377"/>
              <a:gd name="GluePoint13Y" fmla="*/ 2147483647 h 1777"/>
              <a:gd name="GluePoint14X" fmla="*/ 2147483647 w 1377"/>
              <a:gd name="GluePoint14Y" fmla="*/ 2147483647 h 1777"/>
              <a:gd name="GluePoint15X" fmla="*/ 2147483647 w 1377"/>
              <a:gd name="GluePoint15Y" fmla="*/ 2147483647 h 1777"/>
              <a:gd name="GluePoint16X" fmla="*/ 2147483647 w 1377"/>
              <a:gd name="GluePoint16Y" fmla="*/ 2147483647 h 1777"/>
              <a:gd name="GluePoint17X" fmla="*/ 2147483647 w 1377"/>
              <a:gd name="GluePoint17Y" fmla="*/ 2147483647 h 177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textAreaLeft" t="textAreaTop" r="textAreaRight" b="textAreaBottom"/>
            <a:pathLst>
              <a:path w="1377" h="17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76" name="Freeform 21"/>
          <p:cNvSpPr/>
          <p:nvPr/>
        </p:nvSpPr>
        <p:spPr>
          <a:xfrm>
            <a:off x="5997960" y="4329360"/>
            <a:ext cx="1645200" cy="2023560"/>
          </a:xfrm>
          <a:custGeom>
            <a:avLst/>
            <a:gdLst>
              <a:gd name="textAreaLeft" fmla="*/ 0 w 1645200"/>
              <a:gd name="textAreaRight" fmla="*/ 1645560 w 1645200"/>
              <a:gd name="textAreaTop" fmla="*/ 0 h 2023560"/>
              <a:gd name="textAreaBottom" fmla="*/ 2023920 h 2023560"/>
              <a:gd name="GluePoint1X" fmla="*/ 2147483647 w 1199"/>
              <a:gd name="GluePoint1Y" fmla="*/ 2147483647 h 1720"/>
              <a:gd name="GluePoint2X" fmla="*/ 2147483647 w 1199"/>
              <a:gd name="GluePoint2Y" fmla="*/ 2147483647 h 1720"/>
              <a:gd name="GluePoint3X" fmla="*/ 2147483647 w 1199"/>
              <a:gd name="GluePoint3Y" fmla="*/ 2147483647 h 1720"/>
              <a:gd name="GluePoint4X" fmla="*/ 2147483647 w 1199"/>
              <a:gd name="GluePoint4Y" fmla="*/ 2147483647 h 1720"/>
              <a:gd name="GluePoint5X" fmla="*/ 2147483647 w 1199"/>
              <a:gd name="GluePoint5Y" fmla="*/ 2147483647 h 1720"/>
              <a:gd name="GluePoint6X" fmla="*/ 2147483647 w 1199"/>
              <a:gd name="GluePoint6Y" fmla="*/ 2147483647 h 1720"/>
              <a:gd name="GluePoint7X" fmla="*/ 2147483647 w 1199"/>
              <a:gd name="GluePoint7Y" fmla="*/ 2147483647 h 1720"/>
              <a:gd name="GluePoint8X" fmla="*/ 2147483647 w 1199"/>
              <a:gd name="GluePoint8Y" fmla="*/ 2147483647 h 1720"/>
              <a:gd name="GluePoint9X" fmla="*/ 2147483647 w 1199"/>
              <a:gd name="GluePoint9Y" fmla="*/ 2147483647 h 1720"/>
              <a:gd name="GluePoint10X" fmla="*/ 2147483647 w 1199"/>
              <a:gd name="GluePoint10Y" fmla="*/ 2147483647 h 1720"/>
              <a:gd name="GluePoint11X" fmla="*/ 2147483647 w 1199"/>
              <a:gd name="GluePoint11Y" fmla="*/ 2147483647 h 1720"/>
              <a:gd name="GluePoint12X" fmla="*/ 2147483647 w 1199"/>
              <a:gd name="GluePoint12Y" fmla="*/ 2147483647 h 1720"/>
              <a:gd name="GluePoint13X" fmla="*/ 2147483647 w 1199"/>
              <a:gd name="GluePoint13Y" fmla="*/ 2147483647 h 1720"/>
              <a:gd name="GluePoint14X" fmla="*/ 2147483647 w 1199"/>
              <a:gd name="GluePoint14Y" fmla="*/ 2147483647 h 1720"/>
              <a:gd name="GluePoint15X" fmla="*/ 2147483647 w 1199"/>
              <a:gd name="GluePoint15Y" fmla="*/ 2147483647 h 17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1199" h="1720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77" name="Freeform 22"/>
          <p:cNvSpPr/>
          <p:nvPr/>
        </p:nvSpPr>
        <p:spPr>
          <a:xfrm>
            <a:off x="8097840" y="4111560"/>
            <a:ext cx="1797480" cy="2016720"/>
          </a:xfrm>
          <a:custGeom>
            <a:avLst/>
            <a:gdLst>
              <a:gd name="textAreaLeft" fmla="*/ 0 w 1797480"/>
              <a:gd name="textAreaRight" fmla="*/ 1797840 w 1797480"/>
              <a:gd name="textAreaTop" fmla="*/ 0 h 2016720"/>
              <a:gd name="textAreaBottom" fmla="*/ 2017080 h 2016720"/>
              <a:gd name="GluePoint1X" fmla="*/ 2147483647 w 1310"/>
              <a:gd name="GluePoint1Y" fmla="*/ 2147483647 h 1714"/>
              <a:gd name="GluePoint2X" fmla="*/ 2147483647 w 1310"/>
              <a:gd name="GluePoint2Y" fmla="*/ 2147483647 h 1714"/>
              <a:gd name="GluePoint3X" fmla="*/ 2147483647 w 1310"/>
              <a:gd name="GluePoint3Y" fmla="*/ 2147483647 h 1714"/>
              <a:gd name="GluePoint4X" fmla="*/ 2147483647 w 1310"/>
              <a:gd name="GluePoint4Y" fmla="*/ 2147483647 h 1714"/>
              <a:gd name="GluePoint5X" fmla="*/ 2147483647 w 1310"/>
              <a:gd name="GluePoint5Y" fmla="*/ 2147483647 h 1714"/>
              <a:gd name="GluePoint6X" fmla="*/ 2147483647 w 1310"/>
              <a:gd name="GluePoint6Y" fmla="*/ 2147483647 h 1714"/>
              <a:gd name="GluePoint7X" fmla="*/ 2147483647 w 1310"/>
              <a:gd name="GluePoint7Y" fmla="*/ 2147483647 h 1714"/>
              <a:gd name="GluePoint8X" fmla="*/ 2147483647 w 1310"/>
              <a:gd name="GluePoint8Y" fmla="*/ 2147483647 h 1714"/>
              <a:gd name="GluePoint9X" fmla="*/ 2147483647 w 1310"/>
              <a:gd name="GluePoint9Y" fmla="*/ 2147483647 h 1714"/>
              <a:gd name="GluePoint10X" fmla="*/ 2147483647 w 1310"/>
              <a:gd name="GluePoint10Y" fmla="*/ 2147483647 h 1714"/>
              <a:gd name="GluePoint11X" fmla="*/ 2147483647 w 1310"/>
              <a:gd name="GluePoint11Y" fmla="*/ 2147483647 h 1714"/>
              <a:gd name="GluePoint12X" fmla="*/ 2147483647 w 1310"/>
              <a:gd name="GluePoint12Y" fmla="*/ 2147483647 h 1714"/>
              <a:gd name="GluePoint13X" fmla="*/ 2147483647 w 1310"/>
              <a:gd name="GluePoint13Y" fmla="*/ 2147483647 h 17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10" h="1714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78" name="Text Box 25"/>
          <p:cNvSpPr/>
          <p:nvPr/>
        </p:nvSpPr>
        <p:spPr>
          <a:xfrm>
            <a:off x="3391560" y="6026040"/>
            <a:ext cx="82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area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9" name="Text Box 26"/>
          <p:cNvSpPr/>
          <p:nvPr/>
        </p:nvSpPr>
        <p:spPr>
          <a:xfrm>
            <a:off x="6474240" y="6305040"/>
            <a:ext cx="82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area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0" name="Text Box 27"/>
          <p:cNvSpPr/>
          <p:nvPr/>
        </p:nvSpPr>
        <p:spPr>
          <a:xfrm>
            <a:off x="9140760" y="5103360"/>
            <a:ext cx="82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area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1" name="Text Box 28"/>
          <p:cNvSpPr/>
          <p:nvPr/>
        </p:nvSpPr>
        <p:spPr>
          <a:xfrm>
            <a:off x="6209280" y="3772800"/>
            <a:ext cx="134856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backbone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2" name="Text Box 30"/>
          <p:cNvSpPr/>
          <p:nvPr/>
        </p:nvSpPr>
        <p:spPr>
          <a:xfrm>
            <a:off x="7742160" y="5796720"/>
            <a:ext cx="92988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85000"/>
              </a:lnSpc>
            </a:pPr>
            <a:r>
              <a:rPr lang="en-US" sz="1800" b="0" u="none" strike="noStrike">
                <a:solidFill>
                  <a:srgbClr val="CC0000"/>
                </a:solidFill>
                <a:effectLst/>
                <a:uFillTx/>
                <a:latin typeface="Arial"/>
                <a:ea typeface="ＭＳ Ｐゴシック"/>
              </a:rPr>
              <a:t>internal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</a:pPr>
            <a:r>
              <a:rPr lang="en-US" sz="1800" b="0" u="none" strike="noStrike">
                <a:solidFill>
                  <a:srgbClr val="CC0000"/>
                </a:solidFill>
                <a:effectLst/>
                <a:uFillTx/>
                <a:latin typeface="Arial"/>
                <a:ea typeface="ＭＳ Ｐゴシック"/>
              </a:rPr>
              <a:t>routers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3" name="Line 242"/>
          <p:cNvSpPr/>
          <p:nvPr/>
        </p:nvSpPr>
        <p:spPr>
          <a:xfrm flipV="1">
            <a:off x="8587440" y="5774040"/>
            <a:ext cx="424080" cy="148320"/>
          </a:xfrm>
          <a:prstGeom prst="line">
            <a:avLst/>
          </a:prstGeom>
          <a:ln w="9525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84" name="Line 243"/>
          <p:cNvSpPr/>
          <p:nvPr/>
        </p:nvSpPr>
        <p:spPr>
          <a:xfrm flipH="1" flipV="1">
            <a:off x="7387920" y="5681160"/>
            <a:ext cx="415800" cy="222480"/>
          </a:xfrm>
          <a:prstGeom prst="line">
            <a:avLst/>
          </a:prstGeom>
          <a:ln w="9525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85" name="Line 244"/>
          <p:cNvSpPr/>
          <p:nvPr/>
        </p:nvSpPr>
        <p:spPr>
          <a:xfrm flipV="1">
            <a:off x="6785640" y="3169080"/>
            <a:ext cx="360" cy="2739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6186" name="Group 181"/>
          <p:cNvGrpSpPr/>
          <p:nvPr/>
        </p:nvGrpSpPr>
        <p:grpSpPr>
          <a:xfrm>
            <a:off x="6340320" y="5745240"/>
            <a:ext cx="597600" cy="300600"/>
            <a:chOff x="6340320" y="5745240"/>
            <a:chExt cx="597600" cy="300600"/>
          </a:xfrm>
        </p:grpSpPr>
        <p:sp>
          <p:nvSpPr>
            <p:cNvPr id="6187" name="Freeform 182"/>
            <p:cNvSpPr/>
            <p:nvPr/>
          </p:nvSpPr>
          <p:spPr>
            <a:xfrm>
              <a:off x="6340320" y="584964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8" name="Oval 183"/>
            <p:cNvSpPr/>
            <p:nvPr/>
          </p:nvSpPr>
          <p:spPr>
            <a:xfrm>
              <a:off x="6340680" y="574524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89" name="Group 184"/>
            <p:cNvGrpSpPr/>
            <p:nvPr/>
          </p:nvGrpSpPr>
          <p:grpSpPr>
            <a:xfrm>
              <a:off x="6428880" y="5770080"/>
              <a:ext cx="420120" cy="142920"/>
              <a:chOff x="6428880" y="5770080"/>
              <a:chExt cx="420120" cy="142920"/>
            </a:xfrm>
          </p:grpSpPr>
          <p:sp>
            <p:nvSpPr>
              <p:cNvPr id="6190" name="Freeform 185"/>
              <p:cNvSpPr/>
              <p:nvPr/>
            </p:nvSpPr>
            <p:spPr>
              <a:xfrm>
                <a:off x="6440400" y="577008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191" name="Freeform 186"/>
              <p:cNvSpPr/>
              <p:nvPr/>
            </p:nvSpPr>
            <p:spPr>
              <a:xfrm>
                <a:off x="6700680" y="583884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192" name="Freeform 187"/>
              <p:cNvSpPr/>
              <p:nvPr/>
            </p:nvSpPr>
            <p:spPr>
              <a:xfrm>
                <a:off x="6428880" y="583884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193" name="Freeform 188"/>
              <p:cNvSpPr/>
              <p:nvPr/>
            </p:nvSpPr>
            <p:spPr>
              <a:xfrm>
                <a:off x="6479640" y="580500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194" name="Group 189"/>
          <p:cNvGrpSpPr/>
          <p:nvPr/>
        </p:nvGrpSpPr>
        <p:grpSpPr>
          <a:xfrm>
            <a:off x="6864120" y="5403960"/>
            <a:ext cx="597600" cy="300240"/>
            <a:chOff x="6864120" y="5403960"/>
            <a:chExt cx="597600" cy="300240"/>
          </a:xfrm>
        </p:grpSpPr>
        <p:sp>
          <p:nvSpPr>
            <p:cNvPr id="6195" name="Freeform 190"/>
            <p:cNvSpPr/>
            <p:nvPr/>
          </p:nvSpPr>
          <p:spPr>
            <a:xfrm>
              <a:off x="6864120" y="550800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6" name="Oval 191"/>
            <p:cNvSpPr/>
            <p:nvPr/>
          </p:nvSpPr>
          <p:spPr>
            <a:xfrm>
              <a:off x="6864480" y="540396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97" name="Group 192"/>
            <p:cNvGrpSpPr/>
            <p:nvPr/>
          </p:nvGrpSpPr>
          <p:grpSpPr>
            <a:xfrm>
              <a:off x="6952680" y="5428440"/>
              <a:ext cx="420480" cy="142920"/>
              <a:chOff x="6952680" y="5428440"/>
              <a:chExt cx="420480" cy="142920"/>
            </a:xfrm>
          </p:grpSpPr>
          <p:sp>
            <p:nvSpPr>
              <p:cNvPr id="6198" name="Freeform 193"/>
              <p:cNvSpPr/>
              <p:nvPr/>
            </p:nvSpPr>
            <p:spPr>
              <a:xfrm>
                <a:off x="6964560" y="542844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199" name="Freeform 194"/>
              <p:cNvSpPr/>
              <p:nvPr/>
            </p:nvSpPr>
            <p:spPr>
              <a:xfrm>
                <a:off x="7224840" y="549720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00" name="Freeform 195"/>
              <p:cNvSpPr/>
              <p:nvPr/>
            </p:nvSpPr>
            <p:spPr>
              <a:xfrm>
                <a:off x="6952680" y="549720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01" name="Freeform 196"/>
              <p:cNvSpPr/>
              <p:nvPr/>
            </p:nvSpPr>
            <p:spPr>
              <a:xfrm>
                <a:off x="7003440" y="546336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02" name="Group 197"/>
          <p:cNvGrpSpPr/>
          <p:nvPr/>
        </p:nvGrpSpPr>
        <p:grpSpPr>
          <a:xfrm>
            <a:off x="6559200" y="4511160"/>
            <a:ext cx="597600" cy="300240"/>
            <a:chOff x="6559200" y="4511160"/>
            <a:chExt cx="597600" cy="300240"/>
          </a:xfrm>
        </p:grpSpPr>
        <p:sp>
          <p:nvSpPr>
            <p:cNvPr id="6203" name="Freeform 198"/>
            <p:cNvSpPr/>
            <p:nvPr/>
          </p:nvSpPr>
          <p:spPr>
            <a:xfrm>
              <a:off x="6559200" y="461520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4" name="Oval 199"/>
            <p:cNvSpPr/>
            <p:nvPr/>
          </p:nvSpPr>
          <p:spPr>
            <a:xfrm>
              <a:off x="6559560" y="451116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05" name="Group 200"/>
            <p:cNvGrpSpPr/>
            <p:nvPr/>
          </p:nvGrpSpPr>
          <p:grpSpPr>
            <a:xfrm>
              <a:off x="6648120" y="4536000"/>
              <a:ext cx="420120" cy="142920"/>
              <a:chOff x="6648120" y="4536000"/>
              <a:chExt cx="420120" cy="142920"/>
            </a:xfrm>
          </p:grpSpPr>
          <p:sp>
            <p:nvSpPr>
              <p:cNvPr id="6206" name="Freeform 201"/>
              <p:cNvSpPr/>
              <p:nvPr/>
            </p:nvSpPr>
            <p:spPr>
              <a:xfrm>
                <a:off x="6659640" y="453600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07" name="Freeform 202"/>
              <p:cNvSpPr/>
              <p:nvPr/>
            </p:nvSpPr>
            <p:spPr>
              <a:xfrm>
                <a:off x="6919920" y="460440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08" name="Freeform 203"/>
              <p:cNvSpPr/>
              <p:nvPr/>
            </p:nvSpPr>
            <p:spPr>
              <a:xfrm>
                <a:off x="6648120" y="460440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09" name="Freeform 204"/>
              <p:cNvSpPr/>
              <p:nvPr/>
            </p:nvSpPr>
            <p:spPr>
              <a:xfrm>
                <a:off x="6698520" y="457092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10" name="Group 205"/>
          <p:cNvGrpSpPr/>
          <p:nvPr/>
        </p:nvGrpSpPr>
        <p:grpSpPr>
          <a:xfrm>
            <a:off x="6140160" y="5141160"/>
            <a:ext cx="597600" cy="300240"/>
            <a:chOff x="6140160" y="5141160"/>
            <a:chExt cx="597600" cy="300240"/>
          </a:xfrm>
        </p:grpSpPr>
        <p:sp>
          <p:nvSpPr>
            <p:cNvPr id="6211" name="Freeform 206"/>
            <p:cNvSpPr/>
            <p:nvPr/>
          </p:nvSpPr>
          <p:spPr>
            <a:xfrm>
              <a:off x="6140160" y="524520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12" name="Oval 207"/>
            <p:cNvSpPr/>
            <p:nvPr/>
          </p:nvSpPr>
          <p:spPr>
            <a:xfrm>
              <a:off x="6140520" y="514116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13" name="Group 208"/>
            <p:cNvGrpSpPr/>
            <p:nvPr/>
          </p:nvGrpSpPr>
          <p:grpSpPr>
            <a:xfrm>
              <a:off x="6228720" y="5166000"/>
              <a:ext cx="420480" cy="142920"/>
              <a:chOff x="6228720" y="5166000"/>
              <a:chExt cx="420480" cy="142920"/>
            </a:xfrm>
          </p:grpSpPr>
          <p:sp>
            <p:nvSpPr>
              <p:cNvPr id="6214" name="Freeform 209"/>
              <p:cNvSpPr/>
              <p:nvPr/>
            </p:nvSpPr>
            <p:spPr>
              <a:xfrm>
                <a:off x="6240600" y="516600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15" name="Freeform 210"/>
              <p:cNvSpPr/>
              <p:nvPr/>
            </p:nvSpPr>
            <p:spPr>
              <a:xfrm>
                <a:off x="6500880" y="523440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16" name="Freeform 211"/>
              <p:cNvSpPr/>
              <p:nvPr/>
            </p:nvSpPr>
            <p:spPr>
              <a:xfrm>
                <a:off x="6228720" y="523440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17" name="Freeform 212"/>
              <p:cNvSpPr/>
              <p:nvPr/>
            </p:nvSpPr>
            <p:spPr>
              <a:xfrm>
                <a:off x="6279480" y="520092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18" name="Group 213"/>
          <p:cNvGrpSpPr/>
          <p:nvPr/>
        </p:nvGrpSpPr>
        <p:grpSpPr>
          <a:xfrm>
            <a:off x="4569840" y="4277160"/>
            <a:ext cx="597600" cy="300240"/>
            <a:chOff x="4569840" y="4277160"/>
            <a:chExt cx="597600" cy="300240"/>
          </a:xfrm>
        </p:grpSpPr>
        <p:sp>
          <p:nvSpPr>
            <p:cNvPr id="6219" name="Freeform 214"/>
            <p:cNvSpPr/>
            <p:nvPr/>
          </p:nvSpPr>
          <p:spPr>
            <a:xfrm>
              <a:off x="4569840" y="438120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0" name="Oval 215"/>
            <p:cNvSpPr/>
            <p:nvPr/>
          </p:nvSpPr>
          <p:spPr>
            <a:xfrm>
              <a:off x="4570200" y="427716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21" name="Group 216"/>
            <p:cNvGrpSpPr/>
            <p:nvPr/>
          </p:nvGrpSpPr>
          <p:grpSpPr>
            <a:xfrm>
              <a:off x="4658760" y="4302000"/>
              <a:ext cx="420120" cy="142920"/>
              <a:chOff x="4658760" y="4302000"/>
              <a:chExt cx="420120" cy="142920"/>
            </a:xfrm>
          </p:grpSpPr>
          <p:sp>
            <p:nvSpPr>
              <p:cNvPr id="6222" name="Freeform 217"/>
              <p:cNvSpPr/>
              <p:nvPr/>
            </p:nvSpPr>
            <p:spPr>
              <a:xfrm>
                <a:off x="4670280" y="430200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23" name="Freeform 218"/>
              <p:cNvSpPr/>
              <p:nvPr/>
            </p:nvSpPr>
            <p:spPr>
              <a:xfrm>
                <a:off x="4930560" y="437040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24" name="Freeform 219"/>
              <p:cNvSpPr/>
              <p:nvPr/>
            </p:nvSpPr>
            <p:spPr>
              <a:xfrm>
                <a:off x="4658760" y="437040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25" name="Freeform 220"/>
              <p:cNvSpPr/>
              <p:nvPr/>
            </p:nvSpPr>
            <p:spPr>
              <a:xfrm>
                <a:off x="4709160" y="433692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26" name="Group 221"/>
          <p:cNvGrpSpPr/>
          <p:nvPr/>
        </p:nvGrpSpPr>
        <p:grpSpPr>
          <a:xfrm>
            <a:off x="4159080" y="4866480"/>
            <a:ext cx="597600" cy="300240"/>
            <a:chOff x="4159080" y="4866480"/>
            <a:chExt cx="597600" cy="300240"/>
          </a:xfrm>
        </p:grpSpPr>
        <p:sp>
          <p:nvSpPr>
            <p:cNvPr id="6227" name="Freeform 223"/>
            <p:cNvSpPr/>
            <p:nvPr/>
          </p:nvSpPr>
          <p:spPr>
            <a:xfrm>
              <a:off x="4159080" y="497052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8" name="Oval 224"/>
            <p:cNvSpPr/>
            <p:nvPr/>
          </p:nvSpPr>
          <p:spPr>
            <a:xfrm>
              <a:off x="4159440" y="486648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29" name="Group 225"/>
            <p:cNvGrpSpPr/>
            <p:nvPr/>
          </p:nvGrpSpPr>
          <p:grpSpPr>
            <a:xfrm>
              <a:off x="4247640" y="4890960"/>
              <a:ext cx="420120" cy="142920"/>
              <a:chOff x="4247640" y="4890960"/>
              <a:chExt cx="420120" cy="142920"/>
            </a:xfrm>
          </p:grpSpPr>
          <p:sp>
            <p:nvSpPr>
              <p:cNvPr id="6230" name="Freeform 226"/>
              <p:cNvSpPr/>
              <p:nvPr/>
            </p:nvSpPr>
            <p:spPr>
              <a:xfrm>
                <a:off x="4259160" y="489096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31" name="Freeform 227"/>
              <p:cNvSpPr/>
              <p:nvPr/>
            </p:nvSpPr>
            <p:spPr>
              <a:xfrm>
                <a:off x="4519440" y="495972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32" name="Freeform 228"/>
              <p:cNvSpPr/>
              <p:nvPr/>
            </p:nvSpPr>
            <p:spPr>
              <a:xfrm>
                <a:off x="4247640" y="495972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33" name="Freeform 229"/>
              <p:cNvSpPr/>
              <p:nvPr/>
            </p:nvSpPr>
            <p:spPr>
              <a:xfrm>
                <a:off x="4298400" y="492588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34" name="Group 230"/>
          <p:cNvGrpSpPr/>
          <p:nvPr/>
        </p:nvGrpSpPr>
        <p:grpSpPr>
          <a:xfrm>
            <a:off x="3617280" y="5394240"/>
            <a:ext cx="597600" cy="300240"/>
            <a:chOff x="3617280" y="5394240"/>
            <a:chExt cx="597600" cy="300240"/>
          </a:xfrm>
        </p:grpSpPr>
        <p:sp>
          <p:nvSpPr>
            <p:cNvPr id="6235" name="Freeform 231"/>
            <p:cNvSpPr/>
            <p:nvPr/>
          </p:nvSpPr>
          <p:spPr>
            <a:xfrm>
              <a:off x="3617280" y="549828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6" name="Oval 232"/>
            <p:cNvSpPr/>
            <p:nvPr/>
          </p:nvSpPr>
          <p:spPr>
            <a:xfrm>
              <a:off x="3617640" y="539424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37" name="Group 233"/>
            <p:cNvGrpSpPr/>
            <p:nvPr/>
          </p:nvGrpSpPr>
          <p:grpSpPr>
            <a:xfrm>
              <a:off x="3706200" y="5419080"/>
              <a:ext cx="420120" cy="142920"/>
              <a:chOff x="3706200" y="5419080"/>
              <a:chExt cx="420120" cy="142920"/>
            </a:xfrm>
          </p:grpSpPr>
          <p:sp>
            <p:nvSpPr>
              <p:cNvPr id="6238" name="Freeform 234"/>
              <p:cNvSpPr/>
              <p:nvPr/>
            </p:nvSpPr>
            <p:spPr>
              <a:xfrm>
                <a:off x="3717720" y="541908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39" name="Freeform 235"/>
              <p:cNvSpPr/>
              <p:nvPr/>
            </p:nvSpPr>
            <p:spPr>
              <a:xfrm>
                <a:off x="3978000" y="548748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40" name="Freeform 236"/>
              <p:cNvSpPr/>
              <p:nvPr/>
            </p:nvSpPr>
            <p:spPr>
              <a:xfrm>
                <a:off x="3706200" y="548748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41" name="Freeform 237"/>
              <p:cNvSpPr/>
              <p:nvPr/>
            </p:nvSpPr>
            <p:spPr>
              <a:xfrm>
                <a:off x="3756600" y="545400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42" name="Group 238"/>
          <p:cNvGrpSpPr/>
          <p:nvPr/>
        </p:nvGrpSpPr>
        <p:grpSpPr>
          <a:xfrm>
            <a:off x="4312800" y="5706000"/>
            <a:ext cx="597600" cy="300240"/>
            <a:chOff x="4312800" y="5706000"/>
            <a:chExt cx="597600" cy="300240"/>
          </a:xfrm>
        </p:grpSpPr>
        <p:sp>
          <p:nvSpPr>
            <p:cNvPr id="6243" name="Freeform 239"/>
            <p:cNvSpPr/>
            <p:nvPr/>
          </p:nvSpPr>
          <p:spPr>
            <a:xfrm>
              <a:off x="4312800" y="581004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4" name="Oval 240"/>
            <p:cNvSpPr/>
            <p:nvPr/>
          </p:nvSpPr>
          <p:spPr>
            <a:xfrm>
              <a:off x="4313160" y="570600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45" name="Group 241"/>
            <p:cNvGrpSpPr/>
            <p:nvPr/>
          </p:nvGrpSpPr>
          <p:grpSpPr>
            <a:xfrm>
              <a:off x="4401360" y="5730840"/>
              <a:ext cx="420480" cy="142560"/>
              <a:chOff x="4401360" y="5730840"/>
              <a:chExt cx="420480" cy="142560"/>
            </a:xfrm>
          </p:grpSpPr>
          <p:sp>
            <p:nvSpPr>
              <p:cNvPr id="6246" name="Freeform 242"/>
              <p:cNvSpPr/>
              <p:nvPr/>
            </p:nvSpPr>
            <p:spPr>
              <a:xfrm>
                <a:off x="4412880" y="573084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47" name="Freeform 243"/>
              <p:cNvSpPr/>
              <p:nvPr/>
            </p:nvSpPr>
            <p:spPr>
              <a:xfrm>
                <a:off x="4673520" y="579924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48" name="Freeform 244"/>
              <p:cNvSpPr/>
              <p:nvPr/>
            </p:nvSpPr>
            <p:spPr>
              <a:xfrm>
                <a:off x="4401360" y="579924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49" name="Freeform 245"/>
              <p:cNvSpPr/>
              <p:nvPr/>
            </p:nvSpPr>
            <p:spPr>
              <a:xfrm>
                <a:off x="4452120" y="576540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50" name="Group 246"/>
          <p:cNvGrpSpPr/>
          <p:nvPr/>
        </p:nvGrpSpPr>
        <p:grpSpPr>
          <a:xfrm>
            <a:off x="4587480" y="5245920"/>
            <a:ext cx="597600" cy="300240"/>
            <a:chOff x="4587480" y="5245920"/>
            <a:chExt cx="597600" cy="300240"/>
          </a:xfrm>
        </p:grpSpPr>
        <p:sp>
          <p:nvSpPr>
            <p:cNvPr id="6251" name="Freeform 247"/>
            <p:cNvSpPr/>
            <p:nvPr/>
          </p:nvSpPr>
          <p:spPr>
            <a:xfrm>
              <a:off x="4587480" y="534996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2" name="Oval 248"/>
            <p:cNvSpPr/>
            <p:nvPr/>
          </p:nvSpPr>
          <p:spPr>
            <a:xfrm>
              <a:off x="4587840" y="524592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53" name="Group 249"/>
            <p:cNvGrpSpPr/>
            <p:nvPr/>
          </p:nvGrpSpPr>
          <p:grpSpPr>
            <a:xfrm>
              <a:off x="4676400" y="5270760"/>
              <a:ext cx="420120" cy="142920"/>
              <a:chOff x="4676400" y="5270760"/>
              <a:chExt cx="420120" cy="142920"/>
            </a:xfrm>
          </p:grpSpPr>
          <p:sp>
            <p:nvSpPr>
              <p:cNvPr id="6254" name="Freeform 250"/>
              <p:cNvSpPr/>
              <p:nvPr/>
            </p:nvSpPr>
            <p:spPr>
              <a:xfrm>
                <a:off x="4687920" y="527076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55" name="Freeform 251"/>
              <p:cNvSpPr/>
              <p:nvPr/>
            </p:nvSpPr>
            <p:spPr>
              <a:xfrm>
                <a:off x="4948200" y="533916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56" name="Freeform 252"/>
              <p:cNvSpPr/>
              <p:nvPr/>
            </p:nvSpPr>
            <p:spPr>
              <a:xfrm>
                <a:off x="4676400" y="533916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57" name="Freeform 253"/>
              <p:cNvSpPr/>
              <p:nvPr/>
            </p:nvSpPr>
            <p:spPr>
              <a:xfrm>
                <a:off x="4726800" y="530568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58" name="Group 254"/>
          <p:cNvGrpSpPr/>
          <p:nvPr/>
        </p:nvGrpSpPr>
        <p:grpSpPr>
          <a:xfrm>
            <a:off x="8462880" y="4336920"/>
            <a:ext cx="597600" cy="300600"/>
            <a:chOff x="8462880" y="4336920"/>
            <a:chExt cx="597600" cy="300600"/>
          </a:xfrm>
        </p:grpSpPr>
        <p:sp>
          <p:nvSpPr>
            <p:cNvPr id="6259" name="Freeform 255"/>
            <p:cNvSpPr/>
            <p:nvPr/>
          </p:nvSpPr>
          <p:spPr>
            <a:xfrm>
              <a:off x="8462880" y="444132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0" name="Oval 256"/>
            <p:cNvSpPr/>
            <p:nvPr/>
          </p:nvSpPr>
          <p:spPr>
            <a:xfrm>
              <a:off x="8463240" y="433692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61" name="Group 257"/>
            <p:cNvGrpSpPr/>
            <p:nvPr/>
          </p:nvGrpSpPr>
          <p:grpSpPr>
            <a:xfrm>
              <a:off x="8551440" y="4361760"/>
              <a:ext cx="420480" cy="142920"/>
              <a:chOff x="8551440" y="4361760"/>
              <a:chExt cx="420480" cy="142920"/>
            </a:xfrm>
          </p:grpSpPr>
          <p:sp>
            <p:nvSpPr>
              <p:cNvPr id="6262" name="Freeform 258"/>
              <p:cNvSpPr/>
              <p:nvPr/>
            </p:nvSpPr>
            <p:spPr>
              <a:xfrm>
                <a:off x="8563320" y="436176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63" name="Freeform 259"/>
              <p:cNvSpPr/>
              <p:nvPr/>
            </p:nvSpPr>
            <p:spPr>
              <a:xfrm>
                <a:off x="8823600" y="443016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64" name="Freeform 260"/>
              <p:cNvSpPr/>
              <p:nvPr/>
            </p:nvSpPr>
            <p:spPr>
              <a:xfrm>
                <a:off x="8551440" y="443016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65" name="Freeform 261"/>
              <p:cNvSpPr/>
              <p:nvPr/>
            </p:nvSpPr>
            <p:spPr>
              <a:xfrm>
                <a:off x="8602200" y="439668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66" name="Group 262"/>
          <p:cNvGrpSpPr/>
          <p:nvPr/>
        </p:nvGrpSpPr>
        <p:grpSpPr>
          <a:xfrm>
            <a:off x="8244000" y="4926240"/>
            <a:ext cx="597600" cy="300240"/>
            <a:chOff x="8244000" y="4926240"/>
            <a:chExt cx="597600" cy="300240"/>
          </a:xfrm>
        </p:grpSpPr>
        <p:sp>
          <p:nvSpPr>
            <p:cNvPr id="6267" name="Freeform 263"/>
            <p:cNvSpPr/>
            <p:nvPr/>
          </p:nvSpPr>
          <p:spPr>
            <a:xfrm>
              <a:off x="8244000" y="503028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8" name="Oval 264"/>
            <p:cNvSpPr/>
            <p:nvPr/>
          </p:nvSpPr>
          <p:spPr>
            <a:xfrm>
              <a:off x="8244360" y="492624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69" name="Group 265"/>
            <p:cNvGrpSpPr/>
            <p:nvPr/>
          </p:nvGrpSpPr>
          <p:grpSpPr>
            <a:xfrm>
              <a:off x="8332560" y="4951080"/>
              <a:ext cx="420120" cy="142920"/>
              <a:chOff x="8332560" y="4951080"/>
              <a:chExt cx="420120" cy="142920"/>
            </a:xfrm>
          </p:grpSpPr>
          <p:sp>
            <p:nvSpPr>
              <p:cNvPr id="6270" name="Freeform 266"/>
              <p:cNvSpPr/>
              <p:nvPr/>
            </p:nvSpPr>
            <p:spPr>
              <a:xfrm>
                <a:off x="8344080" y="495108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71" name="Freeform 267"/>
              <p:cNvSpPr/>
              <p:nvPr/>
            </p:nvSpPr>
            <p:spPr>
              <a:xfrm>
                <a:off x="8604360" y="501948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72" name="Freeform 268"/>
              <p:cNvSpPr/>
              <p:nvPr/>
            </p:nvSpPr>
            <p:spPr>
              <a:xfrm>
                <a:off x="8332560" y="501948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73" name="Freeform 269"/>
              <p:cNvSpPr/>
              <p:nvPr/>
            </p:nvSpPr>
            <p:spPr>
              <a:xfrm>
                <a:off x="8383320" y="498600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74" name="Group 270"/>
          <p:cNvGrpSpPr/>
          <p:nvPr/>
        </p:nvGrpSpPr>
        <p:grpSpPr>
          <a:xfrm>
            <a:off x="8963640" y="5613480"/>
            <a:ext cx="597600" cy="300240"/>
            <a:chOff x="8963640" y="5613480"/>
            <a:chExt cx="597600" cy="300240"/>
          </a:xfrm>
        </p:grpSpPr>
        <p:sp>
          <p:nvSpPr>
            <p:cNvPr id="6275" name="Freeform 271"/>
            <p:cNvSpPr/>
            <p:nvPr/>
          </p:nvSpPr>
          <p:spPr>
            <a:xfrm>
              <a:off x="8963640" y="571752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6" name="Oval 272"/>
            <p:cNvSpPr/>
            <p:nvPr/>
          </p:nvSpPr>
          <p:spPr>
            <a:xfrm>
              <a:off x="8964000" y="561348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77" name="Group 273"/>
            <p:cNvGrpSpPr/>
            <p:nvPr/>
          </p:nvGrpSpPr>
          <p:grpSpPr>
            <a:xfrm>
              <a:off x="9052200" y="5638320"/>
              <a:ext cx="420480" cy="142560"/>
              <a:chOff x="9052200" y="5638320"/>
              <a:chExt cx="420480" cy="142560"/>
            </a:xfrm>
          </p:grpSpPr>
          <p:sp>
            <p:nvSpPr>
              <p:cNvPr id="6278" name="Freeform 274"/>
              <p:cNvSpPr/>
              <p:nvPr/>
            </p:nvSpPr>
            <p:spPr>
              <a:xfrm>
                <a:off x="9064080" y="563832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79" name="Freeform 275"/>
              <p:cNvSpPr/>
              <p:nvPr/>
            </p:nvSpPr>
            <p:spPr>
              <a:xfrm>
                <a:off x="9324360" y="570672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80" name="Freeform 276"/>
              <p:cNvSpPr/>
              <p:nvPr/>
            </p:nvSpPr>
            <p:spPr>
              <a:xfrm>
                <a:off x="9052200" y="570672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81" name="Freeform 277"/>
              <p:cNvSpPr/>
              <p:nvPr/>
            </p:nvSpPr>
            <p:spPr>
              <a:xfrm>
                <a:off x="9102960" y="567288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82" name="Group 278"/>
          <p:cNvGrpSpPr/>
          <p:nvPr/>
        </p:nvGrpSpPr>
        <p:grpSpPr>
          <a:xfrm>
            <a:off x="6526800" y="3425400"/>
            <a:ext cx="597600" cy="300240"/>
            <a:chOff x="6526800" y="3425400"/>
            <a:chExt cx="597600" cy="300240"/>
          </a:xfrm>
        </p:grpSpPr>
        <p:sp>
          <p:nvSpPr>
            <p:cNvPr id="6283" name="Freeform 279"/>
            <p:cNvSpPr/>
            <p:nvPr/>
          </p:nvSpPr>
          <p:spPr>
            <a:xfrm>
              <a:off x="6526800" y="352944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4" name="Oval 280"/>
            <p:cNvSpPr/>
            <p:nvPr/>
          </p:nvSpPr>
          <p:spPr>
            <a:xfrm>
              <a:off x="6526800" y="342540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85" name="Group 281"/>
            <p:cNvGrpSpPr/>
            <p:nvPr/>
          </p:nvGrpSpPr>
          <p:grpSpPr>
            <a:xfrm>
              <a:off x="6615360" y="3450240"/>
              <a:ext cx="420120" cy="142560"/>
              <a:chOff x="6615360" y="3450240"/>
              <a:chExt cx="420120" cy="142560"/>
            </a:xfrm>
          </p:grpSpPr>
          <p:sp>
            <p:nvSpPr>
              <p:cNvPr id="6286" name="Freeform 282"/>
              <p:cNvSpPr/>
              <p:nvPr/>
            </p:nvSpPr>
            <p:spPr>
              <a:xfrm>
                <a:off x="6626880" y="345024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87" name="Freeform 283"/>
              <p:cNvSpPr/>
              <p:nvPr/>
            </p:nvSpPr>
            <p:spPr>
              <a:xfrm>
                <a:off x="6887160" y="351864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88" name="Freeform 284"/>
              <p:cNvSpPr/>
              <p:nvPr/>
            </p:nvSpPr>
            <p:spPr>
              <a:xfrm>
                <a:off x="6615360" y="351864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89" name="Freeform 285"/>
              <p:cNvSpPr/>
              <p:nvPr/>
            </p:nvSpPr>
            <p:spPr>
              <a:xfrm>
                <a:off x="6665760" y="348480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90" name="Group 286"/>
          <p:cNvGrpSpPr/>
          <p:nvPr/>
        </p:nvGrpSpPr>
        <p:grpSpPr>
          <a:xfrm>
            <a:off x="7683120" y="3687840"/>
            <a:ext cx="597600" cy="300600"/>
            <a:chOff x="7683120" y="3687840"/>
            <a:chExt cx="597600" cy="300600"/>
          </a:xfrm>
        </p:grpSpPr>
        <p:sp>
          <p:nvSpPr>
            <p:cNvPr id="6291" name="Freeform 287"/>
            <p:cNvSpPr/>
            <p:nvPr/>
          </p:nvSpPr>
          <p:spPr>
            <a:xfrm>
              <a:off x="7683120" y="379224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2" name="Oval 288"/>
            <p:cNvSpPr/>
            <p:nvPr/>
          </p:nvSpPr>
          <p:spPr>
            <a:xfrm>
              <a:off x="7683480" y="368784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93" name="Group 289"/>
            <p:cNvGrpSpPr/>
            <p:nvPr/>
          </p:nvGrpSpPr>
          <p:grpSpPr>
            <a:xfrm>
              <a:off x="7772040" y="3712680"/>
              <a:ext cx="420120" cy="142920"/>
              <a:chOff x="7772040" y="3712680"/>
              <a:chExt cx="420120" cy="142920"/>
            </a:xfrm>
          </p:grpSpPr>
          <p:sp>
            <p:nvSpPr>
              <p:cNvPr id="6294" name="Freeform 290"/>
              <p:cNvSpPr/>
              <p:nvPr/>
            </p:nvSpPr>
            <p:spPr>
              <a:xfrm>
                <a:off x="7783560" y="371268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95" name="Freeform 291"/>
              <p:cNvSpPr/>
              <p:nvPr/>
            </p:nvSpPr>
            <p:spPr>
              <a:xfrm>
                <a:off x="8043840" y="378144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96" name="Freeform 292"/>
              <p:cNvSpPr/>
              <p:nvPr/>
            </p:nvSpPr>
            <p:spPr>
              <a:xfrm>
                <a:off x="7772040" y="378144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97" name="Freeform 293"/>
              <p:cNvSpPr/>
              <p:nvPr/>
            </p:nvSpPr>
            <p:spPr>
              <a:xfrm>
                <a:off x="7822440" y="374760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298" name="Group 294"/>
          <p:cNvGrpSpPr/>
          <p:nvPr/>
        </p:nvGrpSpPr>
        <p:grpSpPr>
          <a:xfrm>
            <a:off x="5374080" y="3693600"/>
            <a:ext cx="597600" cy="300240"/>
            <a:chOff x="5374080" y="3693600"/>
            <a:chExt cx="597600" cy="300240"/>
          </a:xfrm>
        </p:grpSpPr>
        <p:sp>
          <p:nvSpPr>
            <p:cNvPr id="6299" name="Freeform 295"/>
            <p:cNvSpPr/>
            <p:nvPr/>
          </p:nvSpPr>
          <p:spPr>
            <a:xfrm>
              <a:off x="5374080" y="3797640"/>
              <a:ext cx="597600" cy="196200"/>
            </a:xfrm>
            <a:custGeom>
              <a:avLst/>
              <a:gdLst>
                <a:gd name="textAreaLeft" fmla="*/ 0 w 597600"/>
                <a:gd name="textAreaRight" fmla="*/ 597960 w 597600"/>
                <a:gd name="textAreaTop" fmla="*/ 0 h 196200"/>
                <a:gd name="textAreaBottom" fmla="*/ 196560 h 1962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0" name="Oval 296"/>
            <p:cNvSpPr/>
            <p:nvPr/>
          </p:nvSpPr>
          <p:spPr>
            <a:xfrm>
              <a:off x="5374440" y="3693600"/>
              <a:ext cx="59688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01" name="Group 297"/>
            <p:cNvGrpSpPr/>
            <p:nvPr/>
          </p:nvGrpSpPr>
          <p:grpSpPr>
            <a:xfrm>
              <a:off x="5462640" y="3718080"/>
              <a:ext cx="420480" cy="142920"/>
              <a:chOff x="5462640" y="3718080"/>
              <a:chExt cx="420480" cy="142920"/>
            </a:xfrm>
          </p:grpSpPr>
          <p:sp>
            <p:nvSpPr>
              <p:cNvPr id="6302" name="Freeform 298"/>
              <p:cNvSpPr/>
              <p:nvPr/>
            </p:nvSpPr>
            <p:spPr>
              <a:xfrm>
                <a:off x="5474520" y="3718080"/>
                <a:ext cx="397440" cy="79560"/>
              </a:xfrm>
              <a:custGeom>
                <a:avLst/>
                <a:gdLst>
                  <a:gd name="textAreaLeft" fmla="*/ 0 w 397440"/>
                  <a:gd name="textAreaRight" fmla="*/ 397800 w 397440"/>
                  <a:gd name="textAreaTop" fmla="*/ 0 h 79560"/>
                  <a:gd name="textAreaBottom" fmla="*/ 79920 h 795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4920" rIns="90000" bIns="349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303" name="Freeform 299"/>
              <p:cNvSpPr/>
              <p:nvPr/>
            </p:nvSpPr>
            <p:spPr>
              <a:xfrm>
                <a:off x="5734800" y="3786840"/>
                <a:ext cx="148320" cy="6876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4120" rIns="90000" bIns="241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304" name="Freeform 300"/>
              <p:cNvSpPr/>
              <p:nvPr/>
            </p:nvSpPr>
            <p:spPr>
              <a:xfrm>
                <a:off x="5462640" y="3786840"/>
                <a:ext cx="145440" cy="6768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3040" rIns="90000" bIns="230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305" name="Freeform 301"/>
              <p:cNvSpPr/>
              <p:nvPr/>
            </p:nvSpPr>
            <p:spPr>
              <a:xfrm>
                <a:off x="5513400" y="3753000"/>
                <a:ext cx="316800" cy="108000"/>
              </a:xfrm>
              <a:custGeom>
                <a:avLst/>
                <a:gdLst>
                  <a:gd name="textAreaLeft" fmla="*/ 0 w 316800"/>
                  <a:gd name="textAreaRight" fmla="*/ 317160 w 31680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6306" name="Group 322"/>
          <p:cNvGrpSpPr/>
          <p:nvPr/>
        </p:nvGrpSpPr>
        <p:grpSpPr>
          <a:xfrm>
            <a:off x="8317080" y="3820320"/>
            <a:ext cx="3684600" cy="1376280"/>
            <a:chOff x="8317080" y="3820320"/>
            <a:chExt cx="3684600" cy="1376280"/>
          </a:xfrm>
        </p:grpSpPr>
        <p:sp>
          <p:nvSpPr>
            <p:cNvPr id="6307" name="Rectangle 302"/>
            <p:cNvSpPr/>
            <p:nvPr/>
          </p:nvSpPr>
          <p:spPr>
            <a:xfrm>
              <a:off x="9857880" y="4009680"/>
              <a:ext cx="2143800" cy="11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backbone router: 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runs OSPF limited to backbone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308" name="Straight Arrow Connector 304"/>
            <p:cNvCxnSpPr/>
            <p:nvPr/>
          </p:nvCxnSpPr>
          <p:spPr>
            <a:xfrm flipH="1" flipV="1">
              <a:off x="8317080" y="3820320"/>
              <a:ext cx="1503360" cy="363600"/>
            </a:xfrm>
            <a:prstGeom prst="straightConnector1">
              <a:avLst/>
            </a:prstGeom>
            <a:ln w="12700">
              <a:solidFill>
                <a:srgbClr val="000000"/>
              </a:solidFill>
            </a:ln>
          </p:spPr>
        </p:cxnSp>
      </p:grpSp>
      <p:grpSp>
        <p:nvGrpSpPr>
          <p:cNvPr id="6309" name="Group 321"/>
          <p:cNvGrpSpPr/>
          <p:nvPr/>
        </p:nvGrpSpPr>
        <p:grpSpPr>
          <a:xfrm>
            <a:off x="7166880" y="3322800"/>
            <a:ext cx="4306680" cy="912600"/>
            <a:chOff x="7166880" y="3322800"/>
            <a:chExt cx="4306680" cy="912600"/>
          </a:xfrm>
        </p:grpSpPr>
        <p:sp>
          <p:nvSpPr>
            <p:cNvPr id="6310" name="Rectangle 305"/>
            <p:cNvSpPr/>
            <p:nvPr/>
          </p:nvSpPr>
          <p:spPr>
            <a:xfrm>
              <a:off x="8897760" y="3322800"/>
              <a:ext cx="257580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boundary router: 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connects to other ASes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311" name="Straight Arrow Connector 306"/>
            <p:cNvCxnSpPr/>
            <p:nvPr/>
          </p:nvCxnSpPr>
          <p:spPr>
            <a:xfrm flipH="1">
              <a:off x="7166880" y="3521880"/>
              <a:ext cx="1651680" cy="360"/>
            </a:xfrm>
            <a:prstGeom prst="straightConnector1">
              <a:avLst/>
            </a:prstGeom>
            <a:ln w="12700">
              <a:solidFill>
                <a:srgbClr val="000000"/>
              </a:solidFill>
            </a:ln>
          </p:spPr>
        </p:cxnSp>
      </p:grpSp>
      <p:grpSp>
        <p:nvGrpSpPr>
          <p:cNvPr id="6312" name="Group 320"/>
          <p:cNvGrpSpPr/>
          <p:nvPr/>
        </p:nvGrpSpPr>
        <p:grpSpPr>
          <a:xfrm>
            <a:off x="400680" y="4789080"/>
            <a:ext cx="3682800" cy="2009880"/>
            <a:chOff x="400680" y="4789080"/>
            <a:chExt cx="3682800" cy="2009880"/>
          </a:xfrm>
        </p:grpSpPr>
        <p:sp>
          <p:nvSpPr>
            <p:cNvPr id="6313" name="Rectangle 311"/>
            <p:cNvSpPr/>
            <p:nvPr/>
          </p:nvSpPr>
          <p:spPr>
            <a:xfrm>
              <a:off x="400680" y="4789080"/>
              <a:ext cx="3243960" cy="200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local routers: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73160" indent="-173160" defTabSz="914400">
                <a:lnSpc>
                  <a:spcPct val="9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flood LS in area only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73160" indent="-173160" defTabSz="914400">
                <a:lnSpc>
                  <a:spcPct val="9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compute routing within area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73160" indent="-173160" defTabSz="914400">
                <a:lnSpc>
                  <a:spcPct val="9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forward packets to outside via area border router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314" name="Straight Connector 317"/>
            <p:cNvCxnSpPr/>
            <p:nvPr/>
          </p:nvCxnSpPr>
          <p:spPr>
            <a:xfrm>
              <a:off x="2091600" y="5035320"/>
              <a:ext cx="1992240" cy="3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792" dur="indefinite" restart="never" nodeType="tmRoot">
          <p:childTnLst>
            <p:seq>
              <p:cTn id="1793" dur="indefinite" nodeType="mainSeq">
                <p:childTnLst>
                  <p:par>
                    <p:cTn id="1794" fill="hold">
                      <p:stCondLst>
                        <p:cond delay="indefinite"/>
                      </p:stCondLst>
                      <p:childTnLst>
                        <p:par>
                          <p:cTn id="1795" fill="hold">
                            <p:stCondLst>
                              <p:cond delay="0"/>
                            </p:stCondLst>
                            <p:childTnLst>
                              <p:par>
                                <p:cTn id="179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98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9" fill="hold">
                      <p:stCondLst>
                        <p:cond delay="indefinite"/>
                      </p:stCondLst>
                      <p:childTnLst>
                        <p:par>
                          <p:cTn id="1800" fill="hold">
                            <p:stCondLst>
                              <p:cond delay="0"/>
                            </p:stCondLst>
                            <p:childTnLst>
                              <p:par>
                                <p:cTn id="180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03" dur="500"/>
                                        <p:tgtEl>
                                          <p:spTgt spid="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4" fill="hold">
                      <p:stCondLst>
                        <p:cond delay="indefinite"/>
                      </p:stCondLst>
                      <p:childTnLst>
                        <p:par>
                          <p:cTn id="1805" fill="hold">
                            <p:stCondLst>
                              <p:cond delay="0"/>
                            </p:stCondLst>
                            <p:childTnLst>
                              <p:par>
                                <p:cTn id="180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08" dur="500"/>
                                        <p:tgtEl>
                                          <p:spTgt spid="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9" fill="hold">
                      <p:stCondLst>
                        <p:cond delay="indefinite"/>
                      </p:stCondLst>
                      <p:childTnLst>
                        <p:par>
                          <p:cTn id="1810" fill="hold">
                            <p:stCondLst>
                              <p:cond delay="0"/>
                            </p:stCondLst>
                            <p:childTnLst>
                              <p:par>
                                <p:cTn id="181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13" dur="500"/>
                                        <p:tgtEl>
                                          <p:spTgt spid="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5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316" name="Rectangle 4"/>
          <p:cNvSpPr/>
          <p:nvPr/>
        </p:nvSpPr>
        <p:spPr>
          <a:xfrm>
            <a:off x="6761520" y="4144680"/>
            <a:ext cx="506628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7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8" name="PlaceHolder 2"/>
          <p:cNvSpPr>
            <a:spLocks noGrp="1"/>
          </p:cNvSpPr>
          <p:nvPr>
            <p:ph type="sldNum" idx="5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DAD1C737-E03F-443F-834B-14887679EAE3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61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19" name="Picture 2"/>
          <p:cNvPicPr/>
          <p:nvPr/>
        </p:nvPicPr>
        <p:blipFill>
          <a:blip r:embed="rId1"/>
          <a:stretch/>
        </p:blipFill>
        <p:spPr>
          <a:xfrm>
            <a:off x="6931440" y="158940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0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Interconnected ASes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321" name="Freeform 3"/>
          <p:cNvSpPr/>
          <p:nvPr/>
        </p:nvSpPr>
        <p:spPr>
          <a:xfrm>
            <a:off x="6841800" y="1846080"/>
            <a:ext cx="2351520" cy="1511280"/>
          </a:xfrm>
          <a:custGeom>
            <a:avLst/>
            <a:gdLst>
              <a:gd name="textAreaLeft" fmla="*/ 0 w 2351520"/>
              <a:gd name="textAreaRight" fmla="*/ 2351880 w 2351520"/>
              <a:gd name="textAreaTop" fmla="*/ 0 h 1511280"/>
              <a:gd name="textAreaBottom" fmla="*/ 1511640 h 1511280"/>
              <a:gd name="GluePoint1X" fmla="*/ 1063 w 1162"/>
              <a:gd name="GluePoint1Y" fmla="*/ 49351 h 543"/>
              <a:gd name="GluePoint2X" fmla="*/ 6960 w 1162"/>
              <a:gd name="GluePoint2Y" fmla="*/ 4162 h 543"/>
              <a:gd name="GluePoint3X" fmla="*/ 17785 w 1162"/>
              <a:gd name="GluePoint3Y" fmla="*/ 23973 h 543"/>
              <a:gd name="GluePoint4X" fmla="*/ 21649 w 1162"/>
              <a:gd name="GluePoint4Y" fmla="*/ 72662 h 543"/>
              <a:gd name="GluePoint5X" fmla="*/ 19828 w 1162"/>
              <a:gd name="GluePoint5Y" fmla="*/ 137161 h 543"/>
              <a:gd name="GluePoint6X" fmla="*/ 11083 w 1162"/>
              <a:gd name="GluePoint6Y" fmla="*/ 164591 h 543"/>
              <a:gd name="GluePoint7X" fmla="*/ 1657 w 1162"/>
              <a:gd name="GluePoint7Y" fmla="*/ 133650 h 543"/>
              <a:gd name="GluePoint8X" fmla="*/ 1063 w 1162"/>
              <a:gd name="GluePoint8Y" fmla="*/ 49351 h 5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2" name="Freeform 4"/>
          <p:cNvSpPr/>
          <p:nvPr/>
        </p:nvSpPr>
        <p:spPr>
          <a:xfrm>
            <a:off x="3015360" y="1592280"/>
            <a:ext cx="1832040" cy="1497960"/>
          </a:xfrm>
          <a:custGeom>
            <a:avLst/>
            <a:gdLst>
              <a:gd name="textAreaLeft" fmla="*/ 0 w 1832040"/>
              <a:gd name="textAreaRight" fmla="*/ 1832400 w 1832040"/>
              <a:gd name="textAreaTop" fmla="*/ 0 h 1497960"/>
              <a:gd name="textAreaBottom" fmla="*/ 1498320 h 1497960"/>
              <a:gd name="GluePoint1X" fmla="*/ 134 w 1198"/>
              <a:gd name="GluePoint1Y" fmla="*/ 270558 h 451"/>
              <a:gd name="GluePoint2X" fmla="*/ 273 w 1198"/>
              <a:gd name="GluePoint2Y" fmla="*/ 132828 h 451"/>
              <a:gd name="GluePoint3X" fmla="*/ 679 w 1198"/>
              <a:gd name="GluePoint3Y" fmla="*/ 73044 h 451"/>
              <a:gd name="GluePoint4X" fmla="*/ 1501 w 1198"/>
              <a:gd name="GluePoint4Y" fmla="*/ 37135 h 451"/>
              <a:gd name="GluePoint5X" fmla="*/ 1796 w 1198"/>
              <a:gd name="GluePoint5Y" fmla="*/ 294460 h 451"/>
              <a:gd name="GluePoint6X" fmla="*/ 1350 w 1198"/>
              <a:gd name="GluePoint6Y" fmla="*/ 616944 h 451"/>
              <a:gd name="GluePoint7X" fmla="*/ 466 w 1198"/>
              <a:gd name="GluePoint7Y" fmla="*/ 634874 h 451"/>
              <a:gd name="GluePoint8X" fmla="*/ 54 w 1198"/>
              <a:gd name="GluePoint8Y" fmla="*/ 503524 h 451"/>
              <a:gd name="GluePoint9X" fmla="*/ 134 w 1198"/>
              <a:gd name="GluePoint9Y" fmla="*/ 270558 h 45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3" name="Freeform 5"/>
          <p:cNvSpPr/>
          <p:nvPr/>
        </p:nvSpPr>
        <p:spPr>
          <a:xfrm>
            <a:off x="4197960" y="2673360"/>
            <a:ext cx="2929680" cy="1167480"/>
          </a:xfrm>
          <a:custGeom>
            <a:avLst/>
            <a:gdLst>
              <a:gd name="textAreaLeft" fmla="*/ 0 w 2929680"/>
              <a:gd name="textAreaRight" fmla="*/ 2930040 w 2929680"/>
              <a:gd name="textAreaTop" fmla="*/ 0 h 1167480"/>
              <a:gd name="textAreaBottom" fmla="*/ 1167840 h 1167480"/>
              <a:gd name="GluePoint1X" fmla="*/ 1319 w 1583"/>
              <a:gd name="GluePoint1Y" fmla="*/ 862 h 682"/>
              <a:gd name="GluePoint2X" fmla="*/ 3445 w 1583"/>
              <a:gd name="GluePoint2Y" fmla="*/ 285 h 682"/>
              <a:gd name="GluePoint3X" fmla="*/ 6645 w 1583"/>
              <a:gd name="GluePoint3Y" fmla="*/ 77 h 682"/>
              <a:gd name="GluePoint4X" fmla="*/ 9794 w 1583"/>
              <a:gd name="GluePoint4Y" fmla="*/ 744 h 682"/>
              <a:gd name="GluePoint5X" fmla="*/ 13238 w 1583"/>
              <a:gd name="GluePoint5Y" fmla="*/ 1642 h 682"/>
              <a:gd name="GluePoint6X" fmla="*/ 10773 w 1583"/>
              <a:gd name="GluePoint6Y" fmla="*/ 2476 h 682"/>
              <a:gd name="GluePoint7X" fmla="*/ 5844 w 1583"/>
              <a:gd name="GluePoint7Y" fmla="*/ 2523 h 682"/>
              <a:gd name="GluePoint8X" fmla="*/ 751 w 1583"/>
              <a:gd name="GluePoint8Y" fmla="*/ 2291 h 682"/>
              <a:gd name="GluePoint9X" fmla="*/ 1319 w 1583"/>
              <a:gd name="GluePoint9Y" fmla="*/ 862 h 6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4" name="Oval 6"/>
          <p:cNvSpPr/>
          <p:nvPr/>
        </p:nvSpPr>
        <p:spPr>
          <a:xfrm>
            <a:off x="3396240" y="267192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5" name="Line 7"/>
          <p:cNvSpPr/>
          <p:nvPr/>
        </p:nvSpPr>
        <p:spPr>
          <a:xfrm>
            <a:off x="3396240" y="266112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6" name="Line 8"/>
          <p:cNvSpPr/>
          <p:nvPr/>
        </p:nvSpPr>
        <p:spPr>
          <a:xfrm>
            <a:off x="3853080" y="266112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7" name="Rectangle 9"/>
          <p:cNvSpPr/>
          <p:nvPr/>
        </p:nvSpPr>
        <p:spPr>
          <a:xfrm>
            <a:off x="3396240" y="2661480"/>
            <a:ext cx="452160" cy="7488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0240" rIns="90000" bIns="3024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8" name="Oval 10"/>
          <p:cNvSpPr/>
          <p:nvPr/>
        </p:nvSpPr>
        <p:spPr>
          <a:xfrm>
            <a:off x="3391920" y="257436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9" name="Rectangle 11"/>
          <p:cNvSpPr/>
          <p:nvPr/>
        </p:nvSpPr>
        <p:spPr>
          <a:xfrm>
            <a:off x="3519000" y="2593800"/>
            <a:ext cx="205560" cy="1825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0" name="Text Box 12"/>
          <p:cNvSpPr/>
          <p:nvPr/>
        </p:nvSpPr>
        <p:spPr>
          <a:xfrm>
            <a:off x="3394800" y="249768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1" name="Oval 13"/>
          <p:cNvSpPr/>
          <p:nvPr/>
        </p:nvSpPr>
        <p:spPr>
          <a:xfrm>
            <a:off x="5174640" y="356544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2" name="Line 14"/>
          <p:cNvSpPr/>
          <p:nvPr/>
        </p:nvSpPr>
        <p:spPr>
          <a:xfrm>
            <a:off x="5174280" y="355500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3" name="Line 15"/>
          <p:cNvSpPr/>
          <p:nvPr/>
        </p:nvSpPr>
        <p:spPr>
          <a:xfrm>
            <a:off x="5631480" y="3555000"/>
            <a:ext cx="360" cy="76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4" name="Rectangle 16"/>
          <p:cNvSpPr/>
          <p:nvPr/>
        </p:nvSpPr>
        <p:spPr>
          <a:xfrm>
            <a:off x="5174640" y="3555000"/>
            <a:ext cx="452160" cy="7488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30240" rIns="90000" bIns="3024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5" name="Oval 17"/>
          <p:cNvSpPr/>
          <p:nvPr/>
        </p:nvSpPr>
        <p:spPr>
          <a:xfrm>
            <a:off x="5170320" y="346824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36" name="Group 18"/>
          <p:cNvGrpSpPr/>
          <p:nvPr/>
        </p:nvGrpSpPr>
        <p:grpSpPr>
          <a:xfrm>
            <a:off x="5175360" y="3382560"/>
            <a:ext cx="464040" cy="395280"/>
            <a:chOff x="5175360" y="3382560"/>
            <a:chExt cx="464040" cy="395280"/>
          </a:xfrm>
        </p:grpSpPr>
        <p:sp>
          <p:nvSpPr>
            <p:cNvPr id="6337" name="Rectangle 19"/>
            <p:cNvSpPr/>
            <p:nvPr/>
          </p:nvSpPr>
          <p:spPr>
            <a:xfrm>
              <a:off x="5296320" y="3478320"/>
              <a:ext cx="205560" cy="194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8" name="Text Box 20"/>
            <p:cNvSpPr/>
            <p:nvPr/>
          </p:nvSpPr>
          <p:spPr>
            <a:xfrm>
              <a:off x="5175360" y="3382560"/>
              <a:ext cx="4640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39" name="Oval 21"/>
          <p:cNvSpPr/>
          <p:nvPr/>
        </p:nvSpPr>
        <p:spPr>
          <a:xfrm>
            <a:off x="4215240" y="2477160"/>
            <a:ext cx="456480" cy="12204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1760" rIns="90000" bIns="417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0" name="Line 22"/>
          <p:cNvSpPr/>
          <p:nvPr/>
        </p:nvSpPr>
        <p:spPr>
          <a:xfrm>
            <a:off x="4215240" y="246672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1" name="Line 23"/>
          <p:cNvSpPr/>
          <p:nvPr/>
        </p:nvSpPr>
        <p:spPr>
          <a:xfrm>
            <a:off x="4672080" y="246672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2" name="Rectangle 24"/>
          <p:cNvSpPr/>
          <p:nvPr/>
        </p:nvSpPr>
        <p:spPr>
          <a:xfrm>
            <a:off x="4215240" y="2466720"/>
            <a:ext cx="452160" cy="691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4480" rIns="90000" bIns="2448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3" name="Oval 25"/>
          <p:cNvSpPr/>
          <p:nvPr/>
        </p:nvSpPr>
        <p:spPr>
          <a:xfrm>
            <a:off x="4210920" y="237996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4" name="Rectangle 26"/>
          <p:cNvSpPr/>
          <p:nvPr/>
        </p:nvSpPr>
        <p:spPr>
          <a:xfrm>
            <a:off x="4338000" y="2399040"/>
            <a:ext cx="207000" cy="16200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5" name="Text Box 27"/>
          <p:cNvSpPr/>
          <p:nvPr/>
        </p:nvSpPr>
        <p:spPr>
          <a:xfrm>
            <a:off x="4215240" y="230148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6" name="Oval 28"/>
          <p:cNvSpPr/>
          <p:nvPr/>
        </p:nvSpPr>
        <p:spPr>
          <a:xfrm>
            <a:off x="5122080" y="298152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7" name="Line 29"/>
          <p:cNvSpPr/>
          <p:nvPr/>
        </p:nvSpPr>
        <p:spPr>
          <a:xfrm>
            <a:off x="5121720" y="2972520"/>
            <a:ext cx="360" cy="752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240" rIns="90000" bIns="302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8" name="Line 30"/>
          <p:cNvSpPr/>
          <p:nvPr/>
        </p:nvSpPr>
        <p:spPr>
          <a:xfrm>
            <a:off x="5578920" y="2972520"/>
            <a:ext cx="360" cy="752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240" rIns="90000" bIns="302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9" name="Rectangle 31"/>
          <p:cNvSpPr/>
          <p:nvPr/>
        </p:nvSpPr>
        <p:spPr>
          <a:xfrm>
            <a:off x="5122080" y="2972520"/>
            <a:ext cx="452160" cy="7056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5920" rIns="90000" bIns="2592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0" name="Oval 32"/>
          <p:cNvSpPr/>
          <p:nvPr/>
        </p:nvSpPr>
        <p:spPr>
          <a:xfrm>
            <a:off x="5117760" y="288396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51" name="Group 33"/>
          <p:cNvGrpSpPr/>
          <p:nvPr/>
        </p:nvGrpSpPr>
        <p:grpSpPr>
          <a:xfrm>
            <a:off x="5126040" y="2798640"/>
            <a:ext cx="450000" cy="395280"/>
            <a:chOff x="5126040" y="2798640"/>
            <a:chExt cx="450000" cy="395280"/>
          </a:xfrm>
        </p:grpSpPr>
        <p:sp>
          <p:nvSpPr>
            <p:cNvPr id="6352" name="Rectangle 34"/>
            <p:cNvSpPr/>
            <p:nvPr/>
          </p:nvSpPr>
          <p:spPr>
            <a:xfrm>
              <a:off x="5242680" y="2894400"/>
              <a:ext cx="204120" cy="194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3" name="Text Box 35"/>
            <p:cNvSpPr/>
            <p:nvPr/>
          </p:nvSpPr>
          <p:spPr>
            <a:xfrm>
              <a:off x="5126040" y="2798640"/>
              <a:ext cx="4500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1c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54" name="Line 36"/>
          <p:cNvSpPr/>
          <p:nvPr/>
        </p:nvSpPr>
        <p:spPr>
          <a:xfrm>
            <a:off x="7742520" y="2716560"/>
            <a:ext cx="449640" cy="144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5" name="Line 37"/>
          <p:cNvSpPr/>
          <p:nvPr/>
        </p:nvSpPr>
        <p:spPr>
          <a:xfrm>
            <a:off x="8215560" y="2592000"/>
            <a:ext cx="132840" cy="1710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6" name="Line 38"/>
          <p:cNvSpPr/>
          <p:nvPr/>
        </p:nvSpPr>
        <p:spPr>
          <a:xfrm flipV="1">
            <a:off x="7643160" y="2527200"/>
            <a:ext cx="166320" cy="1119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7" name="Freeform 39"/>
          <p:cNvSpPr/>
          <p:nvPr/>
        </p:nvSpPr>
        <p:spPr>
          <a:xfrm>
            <a:off x="5628600" y="3462120"/>
            <a:ext cx="385200" cy="120600"/>
          </a:xfrm>
          <a:custGeom>
            <a:avLst/>
            <a:gdLst>
              <a:gd name="textAreaLeft" fmla="*/ 0 w 385200"/>
              <a:gd name="textAreaRight" fmla="*/ 385560 w 385200"/>
              <a:gd name="textAreaTop" fmla="*/ 0 h 120600"/>
              <a:gd name="textAreaBottom" fmla="*/ 120960 h 120600"/>
              <a:gd name="GluePoint1X" fmla="*/ 0 w 264"/>
              <a:gd name="GluePoint1Y" fmla="*/ 82 h 82"/>
              <a:gd name="GluePoint2X" fmla="*/ 264 w 264"/>
              <a:gd name="GluePoint2Y" fmla="*/ 0 h 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8" name="Freeform 40"/>
          <p:cNvSpPr/>
          <p:nvPr/>
        </p:nvSpPr>
        <p:spPr>
          <a:xfrm>
            <a:off x="4956840" y="3409200"/>
            <a:ext cx="221400" cy="173520"/>
          </a:xfrm>
          <a:custGeom>
            <a:avLst/>
            <a:gdLst>
              <a:gd name="textAreaLeft" fmla="*/ 0 w 221400"/>
              <a:gd name="textAreaRight" fmla="*/ 221760 w 221400"/>
              <a:gd name="textAreaTop" fmla="*/ 0 h 173520"/>
              <a:gd name="textAreaBottom" fmla="*/ 173880 h 173520"/>
              <a:gd name="GluePoint1X" fmla="*/ 0 w 152"/>
              <a:gd name="GluePoint1Y" fmla="*/ 0 h 118"/>
              <a:gd name="GluePoint2X" fmla="*/ 152 w 152"/>
              <a:gd name="GluePoint2Y" fmla="*/ 118 h 1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9" name="Freeform 41"/>
          <p:cNvSpPr/>
          <p:nvPr/>
        </p:nvSpPr>
        <p:spPr>
          <a:xfrm>
            <a:off x="5137920" y="3305880"/>
            <a:ext cx="822960" cy="120600"/>
          </a:xfrm>
          <a:custGeom>
            <a:avLst/>
            <a:gdLst>
              <a:gd name="textAreaLeft" fmla="*/ 0 w 822960"/>
              <a:gd name="textAreaRight" fmla="*/ 823320 w 822960"/>
              <a:gd name="textAreaTop" fmla="*/ 0 h 120600"/>
              <a:gd name="textAreaBottom" fmla="*/ 120960 h 120600"/>
              <a:gd name="GluePoint1X" fmla="*/ 0 w 564"/>
              <a:gd name="GluePoint1Y" fmla="*/ 0 h 82"/>
              <a:gd name="GluePoint2X" fmla="*/ 564 w 564"/>
              <a:gd name="GluePoint2Y" fmla="*/ 82 h 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0" name="Freeform 42"/>
          <p:cNvSpPr/>
          <p:nvPr/>
        </p:nvSpPr>
        <p:spPr>
          <a:xfrm>
            <a:off x="5047560" y="3066840"/>
            <a:ext cx="110520" cy="138240"/>
          </a:xfrm>
          <a:custGeom>
            <a:avLst/>
            <a:gdLst>
              <a:gd name="textAreaLeft" fmla="*/ 0 w 110520"/>
              <a:gd name="textAreaRight" fmla="*/ 110880 w 110520"/>
              <a:gd name="textAreaTop" fmla="*/ 0 h 138240"/>
              <a:gd name="textAreaBottom" fmla="*/ 138600 h 138240"/>
              <a:gd name="GluePoint1X" fmla="*/ 0 w 76"/>
              <a:gd name="GluePoint1Y" fmla="*/ 94 h 94"/>
              <a:gd name="GluePoint2X" fmla="*/ 76 w 76"/>
              <a:gd name="GluePoint2Y" fmla="*/ 0 h 9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1" name="Freeform 43"/>
          <p:cNvSpPr/>
          <p:nvPr/>
        </p:nvSpPr>
        <p:spPr>
          <a:xfrm>
            <a:off x="3841560" y="2512440"/>
            <a:ext cx="367560" cy="167760"/>
          </a:xfrm>
          <a:custGeom>
            <a:avLst/>
            <a:gdLst>
              <a:gd name="textAreaLeft" fmla="*/ 0 w 367560"/>
              <a:gd name="textAreaRight" fmla="*/ 367920 w 367560"/>
              <a:gd name="textAreaTop" fmla="*/ 0 h 167760"/>
              <a:gd name="textAreaBottom" fmla="*/ 168120 h 167760"/>
              <a:gd name="GluePoint1X" fmla="*/ 0 w 252"/>
              <a:gd name="GluePoint1Y" fmla="*/ 114 h 114"/>
              <a:gd name="GluePoint2X" fmla="*/ 252 w 252"/>
              <a:gd name="GluePoint2Y" fmla="*/ 0 h 1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2" name="Freeform 44"/>
          <p:cNvSpPr/>
          <p:nvPr/>
        </p:nvSpPr>
        <p:spPr>
          <a:xfrm>
            <a:off x="4478040" y="2601000"/>
            <a:ext cx="648000" cy="380160"/>
          </a:xfrm>
          <a:custGeom>
            <a:avLst/>
            <a:gdLst>
              <a:gd name="textAreaLeft" fmla="*/ 0 w 648000"/>
              <a:gd name="textAreaRight" fmla="*/ 648360 w 648000"/>
              <a:gd name="textAreaTop" fmla="*/ 0 h 380160"/>
              <a:gd name="textAreaBottom" fmla="*/ 380520 h 380160"/>
              <a:gd name="GluePoint1X" fmla="*/ 0 w 444"/>
              <a:gd name="GluePoint1Y" fmla="*/ 0 h 258"/>
              <a:gd name="GluePoint2X" fmla="*/ 444 w 444"/>
              <a:gd name="GluePoint2Y" fmla="*/ 258 h 2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3" name="Freeform 45"/>
          <p:cNvSpPr/>
          <p:nvPr/>
        </p:nvSpPr>
        <p:spPr>
          <a:xfrm>
            <a:off x="6411240" y="2774880"/>
            <a:ext cx="954360" cy="618840"/>
          </a:xfrm>
          <a:custGeom>
            <a:avLst/>
            <a:gdLst>
              <a:gd name="textAreaLeft" fmla="*/ 0 w 954360"/>
              <a:gd name="textAreaRight" fmla="*/ 954720 w 954360"/>
              <a:gd name="textAreaTop" fmla="*/ 0 h 618840"/>
              <a:gd name="textAreaBottom" fmla="*/ 619200 h 618840"/>
              <a:gd name="GluePoint1X" fmla="*/ 0 w 654"/>
              <a:gd name="GluePoint1Y" fmla="*/ 420 h 420"/>
              <a:gd name="GluePoint2X" fmla="*/ 654 w 654"/>
              <a:gd name="GluePoint2Y" fmla="*/ 0 h 4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4" name="Oval 46"/>
          <p:cNvSpPr/>
          <p:nvPr/>
        </p:nvSpPr>
        <p:spPr>
          <a:xfrm>
            <a:off x="7285680" y="2682000"/>
            <a:ext cx="456480" cy="12060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0320" rIns="90000" bIns="403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5" name="Line 47"/>
          <p:cNvSpPr/>
          <p:nvPr/>
        </p:nvSpPr>
        <p:spPr>
          <a:xfrm>
            <a:off x="7285320" y="267012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6" name="Line 48"/>
          <p:cNvSpPr/>
          <p:nvPr/>
        </p:nvSpPr>
        <p:spPr>
          <a:xfrm>
            <a:off x="7742520" y="267012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7" name="Rectangle 49"/>
          <p:cNvSpPr/>
          <p:nvPr/>
        </p:nvSpPr>
        <p:spPr>
          <a:xfrm>
            <a:off x="7285680" y="2670480"/>
            <a:ext cx="452160" cy="7344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8800" rIns="90000" bIns="28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8" name="Oval 50"/>
          <p:cNvSpPr/>
          <p:nvPr/>
        </p:nvSpPr>
        <p:spPr>
          <a:xfrm>
            <a:off x="7281360" y="2583360"/>
            <a:ext cx="456480" cy="1396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9" name="Rectangle 51"/>
          <p:cNvSpPr/>
          <p:nvPr/>
        </p:nvSpPr>
        <p:spPr>
          <a:xfrm>
            <a:off x="7408440" y="2602440"/>
            <a:ext cx="205560" cy="17964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0" name="Text Box 52"/>
          <p:cNvSpPr/>
          <p:nvPr/>
        </p:nvSpPr>
        <p:spPr>
          <a:xfrm>
            <a:off x="7284240" y="250668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1" name="Text Box 53"/>
          <p:cNvSpPr/>
          <p:nvPr/>
        </p:nvSpPr>
        <p:spPr>
          <a:xfrm>
            <a:off x="3235680" y="2960640"/>
            <a:ext cx="6616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2" name="Text Box 54"/>
          <p:cNvSpPr/>
          <p:nvPr/>
        </p:nvSpPr>
        <p:spPr>
          <a:xfrm>
            <a:off x="6740640" y="3584520"/>
            <a:ext cx="6616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3" name="Text Box 55"/>
          <p:cNvSpPr/>
          <p:nvPr/>
        </p:nvSpPr>
        <p:spPr>
          <a:xfrm>
            <a:off x="8511480" y="3208320"/>
            <a:ext cx="612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4" name="Oval 56"/>
          <p:cNvSpPr/>
          <p:nvPr/>
        </p:nvSpPr>
        <p:spPr>
          <a:xfrm>
            <a:off x="4675320" y="3291120"/>
            <a:ext cx="456480" cy="119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9600" rIns="90000" bIns="396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5" name="Line 57"/>
          <p:cNvSpPr/>
          <p:nvPr/>
        </p:nvSpPr>
        <p:spPr>
          <a:xfrm>
            <a:off x="4674960" y="328068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6" name="Line 58"/>
          <p:cNvSpPr/>
          <p:nvPr/>
        </p:nvSpPr>
        <p:spPr>
          <a:xfrm>
            <a:off x="5133600" y="3280680"/>
            <a:ext cx="360" cy="738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7" name="Rectangle 59"/>
          <p:cNvSpPr/>
          <p:nvPr/>
        </p:nvSpPr>
        <p:spPr>
          <a:xfrm>
            <a:off x="4675320" y="3280680"/>
            <a:ext cx="452160" cy="691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24480" rIns="90000" bIns="2448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8" name="Oval 60"/>
          <p:cNvSpPr/>
          <p:nvPr/>
        </p:nvSpPr>
        <p:spPr>
          <a:xfrm>
            <a:off x="4671000" y="3201120"/>
            <a:ext cx="456480" cy="14112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9" name="Rectangle 61"/>
          <p:cNvSpPr/>
          <p:nvPr/>
        </p:nvSpPr>
        <p:spPr>
          <a:xfrm>
            <a:off x="4794840" y="3239640"/>
            <a:ext cx="207000" cy="14112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0" name="Text Box 62"/>
          <p:cNvSpPr/>
          <p:nvPr/>
        </p:nvSpPr>
        <p:spPr>
          <a:xfrm>
            <a:off x="4676760" y="3112560"/>
            <a:ext cx="464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81" name="Group 63"/>
          <p:cNvGrpSpPr/>
          <p:nvPr/>
        </p:nvGrpSpPr>
        <p:grpSpPr>
          <a:xfrm>
            <a:off x="7789320" y="2338560"/>
            <a:ext cx="461520" cy="395280"/>
            <a:chOff x="7789320" y="2338560"/>
            <a:chExt cx="461520" cy="395280"/>
          </a:xfrm>
        </p:grpSpPr>
        <p:sp>
          <p:nvSpPr>
            <p:cNvPr id="6382" name="Oval 64"/>
            <p:cNvSpPr/>
            <p:nvPr/>
          </p:nvSpPr>
          <p:spPr>
            <a:xfrm>
              <a:off x="7793640" y="2512440"/>
              <a:ext cx="45648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3" name="Line 65"/>
            <p:cNvSpPr/>
            <p:nvPr/>
          </p:nvSpPr>
          <p:spPr>
            <a:xfrm>
              <a:off x="7793640" y="250200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4" name="Line 66"/>
            <p:cNvSpPr/>
            <p:nvPr/>
          </p:nvSpPr>
          <p:spPr>
            <a:xfrm>
              <a:off x="8250480" y="250200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5" name="Rectangle 67"/>
            <p:cNvSpPr/>
            <p:nvPr/>
          </p:nvSpPr>
          <p:spPr>
            <a:xfrm>
              <a:off x="7793640" y="2502360"/>
              <a:ext cx="452160" cy="7488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0240" rIns="90000" bIns="302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6" name="Oval 68"/>
            <p:cNvSpPr/>
            <p:nvPr/>
          </p:nvSpPr>
          <p:spPr>
            <a:xfrm>
              <a:off x="7789320" y="2415240"/>
              <a:ext cx="456480" cy="1425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7" name="Rectangle 69"/>
            <p:cNvSpPr/>
            <p:nvPr/>
          </p:nvSpPr>
          <p:spPr>
            <a:xfrm>
              <a:off x="7916400" y="2434320"/>
              <a:ext cx="205560" cy="17352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8" name="Text Box 70"/>
            <p:cNvSpPr/>
            <p:nvPr/>
          </p:nvSpPr>
          <p:spPr>
            <a:xfrm>
              <a:off x="7797600" y="2338560"/>
              <a:ext cx="4500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2c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89" name="Group 71"/>
          <p:cNvGrpSpPr/>
          <p:nvPr/>
        </p:nvGrpSpPr>
        <p:grpSpPr>
          <a:xfrm>
            <a:off x="8192160" y="2665800"/>
            <a:ext cx="467640" cy="395280"/>
            <a:chOff x="8192160" y="2665800"/>
            <a:chExt cx="467640" cy="395280"/>
          </a:xfrm>
        </p:grpSpPr>
        <p:sp>
          <p:nvSpPr>
            <p:cNvPr id="6390" name="Oval 72"/>
            <p:cNvSpPr/>
            <p:nvPr/>
          </p:nvSpPr>
          <p:spPr>
            <a:xfrm>
              <a:off x="8196840" y="2840040"/>
              <a:ext cx="45360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1" name="Line 73"/>
            <p:cNvSpPr/>
            <p:nvPr/>
          </p:nvSpPr>
          <p:spPr>
            <a:xfrm>
              <a:off x="8196480" y="282924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2" name="Line 74"/>
            <p:cNvSpPr/>
            <p:nvPr/>
          </p:nvSpPr>
          <p:spPr>
            <a:xfrm>
              <a:off x="8650440" y="2829240"/>
              <a:ext cx="360" cy="766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680" rIns="90000" bIns="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3" name="Rectangle 75"/>
            <p:cNvSpPr/>
            <p:nvPr/>
          </p:nvSpPr>
          <p:spPr>
            <a:xfrm>
              <a:off x="8196840" y="2829600"/>
              <a:ext cx="452160" cy="7488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0240" rIns="90000" bIns="3024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4" name="Oval 76"/>
            <p:cNvSpPr/>
            <p:nvPr/>
          </p:nvSpPr>
          <p:spPr>
            <a:xfrm>
              <a:off x="8192160" y="2739600"/>
              <a:ext cx="456480" cy="1425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5" name="Rectangle 77"/>
            <p:cNvSpPr/>
            <p:nvPr/>
          </p:nvSpPr>
          <p:spPr>
            <a:xfrm>
              <a:off x="8319240" y="2758680"/>
              <a:ext cx="205560" cy="16488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6" name="Text Box 78"/>
            <p:cNvSpPr/>
            <p:nvPr/>
          </p:nvSpPr>
          <p:spPr>
            <a:xfrm>
              <a:off x="8195760" y="2665800"/>
              <a:ext cx="4640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2b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97" name="Group 79"/>
          <p:cNvGrpSpPr/>
          <p:nvPr/>
        </p:nvGrpSpPr>
        <p:grpSpPr>
          <a:xfrm>
            <a:off x="5958720" y="3211560"/>
            <a:ext cx="464400" cy="395280"/>
            <a:chOff x="5958720" y="3211560"/>
            <a:chExt cx="464400" cy="395280"/>
          </a:xfrm>
        </p:grpSpPr>
        <p:sp>
          <p:nvSpPr>
            <p:cNvPr id="6398" name="Oval 80"/>
            <p:cNvSpPr/>
            <p:nvPr/>
          </p:nvSpPr>
          <p:spPr>
            <a:xfrm>
              <a:off x="5963040" y="3397320"/>
              <a:ext cx="45360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9" name="Line 81"/>
            <p:cNvSpPr/>
            <p:nvPr/>
          </p:nvSpPr>
          <p:spPr>
            <a:xfrm>
              <a:off x="5962680" y="338976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0" name="Line 82"/>
            <p:cNvSpPr/>
            <p:nvPr/>
          </p:nvSpPr>
          <p:spPr>
            <a:xfrm>
              <a:off x="6416640" y="338976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1" name="Rectangle 83"/>
            <p:cNvSpPr/>
            <p:nvPr/>
          </p:nvSpPr>
          <p:spPr>
            <a:xfrm>
              <a:off x="5963040" y="3389760"/>
              <a:ext cx="452160" cy="6912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24480" rIns="90000" bIns="2448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2" name="Oval 84"/>
            <p:cNvSpPr/>
            <p:nvPr/>
          </p:nvSpPr>
          <p:spPr>
            <a:xfrm>
              <a:off x="5958720" y="3300120"/>
              <a:ext cx="456480" cy="1396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03" name="Group 85"/>
            <p:cNvGrpSpPr/>
            <p:nvPr/>
          </p:nvGrpSpPr>
          <p:grpSpPr>
            <a:xfrm>
              <a:off x="5959080" y="3211560"/>
              <a:ext cx="464040" cy="395280"/>
              <a:chOff x="5959080" y="3211560"/>
              <a:chExt cx="464040" cy="395280"/>
            </a:xfrm>
          </p:grpSpPr>
          <p:sp>
            <p:nvSpPr>
              <p:cNvPr id="6404" name="Rectangle 86"/>
              <p:cNvSpPr/>
              <p:nvPr/>
            </p:nvSpPr>
            <p:spPr>
              <a:xfrm>
                <a:off x="6082920" y="3307320"/>
                <a:ext cx="205560" cy="194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5" name="Text Box 87"/>
              <p:cNvSpPr/>
              <p:nvPr/>
            </p:nvSpPr>
            <p:spPr>
              <a:xfrm>
                <a:off x="5959080" y="3211560"/>
                <a:ext cx="4640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1b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406" name="Group 99"/>
          <p:cNvGrpSpPr/>
          <p:nvPr/>
        </p:nvGrpSpPr>
        <p:grpSpPr>
          <a:xfrm>
            <a:off x="3627000" y="2099520"/>
            <a:ext cx="461520" cy="394560"/>
            <a:chOff x="3627000" y="2099520"/>
            <a:chExt cx="461520" cy="394560"/>
          </a:xfrm>
        </p:grpSpPr>
        <p:sp>
          <p:nvSpPr>
            <p:cNvPr id="6407" name="Oval 100"/>
            <p:cNvSpPr/>
            <p:nvPr/>
          </p:nvSpPr>
          <p:spPr>
            <a:xfrm>
              <a:off x="3631320" y="2285280"/>
              <a:ext cx="456480" cy="119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39600" rIns="90000" bIns="396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8" name="Line 101"/>
            <p:cNvSpPr/>
            <p:nvPr/>
          </p:nvSpPr>
          <p:spPr>
            <a:xfrm>
              <a:off x="3631320" y="227484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9" name="Line 102"/>
            <p:cNvSpPr/>
            <p:nvPr/>
          </p:nvSpPr>
          <p:spPr>
            <a:xfrm>
              <a:off x="4088160" y="2274840"/>
              <a:ext cx="360" cy="738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8800" rIns="90000" bIns="28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0" name="Rectangle 103"/>
            <p:cNvSpPr/>
            <p:nvPr/>
          </p:nvSpPr>
          <p:spPr>
            <a:xfrm>
              <a:off x="3631320" y="2275200"/>
              <a:ext cx="452160" cy="7344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28800" rIns="90000" bIns="28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1" name="Oval 104"/>
            <p:cNvSpPr/>
            <p:nvPr/>
          </p:nvSpPr>
          <p:spPr>
            <a:xfrm>
              <a:off x="3627000" y="2189520"/>
              <a:ext cx="456480" cy="13824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12" name="Group 105"/>
            <p:cNvGrpSpPr/>
            <p:nvPr/>
          </p:nvGrpSpPr>
          <p:grpSpPr>
            <a:xfrm>
              <a:off x="3632760" y="2099520"/>
              <a:ext cx="449280" cy="394560"/>
              <a:chOff x="3632760" y="2099520"/>
              <a:chExt cx="449280" cy="394560"/>
            </a:xfrm>
          </p:grpSpPr>
          <p:sp>
            <p:nvSpPr>
              <p:cNvPr id="6413" name="Rectangle 106"/>
              <p:cNvSpPr/>
              <p:nvPr/>
            </p:nvSpPr>
            <p:spPr>
              <a:xfrm>
                <a:off x="3751200" y="2195640"/>
                <a:ext cx="202320" cy="1915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4" name="Text Box 107"/>
              <p:cNvSpPr/>
              <p:nvPr/>
            </p:nvSpPr>
            <p:spPr>
              <a:xfrm>
                <a:off x="3632760" y="2099520"/>
                <a:ext cx="44928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3c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15" name="Line 108"/>
          <p:cNvSpPr/>
          <p:nvPr/>
        </p:nvSpPr>
        <p:spPr>
          <a:xfrm flipH="1">
            <a:off x="3661920" y="2414880"/>
            <a:ext cx="90360" cy="1594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6" name="Line 109"/>
          <p:cNvSpPr/>
          <p:nvPr/>
        </p:nvSpPr>
        <p:spPr>
          <a:xfrm>
            <a:off x="3213720" y="2482920"/>
            <a:ext cx="211680" cy="1620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7" name="Line 110"/>
          <p:cNvSpPr/>
          <p:nvPr/>
        </p:nvSpPr>
        <p:spPr>
          <a:xfrm flipH="1">
            <a:off x="3942000" y="1959480"/>
            <a:ext cx="198720" cy="2239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8" name="Line 111"/>
          <p:cNvSpPr/>
          <p:nvPr/>
        </p:nvSpPr>
        <p:spPr>
          <a:xfrm>
            <a:off x="3534840" y="1946160"/>
            <a:ext cx="175320" cy="2624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9" name="Line 112"/>
          <p:cNvSpPr/>
          <p:nvPr/>
        </p:nvSpPr>
        <p:spPr>
          <a:xfrm flipH="1">
            <a:off x="4498560" y="2083320"/>
            <a:ext cx="101880" cy="3038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0" name="Line 113"/>
          <p:cNvSpPr/>
          <p:nvPr/>
        </p:nvSpPr>
        <p:spPr>
          <a:xfrm>
            <a:off x="8641800" y="2845440"/>
            <a:ext cx="32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1" name="Line 114"/>
          <p:cNvSpPr/>
          <p:nvPr/>
        </p:nvSpPr>
        <p:spPr>
          <a:xfrm flipV="1">
            <a:off x="8555760" y="2383920"/>
            <a:ext cx="382320" cy="3747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2" name="Line 115"/>
          <p:cNvSpPr/>
          <p:nvPr/>
        </p:nvSpPr>
        <p:spPr>
          <a:xfrm flipH="1" flipV="1">
            <a:off x="7751160" y="2133360"/>
            <a:ext cx="185400" cy="2977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3" name="Line 116"/>
          <p:cNvSpPr/>
          <p:nvPr/>
        </p:nvSpPr>
        <p:spPr>
          <a:xfrm flipH="1" flipV="1">
            <a:off x="7295760" y="2283840"/>
            <a:ext cx="198360" cy="2728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4" name="Line 117"/>
          <p:cNvSpPr/>
          <p:nvPr/>
        </p:nvSpPr>
        <p:spPr>
          <a:xfrm flipH="1">
            <a:off x="4536360" y="3382560"/>
            <a:ext cx="196920" cy="1724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5" name="Line 118"/>
          <p:cNvSpPr/>
          <p:nvPr/>
        </p:nvSpPr>
        <p:spPr>
          <a:xfrm flipH="1" flipV="1">
            <a:off x="4486680" y="3233520"/>
            <a:ext cx="185400" cy="118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6" name="Line 119"/>
          <p:cNvSpPr/>
          <p:nvPr/>
        </p:nvSpPr>
        <p:spPr>
          <a:xfrm flipH="1">
            <a:off x="4882320" y="3633120"/>
            <a:ext cx="309600" cy="219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7" name="Line 120"/>
          <p:cNvSpPr/>
          <p:nvPr/>
        </p:nvSpPr>
        <p:spPr>
          <a:xfrm flipV="1">
            <a:off x="5587560" y="2957760"/>
            <a:ext cx="334440" cy="147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8" name="Line 121"/>
          <p:cNvSpPr/>
          <p:nvPr/>
        </p:nvSpPr>
        <p:spPr>
          <a:xfrm>
            <a:off x="6254640" y="3507840"/>
            <a:ext cx="173880" cy="1620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9" name="Line 122"/>
          <p:cNvSpPr/>
          <p:nvPr/>
        </p:nvSpPr>
        <p:spPr>
          <a:xfrm>
            <a:off x="5551200" y="3069720"/>
            <a:ext cx="211680" cy="1105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30" name="Group 281"/>
          <p:cNvGrpSpPr/>
          <p:nvPr/>
        </p:nvGrpSpPr>
        <p:grpSpPr>
          <a:xfrm>
            <a:off x="3173760" y="1669680"/>
            <a:ext cx="5968080" cy="2124000"/>
            <a:chOff x="3173760" y="1669680"/>
            <a:chExt cx="5968080" cy="2124000"/>
          </a:xfrm>
        </p:grpSpPr>
        <p:grpSp>
          <p:nvGrpSpPr>
            <p:cNvPr id="6431" name="Group 263"/>
            <p:cNvGrpSpPr/>
            <p:nvPr/>
          </p:nvGrpSpPr>
          <p:grpSpPr>
            <a:xfrm>
              <a:off x="3173760" y="1669680"/>
              <a:ext cx="1609200" cy="1315800"/>
              <a:chOff x="3173760" y="1669680"/>
              <a:chExt cx="1609200" cy="1315800"/>
            </a:xfrm>
          </p:grpSpPr>
          <p:sp>
            <p:nvSpPr>
              <p:cNvPr id="6432" name="Freeform 4"/>
              <p:cNvSpPr/>
              <p:nvPr/>
            </p:nvSpPr>
            <p:spPr>
              <a:xfrm>
                <a:off x="3173760" y="1669680"/>
                <a:ext cx="1609200" cy="1315800"/>
              </a:xfrm>
              <a:custGeom>
                <a:avLst/>
                <a:gdLst>
                  <a:gd name="textAreaLeft" fmla="*/ 0 w 1609200"/>
                  <a:gd name="textAreaRight" fmla="*/ 1609560 w 1609200"/>
                  <a:gd name="textAreaTop" fmla="*/ 0 h 1315800"/>
                  <a:gd name="textAreaBottom" fmla="*/ 1316160 h 1315800"/>
                  <a:gd name="GluePoint1X" fmla="*/ 134 w 1198"/>
                  <a:gd name="GluePoint1Y" fmla="*/ 270558 h 451"/>
                  <a:gd name="GluePoint2X" fmla="*/ 273 w 1198"/>
                  <a:gd name="GluePoint2Y" fmla="*/ 132828 h 451"/>
                  <a:gd name="GluePoint3X" fmla="*/ 679 w 1198"/>
                  <a:gd name="GluePoint3Y" fmla="*/ 73044 h 451"/>
                  <a:gd name="GluePoint4X" fmla="*/ 1501 w 1198"/>
                  <a:gd name="GluePoint4Y" fmla="*/ 37135 h 451"/>
                  <a:gd name="GluePoint5X" fmla="*/ 1796 w 1198"/>
                  <a:gd name="GluePoint5Y" fmla="*/ 294460 h 451"/>
                  <a:gd name="GluePoint6X" fmla="*/ 1350 w 1198"/>
                  <a:gd name="GluePoint6Y" fmla="*/ 616944 h 451"/>
                  <a:gd name="GluePoint7X" fmla="*/ 466 w 1198"/>
                  <a:gd name="GluePoint7Y" fmla="*/ 634874 h 451"/>
                  <a:gd name="GluePoint8X" fmla="*/ 54 w 1198"/>
                  <a:gd name="GluePoint8Y" fmla="*/ 503524 h 451"/>
                  <a:gd name="GluePoint9X" fmla="*/ 134 w 1198"/>
                  <a:gd name="GluePoint9Y" fmla="*/ 270558 h 45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 rotWithShape="0">
                <a:gsLst>
                  <a:gs pos="24000">
                    <a:srgbClr val="FFFFFF"/>
                  </a:gs>
                  <a:gs pos="99000">
                    <a:srgbClr val="FFFFFF">
                      <a:alpha val="6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433" name="Group 262"/>
              <p:cNvGrpSpPr/>
              <p:nvPr/>
            </p:nvGrpSpPr>
            <p:grpSpPr>
              <a:xfrm>
                <a:off x="3308760" y="1905480"/>
                <a:ext cx="1289880" cy="895320"/>
                <a:chOff x="3308760" y="1905480"/>
                <a:chExt cx="1289880" cy="895320"/>
              </a:xfrm>
            </p:grpSpPr>
            <p:sp>
              <p:nvSpPr>
                <p:cNvPr id="6434" name="TextBox 3"/>
                <p:cNvSpPr/>
                <p:nvPr/>
              </p:nvSpPr>
              <p:spPr>
                <a:xfrm>
                  <a:off x="3418560" y="2070000"/>
                  <a:ext cx="1121400" cy="6087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85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intra-AS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85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routing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35" name="Oval 7"/>
                <p:cNvSpPr/>
                <p:nvPr/>
              </p:nvSpPr>
              <p:spPr>
                <a:xfrm>
                  <a:off x="3308760" y="1905480"/>
                  <a:ext cx="1289880" cy="864000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6436" name="Rectangle 255"/>
                <p:cNvSpPr/>
                <p:nvPr/>
              </p:nvSpPr>
              <p:spPr>
                <a:xfrm>
                  <a:off x="3580560" y="2656440"/>
                  <a:ext cx="776160" cy="1443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6437" name="Straight Arrow Connector 257"/>
                <p:cNvCxnSpPr/>
                <p:nvPr/>
              </p:nvCxnSpPr>
              <p:spPr>
                <a:xfrm flipH="1">
                  <a:off x="4273920" y="2645640"/>
                  <a:ext cx="138600" cy="97920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len="med" type="triangle" w="med"/>
                </a:ln>
              </p:spPr>
            </p:cxnSp>
          </p:grpSp>
        </p:grpSp>
        <p:grpSp>
          <p:nvGrpSpPr>
            <p:cNvPr id="6438" name="Group 272"/>
            <p:cNvGrpSpPr/>
            <p:nvPr/>
          </p:nvGrpSpPr>
          <p:grpSpPr>
            <a:xfrm>
              <a:off x="4343760" y="2700360"/>
              <a:ext cx="2743920" cy="1093320"/>
              <a:chOff x="4343760" y="2700360"/>
              <a:chExt cx="2743920" cy="1093320"/>
            </a:xfrm>
          </p:grpSpPr>
          <p:sp>
            <p:nvSpPr>
              <p:cNvPr id="6439" name="Freeform 5"/>
              <p:cNvSpPr/>
              <p:nvPr/>
            </p:nvSpPr>
            <p:spPr>
              <a:xfrm>
                <a:off x="4343760" y="2700360"/>
                <a:ext cx="2743920" cy="1093320"/>
              </a:xfrm>
              <a:custGeom>
                <a:avLst/>
                <a:gdLst>
                  <a:gd name="textAreaLeft" fmla="*/ 0 w 2743920"/>
                  <a:gd name="textAreaRight" fmla="*/ 2744280 w 2743920"/>
                  <a:gd name="textAreaTop" fmla="*/ 0 h 1093320"/>
                  <a:gd name="textAreaBottom" fmla="*/ 1093680 h 1093320"/>
                  <a:gd name="GluePoint1X" fmla="*/ 1319 w 1583"/>
                  <a:gd name="GluePoint1Y" fmla="*/ 862 h 682"/>
                  <a:gd name="GluePoint2X" fmla="*/ 3445 w 1583"/>
                  <a:gd name="GluePoint2Y" fmla="*/ 285 h 682"/>
                  <a:gd name="GluePoint3X" fmla="*/ 6645 w 1583"/>
                  <a:gd name="GluePoint3Y" fmla="*/ 77 h 682"/>
                  <a:gd name="GluePoint4X" fmla="*/ 9794 w 1583"/>
                  <a:gd name="GluePoint4Y" fmla="*/ 744 h 682"/>
                  <a:gd name="GluePoint5X" fmla="*/ 13238 w 1583"/>
                  <a:gd name="GluePoint5Y" fmla="*/ 1642 h 682"/>
                  <a:gd name="GluePoint6X" fmla="*/ 10773 w 1583"/>
                  <a:gd name="GluePoint6Y" fmla="*/ 2476 h 682"/>
                  <a:gd name="GluePoint7X" fmla="*/ 5844 w 1583"/>
                  <a:gd name="GluePoint7Y" fmla="*/ 2523 h 682"/>
                  <a:gd name="GluePoint8X" fmla="*/ 751 w 1583"/>
                  <a:gd name="GluePoint8Y" fmla="*/ 2291 h 682"/>
                  <a:gd name="GluePoint9X" fmla="*/ 1319 w 1583"/>
                  <a:gd name="GluePoint9Y" fmla="*/ 862 h 6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rotWithShape="0">
                <a:gsLst>
                  <a:gs pos="20000">
                    <a:srgbClr val="FFFFFF"/>
                  </a:gs>
                  <a:gs pos="99000">
                    <a:srgbClr val="FFFFFF">
                      <a:alpha val="73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440" name="Group 266"/>
              <p:cNvGrpSpPr/>
              <p:nvPr/>
            </p:nvGrpSpPr>
            <p:grpSpPr>
              <a:xfrm>
                <a:off x="4914000" y="2809440"/>
                <a:ext cx="1289880" cy="895320"/>
                <a:chOff x="4914000" y="2809440"/>
                <a:chExt cx="1289880" cy="895320"/>
              </a:xfrm>
            </p:grpSpPr>
            <p:sp>
              <p:nvSpPr>
                <p:cNvPr id="6441" name="TextBox 267"/>
                <p:cNvSpPr/>
                <p:nvPr/>
              </p:nvSpPr>
              <p:spPr>
                <a:xfrm>
                  <a:off x="5011560" y="2973960"/>
                  <a:ext cx="1121400" cy="6087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85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intra-AS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85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routing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42" name="Oval 268"/>
                <p:cNvSpPr/>
                <p:nvPr/>
              </p:nvSpPr>
              <p:spPr>
                <a:xfrm>
                  <a:off x="4914000" y="2809440"/>
                  <a:ext cx="1289880" cy="864000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6443" name="Rectangle 269"/>
                <p:cNvSpPr/>
                <p:nvPr/>
              </p:nvSpPr>
              <p:spPr>
                <a:xfrm>
                  <a:off x="5173560" y="3560400"/>
                  <a:ext cx="776160" cy="1443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6444" name="Straight Arrow Connector 270"/>
                <p:cNvCxnSpPr/>
                <p:nvPr/>
              </p:nvCxnSpPr>
              <p:spPr>
                <a:xfrm flipH="1">
                  <a:off x="5866920" y="3549600"/>
                  <a:ext cx="138600" cy="97920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len="med" type="triangle" w="med"/>
                </a:ln>
              </p:spPr>
            </p:cxnSp>
          </p:grpSp>
        </p:grpSp>
        <p:grpSp>
          <p:nvGrpSpPr>
            <p:cNvPr id="6445" name="Group 280"/>
            <p:cNvGrpSpPr/>
            <p:nvPr/>
          </p:nvGrpSpPr>
          <p:grpSpPr>
            <a:xfrm>
              <a:off x="6987600" y="1898280"/>
              <a:ext cx="2154240" cy="1384200"/>
              <a:chOff x="6987600" y="1898280"/>
              <a:chExt cx="2154240" cy="1384200"/>
            </a:xfrm>
          </p:grpSpPr>
          <p:sp>
            <p:nvSpPr>
              <p:cNvPr id="6446" name="Freeform 3"/>
              <p:cNvSpPr/>
              <p:nvPr/>
            </p:nvSpPr>
            <p:spPr>
              <a:xfrm>
                <a:off x="6987600" y="1898280"/>
                <a:ext cx="2154240" cy="1384200"/>
              </a:xfrm>
              <a:custGeom>
                <a:avLst/>
                <a:gdLst>
                  <a:gd name="textAreaLeft" fmla="*/ 0 w 2154240"/>
                  <a:gd name="textAreaRight" fmla="*/ 2154600 w 2154240"/>
                  <a:gd name="textAreaTop" fmla="*/ 0 h 1384200"/>
                  <a:gd name="textAreaBottom" fmla="*/ 1384560 h 1384200"/>
                  <a:gd name="GluePoint1X" fmla="*/ 1063 w 1162"/>
                  <a:gd name="GluePoint1Y" fmla="*/ 49351 h 543"/>
                  <a:gd name="GluePoint2X" fmla="*/ 6960 w 1162"/>
                  <a:gd name="GluePoint2Y" fmla="*/ 4162 h 543"/>
                  <a:gd name="GluePoint3X" fmla="*/ 17785 w 1162"/>
                  <a:gd name="GluePoint3Y" fmla="*/ 23973 h 543"/>
                  <a:gd name="GluePoint4X" fmla="*/ 21649 w 1162"/>
                  <a:gd name="GluePoint4Y" fmla="*/ 72662 h 543"/>
                  <a:gd name="GluePoint5X" fmla="*/ 19828 w 1162"/>
                  <a:gd name="GluePoint5Y" fmla="*/ 137161 h 543"/>
                  <a:gd name="GluePoint6X" fmla="*/ 11083 w 1162"/>
                  <a:gd name="GluePoint6Y" fmla="*/ 164591 h 543"/>
                  <a:gd name="GluePoint7X" fmla="*/ 1657 w 1162"/>
                  <a:gd name="GluePoint7Y" fmla="*/ 133650 h 543"/>
                  <a:gd name="GluePoint8X" fmla="*/ 1063 w 1162"/>
                  <a:gd name="GluePoint8Y" fmla="*/ 49351 h 54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</a:cxnLst>
                <a:rect l="textAreaLeft" t="textAreaTop" r="textAreaRight" b="textAreaBottom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 rotWithShape="0">
                <a:gsLst>
                  <a:gs pos="24000">
                    <a:srgbClr val="FFFFFF"/>
                  </a:gs>
                  <a:gs pos="99000">
                    <a:srgbClr val="FFFFFF">
                      <a:alpha val="6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447" name="Group 275"/>
              <p:cNvGrpSpPr/>
              <p:nvPr/>
            </p:nvGrpSpPr>
            <p:grpSpPr>
              <a:xfrm>
                <a:off x="7394400" y="2220840"/>
                <a:ext cx="1289880" cy="895320"/>
                <a:chOff x="7394400" y="2220840"/>
                <a:chExt cx="1289880" cy="895320"/>
              </a:xfrm>
            </p:grpSpPr>
            <p:sp>
              <p:nvSpPr>
                <p:cNvPr id="6448" name="TextBox 276"/>
                <p:cNvSpPr/>
                <p:nvPr/>
              </p:nvSpPr>
              <p:spPr>
                <a:xfrm>
                  <a:off x="7491600" y="2385000"/>
                  <a:ext cx="1121400" cy="6087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85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intra-AS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85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A8"/>
                      </a:solidFill>
                      <a:effectLst/>
                      <a:uFillTx/>
                      <a:latin typeface="Calibri"/>
                    </a:rPr>
                    <a:t>routing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49" name="Oval 277"/>
                <p:cNvSpPr/>
                <p:nvPr/>
              </p:nvSpPr>
              <p:spPr>
                <a:xfrm>
                  <a:off x="7394400" y="2220840"/>
                  <a:ext cx="1289880" cy="864000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6450" name="Rectangle 278"/>
                <p:cNvSpPr/>
                <p:nvPr/>
              </p:nvSpPr>
              <p:spPr>
                <a:xfrm>
                  <a:off x="7653600" y="2971800"/>
                  <a:ext cx="776160" cy="1443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cxnSp>
              <p:nvCxnSpPr>
                <p:cNvPr id="6451" name="Straight Arrow Connector 279"/>
                <p:cNvCxnSpPr/>
                <p:nvPr/>
              </p:nvCxnSpPr>
              <p:spPr>
                <a:xfrm flipH="1">
                  <a:off x="8346960" y="2960640"/>
                  <a:ext cx="138600" cy="97920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len="med" type="triangle" w="med"/>
                </a:ln>
              </p:spPr>
            </p:cxnSp>
          </p:grpSp>
        </p:grpSp>
      </p:grpSp>
      <p:grpSp>
        <p:nvGrpSpPr>
          <p:cNvPr id="6452" name="Group 311"/>
          <p:cNvGrpSpPr/>
          <p:nvPr/>
        </p:nvGrpSpPr>
        <p:grpSpPr>
          <a:xfrm>
            <a:off x="3207240" y="1684800"/>
            <a:ext cx="5968440" cy="2124000"/>
            <a:chOff x="3207240" y="1684800"/>
            <a:chExt cx="5968440" cy="2124000"/>
          </a:xfrm>
        </p:grpSpPr>
        <p:grpSp>
          <p:nvGrpSpPr>
            <p:cNvPr id="6453" name="Group 309"/>
            <p:cNvGrpSpPr/>
            <p:nvPr/>
          </p:nvGrpSpPr>
          <p:grpSpPr>
            <a:xfrm>
              <a:off x="3207240" y="1684800"/>
              <a:ext cx="5968440" cy="2124000"/>
              <a:chOff x="3207240" y="1684800"/>
              <a:chExt cx="5968440" cy="2124000"/>
            </a:xfrm>
          </p:grpSpPr>
          <p:sp>
            <p:nvSpPr>
              <p:cNvPr id="6454" name="Freeform 4"/>
              <p:cNvSpPr/>
              <p:nvPr/>
            </p:nvSpPr>
            <p:spPr>
              <a:xfrm>
                <a:off x="3207240" y="1684800"/>
                <a:ext cx="1609200" cy="1315800"/>
              </a:xfrm>
              <a:custGeom>
                <a:avLst/>
                <a:gdLst>
                  <a:gd name="textAreaLeft" fmla="*/ 0 w 1609200"/>
                  <a:gd name="textAreaRight" fmla="*/ 1609560 w 1609200"/>
                  <a:gd name="textAreaTop" fmla="*/ 0 h 1315800"/>
                  <a:gd name="textAreaBottom" fmla="*/ 1316160 h 1315800"/>
                  <a:gd name="GluePoint1X" fmla="*/ 134 w 1198"/>
                  <a:gd name="GluePoint1Y" fmla="*/ 270558 h 451"/>
                  <a:gd name="GluePoint2X" fmla="*/ 273 w 1198"/>
                  <a:gd name="GluePoint2Y" fmla="*/ 132828 h 451"/>
                  <a:gd name="GluePoint3X" fmla="*/ 679 w 1198"/>
                  <a:gd name="GluePoint3Y" fmla="*/ 73044 h 451"/>
                  <a:gd name="GluePoint4X" fmla="*/ 1501 w 1198"/>
                  <a:gd name="GluePoint4Y" fmla="*/ 37135 h 451"/>
                  <a:gd name="GluePoint5X" fmla="*/ 1796 w 1198"/>
                  <a:gd name="GluePoint5Y" fmla="*/ 294460 h 451"/>
                  <a:gd name="GluePoint6X" fmla="*/ 1350 w 1198"/>
                  <a:gd name="GluePoint6Y" fmla="*/ 616944 h 451"/>
                  <a:gd name="GluePoint7X" fmla="*/ 466 w 1198"/>
                  <a:gd name="GluePoint7Y" fmla="*/ 634874 h 451"/>
                  <a:gd name="GluePoint8X" fmla="*/ 54 w 1198"/>
                  <a:gd name="GluePoint8Y" fmla="*/ 503524 h 451"/>
                  <a:gd name="GluePoint9X" fmla="*/ 134 w 1198"/>
                  <a:gd name="GluePoint9Y" fmla="*/ 270558 h 45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 rotWithShape="0">
                <a:gsLst>
                  <a:gs pos="24000">
                    <a:srgbClr val="FFFFFF"/>
                  </a:gs>
                  <a:gs pos="99000">
                    <a:srgbClr val="FFFFFF">
                      <a:alpha val="6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5" name="Freeform 5"/>
              <p:cNvSpPr/>
              <p:nvPr/>
            </p:nvSpPr>
            <p:spPr>
              <a:xfrm>
                <a:off x="4377240" y="2715480"/>
                <a:ext cx="2743920" cy="1093320"/>
              </a:xfrm>
              <a:custGeom>
                <a:avLst/>
                <a:gdLst>
                  <a:gd name="textAreaLeft" fmla="*/ 0 w 2743920"/>
                  <a:gd name="textAreaRight" fmla="*/ 2744280 w 2743920"/>
                  <a:gd name="textAreaTop" fmla="*/ 0 h 1093320"/>
                  <a:gd name="textAreaBottom" fmla="*/ 1093680 h 1093320"/>
                  <a:gd name="GluePoint1X" fmla="*/ 1319 w 1583"/>
                  <a:gd name="GluePoint1Y" fmla="*/ 862 h 682"/>
                  <a:gd name="GluePoint2X" fmla="*/ 3445 w 1583"/>
                  <a:gd name="GluePoint2Y" fmla="*/ 285 h 682"/>
                  <a:gd name="GluePoint3X" fmla="*/ 6645 w 1583"/>
                  <a:gd name="GluePoint3Y" fmla="*/ 77 h 682"/>
                  <a:gd name="GluePoint4X" fmla="*/ 9794 w 1583"/>
                  <a:gd name="GluePoint4Y" fmla="*/ 744 h 682"/>
                  <a:gd name="GluePoint5X" fmla="*/ 13238 w 1583"/>
                  <a:gd name="GluePoint5Y" fmla="*/ 1642 h 682"/>
                  <a:gd name="GluePoint6X" fmla="*/ 10773 w 1583"/>
                  <a:gd name="GluePoint6Y" fmla="*/ 2476 h 682"/>
                  <a:gd name="GluePoint7X" fmla="*/ 5844 w 1583"/>
                  <a:gd name="GluePoint7Y" fmla="*/ 2523 h 682"/>
                  <a:gd name="GluePoint8X" fmla="*/ 751 w 1583"/>
                  <a:gd name="GluePoint8Y" fmla="*/ 2291 h 682"/>
                  <a:gd name="GluePoint9X" fmla="*/ 1319 w 1583"/>
                  <a:gd name="GluePoint9Y" fmla="*/ 862 h 6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rotWithShape="0">
                <a:gsLst>
                  <a:gs pos="20000">
                    <a:srgbClr val="FFFFFF"/>
                  </a:gs>
                  <a:gs pos="99000">
                    <a:srgbClr val="FFFFFF">
                      <a:alpha val="73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6" name="Freeform 3"/>
              <p:cNvSpPr/>
              <p:nvPr/>
            </p:nvSpPr>
            <p:spPr>
              <a:xfrm>
                <a:off x="7021440" y="1913400"/>
                <a:ext cx="2154240" cy="1384200"/>
              </a:xfrm>
              <a:custGeom>
                <a:avLst/>
                <a:gdLst>
                  <a:gd name="textAreaLeft" fmla="*/ 0 w 2154240"/>
                  <a:gd name="textAreaRight" fmla="*/ 2154600 w 2154240"/>
                  <a:gd name="textAreaTop" fmla="*/ 0 h 1384200"/>
                  <a:gd name="textAreaBottom" fmla="*/ 1384560 h 1384200"/>
                  <a:gd name="GluePoint1X" fmla="*/ 1063 w 1162"/>
                  <a:gd name="GluePoint1Y" fmla="*/ 49351 h 543"/>
                  <a:gd name="GluePoint2X" fmla="*/ 6960 w 1162"/>
                  <a:gd name="GluePoint2Y" fmla="*/ 4162 h 543"/>
                  <a:gd name="GluePoint3X" fmla="*/ 17785 w 1162"/>
                  <a:gd name="GluePoint3Y" fmla="*/ 23973 h 543"/>
                  <a:gd name="GluePoint4X" fmla="*/ 21649 w 1162"/>
                  <a:gd name="GluePoint4Y" fmla="*/ 72662 h 543"/>
                  <a:gd name="GluePoint5X" fmla="*/ 19828 w 1162"/>
                  <a:gd name="GluePoint5Y" fmla="*/ 137161 h 543"/>
                  <a:gd name="GluePoint6X" fmla="*/ 11083 w 1162"/>
                  <a:gd name="GluePoint6Y" fmla="*/ 164591 h 543"/>
                  <a:gd name="GluePoint7X" fmla="*/ 1657 w 1162"/>
                  <a:gd name="GluePoint7Y" fmla="*/ 133650 h 543"/>
                  <a:gd name="GluePoint8X" fmla="*/ 1063 w 1162"/>
                  <a:gd name="GluePoint8Y" fmla="*/ 49351 h 54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</a:cxnLst>
                <a:rect l="textAreaLeft" t="textAreaTop" r="textAreaRight" b="textAreaBottom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 rotWithShape="0">
                <a:gsLst>
                  <a:gs pos="24000">
                    <a:srgbClr val="FFFFFF"/>
                  </a:gs>
                  <a:gs pos="99000">
                    <a:srgbClr val="FFFFFF">
                      <a:alpha val="6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6457" name="Straight Arrow Connector 283"/>
              <p:cNvCxnSpPr/>
              <p:nvPr/>
            </p:nvCxnSpPr>
            <p:spPr>
              <a:xfrm flipV="1">
                <a:off x="6467760" y="2693520"/>
                <a:ext cx="814680" cy="50148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len="med" type="triangle" w="med"/>
                <a:tailEnd len="med" type="triangle" w="med"/>
              </a:ln>
            </p:spPr>
          </p:cxnSp>
          <p:cxnSp>
            <p:nvCxnSpPr>
              <p:cNvPr id="6458" name="Straight Arrow Connector 285"/>
              <p:cNvCxnSpPr/>
              <p:nvPr/>
            </p:nvCxnSpPr>
            <p:spPr>
              <a:xfrm>
                <a:off x="4653720" y="2482560"/>
                <a:ext cx="724680" cy="43668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len="med" type="triangle" w="med"/>
                <a:tailEnd len="med" type="triangle" w="med"/>
              </a:ln>
            </p:spPr>
          </p:cxnSp>
        </p:grpSp>
        <p:sp>
          <p:nvSpPr>
            <p:cNvPr id="6459" name="TextBox 310"/>
            <p:cNvSpPr/>
            <p:nvPr/>
          </p:nvSpPr>
          <p:spPr>
            <a:xfrm>
              <a:off x="4939920" y="2267640"/>
              <a:ext cx="221688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inter-AS routing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60" name="Group 11"/>
          <p:cNvGrpSpPr/>
          <p:nvPr/>
        </p:nvGrpSpPr>
        <p:grpSpPr>
          <a:xfrm>
            <a:off x="539280" y="4367880"/>
            <a:ext cx="11186280" cy="1054800"/>
            <a:chOff x="539280" y="4367880"/>
            <a:chExt cx="11186280" cy="1054800"/>
          </a:xfrm>
        </p:grpSpPr>
        <p:sp>
          <p:nvSpPr>
            <p:cNvPr id="6461" name="Rectangle 3"/>
            <p:cNvSpPr/>
            <p:nvPr/>
          </p:nvSpPr>
          <p:spPr>
            <a:xfrm>
              <a:off x="1210320" y="4434120"/>
              <a:ext cx="10515240" cy="98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85000"/>
                </a:lnSpc>
                <a:spcBef>
                  <a:spcPts val="641"/>
                </a:spcBef>
                <a:tabLst>
                  <a:tab pos="0" algn="l"/>
                </a:tabLst>
              </a:pPr>
              <a:r>
                <a:rPr lang="en-US" sz="3200" b="0" u="none" strike="noStrike">
                  <a:solidFill>
                    <a:srgbClr val="C00000"/>
                  </a:solidFill>
                  <a:effectLst/>
                  <a:uFillTx/>
                  <a:latin typeface="Calibri"/>
                  <a:ea typeface="ＭＳ Ｐゴシック"/>
                </a:rPr>
                <a:t>intra-AS (aka “intra-domain”): </a:t>
              </a:r>
              <a:r>
                <a:rPr lang="en-US" sz="2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routing among routers </a:t>
              </a:r>
              <a:r>
                <a:rPr lang="en-US" sz="28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within same AS (“network”)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85000"/>
                </a:lnSpc>
                <a:spcBef>
                  <a:spcPts val="561"/>
                </a:spcBef>
                <a:tabLst>
                  <a:tab pos="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462" name="Picture 9" descr="Icon&#10;&#10;Description automatically generated"/>
            <p:cNvPicPr/>
            <p:nvPr/>
          </p:nvPicPr>
          <p:blipFill>
            <a:blip r:embed="rId1"/>
            <a:stretch/>
          </p:blipFill>
          <p:spPr>
            <a:xfrm>
              <a:off x="539280" y="4367880"/>
              <a:ext cx="597240" cy="597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463" name="Group 12"/>
          <p:cNvGrpSpPr/>
          <p:nvPr/>
        </p:nvGrpSpPr>
        <p:grpSpPr>
          <a:xfrm>
            <a:off x="597960" y="5500800"/>
            <a:ext cx="10954800" cy="610920"/>
            <a:chOff x="597960" y="5500800"/>
            <a:chExt cx="10954800" cy="610920"/>
          </a:xfrm>
        </p:grpSpPr>
        <p:sp>
          <p:nvSpPr>
            <p:cNvPr id="6464" name="Rectangle 4"/>
            <p:cNvSpPr/>
            <p:nvPr/>
          </p:nvSpPr>
          <p:spPr>
            <a:xfrm>
              <a:off x="1227960" y="5500800"/>
              <a:ext cx="10324800" cy="61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marL="343080" indent="-343080" defTabSz="914400">
                <a:lnSpc>
                  <a:spcPct val="85000"/>
                </a:lnSpc>
                <a:spcBef>
                  <a:spcPts val="641"/>
                </a:spcBef>
                <a:tabLst>
                  <a:tab pos="0" algn="l"/>
                </a:tabLst>
              </a:pPr>
              <a:r>
                <a:rPr lang="en-US" sz="3200" b="0" u="none" strike="noStrike">
                  <a:solidFill>
                    <a:srgbClr val="CC0000"/>
                  </a:solidFill>
                  <a:effectLst/>
                  <a:uFillTx/>
                  <a:latin typeface="Calibri"/>
                  <a:ea typeface="ＭＳ Ｐゴシック"/>
                </a:rPr>
                <a:t>inter-AS (aka “inter-domain”): </a:t>
              </a:r>
              <a:r>
                <a:rPr lang="en-US" sz="2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routing </a:t>
              </a:r>
              <a:r>
                <a:rPr lang="en-US" sz="2800" b="0" i="1" u="none" strike="noStrike">
                  <a:solidFill>
                    <a:srgbClr val="0000A8"/>
                  </a:solidFill>
                  <a:effectLst/>
                  <a:uFillTx/>
                  <a:latin typeface="Calibri"/>
                  <a:ea typeface="ＭＳ Ｐゴシック"/>
                </a:rPr>
                <a:t>among</a:t>
              </a:r>
              <a:r>
                <a:rPr lang="en-US" sz="2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 AS’es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5" name="Right Arrow 10"/>
            <p:cNvSpPr/>
            <p:nvPr/>
          </p:nvSpPr>
          <p:spPr>
            <a:xfrm>
              <a:off x="597960" y="5521680"/>
              <a:ext cx="538920" cy="4424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466" name="PlaceHolder 2"/>
          <p:cNvSpPr>
            <a:spLocks noGrp="1"/>
          </p:cNvSpPr>
          <p:nvPr>
            <p:ph type="sldNum" idx="5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 Control Plane: 5-</a:t>
            </a:r>
            <a:fld id="{73585665-F303-4294-AA2E-C32462061A44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62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814" dur="indefinite" restart="never" nodeType="tmRoot">
          <p:childTnLst>
            <p:seq>
              <p:cTn id="1815" dur="indefinite" nodeType="mainSeq">
                <p:childTnLst>
                  <p:par>
                    <p:cTn id="1816" fill="hold">
                      <p:stCondLst>
                        <p:cond delay="indefinite"/>
                      </p:stCondLst>
                      <p:childTnLst>
                        <p:par>
                          <p:cTn id="1817" fill="hold">
                            <p:stCondLst>
                              <p:cond delay="0"/>
                            </p:stCondLst>
                            <p:childTnLst>
                              <p:par>
                                <p:cTn id="181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20" dur="500"/>
                                        <p:tgtEl>
                                          <p:spTgt spid="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23" dur="500"/>
                                        <p:tgtEl>
                                          <p:spTgt spid="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4" fill="hold">
                      <p:stCondLst>
                        <p:cond delay="indefinite"/>
                      </p:stCondLst>
                      <p:childTnLst>
                        <p:par>
                          <p:cTn id="1825" fill="hold">
                            <p:stCondLst>
                              <p:cond delay="0"/>
                            </p:stCondLst>
                            <p:childTnLst>
                              <p:par>
                                <p:cTn id="1826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1827" dur="500"/>
                                        <p:tgtEl>
                                          <p:spTgt spid="6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31" dur="500"/>
                                        <p:tgtEl>
                                          <p:spTgt spid="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34" dur="500"/>
                                        <p:tgtEl>
                                          <p:spTgt spid="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7" name="PlaceHolder 1"/>
          <p:cNvSpPr>
            <a:spLocks noGrp="1"/>
          </p:cNvSpPr>
          <p:nvPr>
            <p:ph/>
          </p:nvPr>
        </p:nvSpPr>
        <p:spPr>
          <a:xfrm>
            <a:off x="838080" y="1478520"/>
            <a:ext cx="10785600" cy="49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85840" indent="-285840" algn="l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BGP (Border Gateway Protocol):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the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de facto inter-domain routing protocol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0280" lvl="1" indent="-277920" algn="l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“glue that holds the Internet together”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l" defTabSz="914400">
              <a:lnSpc>
                <a:spcPct val="85000"/>
              </a:lnSpc>
              <a:spcBef>
                <a:spcPts val="119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allows subnet to advertise its existence, and the destinations it can reach, to rest of Internet: </a:t>
            </a:r>
            <a:r>
              <a:rPr lang="en-US" sz="2800" b="0" i="1" u="none" strike="noStrik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“I am here, here is who I can reach, and how”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l" defTabSz="914400">
              <a:lnSpc>
                <a:spcPct val="85000"/>
              </a:lnSpc>
              <a:spcBef>
                <a:spcPts val="119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BGP provides each AS a means to: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0280" lvl="1" indent="-343080" algn="l" defTabSz="914400">
              <a:lnSpc>
                <a:spcPct val="85000"/>
              </a:lnSpc>
              <a:spcBef>
                <a:spcPts val="51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obtain destination network reachability info from neighboring ASes (</a:t>
            </a:r>
            <a:r>
              <a:rPr lang="en-US" sz="26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eBGP)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0280" lvl="1" indent="-343080" algn="l" defTabSz="914400">
              <a:lnSpc>
                <a:spcPct val="85000"/>
              </a:lnSpc>
              <a:spcBef>
                <a:spcPts val="51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determine routes to other networks based on reachability information and </a:t>
            </a:r>
            <a:r>
              <a:rPr lang="en-US" sz="2600" b="0" i="1" u="none" strike="noStrike">
                <a:solidFill>
                  <a:srgbClr val="000090"/>
                </a:solidFill>
                <a:effectLst/>
                <a:uFillTx/>
                <a:latin typeface="Calibri"/>
                <a:ea typeface="ＭＳ Ｐゴシック"/>
              </a:rPr>
              <a:t>policy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0280" lvl="1" indent="-343080" algn="l" defTabSz="914400">
              <a:lnSpc>
                <a:spcPct val="85000"/>
              </a:lnSpc>
              <a:spcBef>
                <a:spcPts val="51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propagate reachability information to all AS-internal routers </a:t>
            </a:r>
            <a:r>
              <a:rPr lang="en-US" sz="26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(iBGP)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0280" lvl="1" indent="-343080" algn="l" defTabSz="914400">
              <a:lnSpc>
                <a:spcPct val="85000"/>
              </a:lnSpc>
              <a:spcBef>
                <a:spcPts val="51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6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advertise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(to neighboring networks) destination reachability info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68" name="PlaceHolder 2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Internet inter-AS routing: BGP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469" name="PlaceHolder 3"/>
          <p:cNvSpPr>
            <a:spLocks noGrp="1"/>
          </p:cNvSpPr>
          <p:nvPr>
            <p:ph type="sldNum" idx="5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 Control Plane: 5-</a:t>
            </a:r>
            <a:fld id="{C2D8297B-59D1-4A96-B5F4-6D779945DC10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63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835" dur="indefinite" restart="never" nodeType="tmRoot">
          <p:childTnLst>
            <p:seq>
              <p:cTn id="1836" dur="indefinite" nodeType="mainSeq">
                <p:childTnLst>
                  <p:par>
                    <p:cTn id="1837" fill="hold">
                      <p:stCondLst>
                        <p:cond delay="indefinite"/>
                      </p:stCondLst>
                      <p:childTnLst>
                        <p:par>
                          <p:cTn id="1838" fill="hold">
                            <p:stCondLst>
                              <p:cond delay="0"/>
                            </p:stCondLst>
                            <p:childTnLst>
                              <p:par>
                                <p:cTn id="183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41" dur="500"/>
                                        <p:tgtEl>
                                          <p:spTgt spid="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2" fill="hold">
                      <p:stCondLst>
                        <p:cond delay="indefinite"/>
                      </p:stCondLst>
                      <p:childTnLst>
                        <p:par>
                          <p:cTn id="1843" fill="hold">
                            <p:stCondLst>
                              <p:cond delay="0"/>
                            </p:stCondLst>
                            <p:childTnLst>
                              <p:par>
                                <p:cTn id="184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46" dur="500"/>
                                        <p:tgtEl>
                                          <p:spTgt spid="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7" fill="hold">
                      <p:stCondLst>
                        <p:cond delay="indefinite"/>
                      </p:stCondLst>
                      <p:childTnLst>
                        <p:par>
                          <p:cTn id="1848" fill="hold">
                            <p:stCondLst>
                              <p:cond delay="0"/>
                            </p:stCondLst>
                            <p:childTnLst>
                              <p:par>
                                <p:cTn id="184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51" dur="500"/>
                                        <p:tgtEl>
                                          <p:spTgt spid="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2" fill="hold">
                      <p:stCondLst>
                        <p:cond delay="indefinite"/>
                      </p:stCondLst>
                      <p:childTnLst>
                        <p:par>
                          <p:cTn id="1853" fill="hold">
                            <p:stCondLst>
                              <p:cond delay="0"/>
                            </p:stCondLst>
                            <p:childTnLst>
                              <p:par>
                                <p:cTn id="185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56" dur="500"/>
                                        <p:tgtEl>
                                          <p:spTgt spid="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7" fill="hold">
                      <p:stCondLst>
                        <p:cond delay="indefinite"/>
                      </p:stCondLst>
                      <p:childTnLst>
                        <p:par>
                          <p:cTn id="1858" fill="hold">
                            <p:stCondLst>
                              <p:cond delay="0"/>
                            </p:stCondLst>
                            <p:childTnLst>
                              <p:par>
                                <p:cTn id="185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61" dur="500"/>
                                        <p:tgtEl>
                                          <p:spTgt spid="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2" fill="hold">
                      <p:stCondLst>
                        <p:cond delay="indefinite"/>
                      </p:stCondLst>
                      <p:childTnLst>
                        <p:par>
                          <p:cTn id="1863" fill="hold">
                            <p:stCondLst>
                              <p:cond delay="0"/>
                            </p:stCondLst>
                            <p:childTnLst>
                              <p:par>
                                <p:cTn id="186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66" dur="500"/>
                                        <p:tgtEl>
                                          <p:spTgt spid="6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0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eBGP, iBGP connections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471" name="PlaceHolder 2"/>
          <p:cNvSpPr>
            <a:spLocks noGrp="1"/>
          </p:cNvSpPr>
          <p:nvPr>
            <p:ph type="sldNum" idx="5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28418C19-2575-4483-AB69-718FFBF13609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63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472" name="Group 232"/>
          <p:cNvGrpSpPr/>
          <p:nvPr/>
        </p:nvGrpSpPr>
        <p:grpSpPr>
          <a:xfrm>
            <a:off x="4772880" y="4365360"/>
            <a:ext cx="3558600" cy="631440"/>
            <a:chOff x="4772880" y="4365360"/>
            <a:chExt cx="3558600" cy="631440"/>
          </a:xfrm>
        </p:grpSpPr>
        <p:cxnSp>
          <p:nvCxnSpPr>
            <p:cNvPr id="6473" name="Straight Connector 233"/>
            <p:cNvCxnSpPr/>
            <p:nvPr/>
          </p:nvCxnSpPr>
          <p:spPr>
            <a:xfrm flipH="1" flipV="1">
              <a:off x="4772880" y="4571640"/>
              <a:ext cx="750240" cy="11880"/>
            </a:xfrm>
            <a:prstGeom prst="straightConnector1">
              <a:avLst/>
            </a:prstGeom>
            <a:ln w="38100">
              <a:solidFill>
                <a:srgbClr val="CC0000"/>
              </a:solidFill>
              <a:prstDash val="dash"/>
              <a:round/>
            </a:ln>
          </p:spPr>
        </p:cxnSp>
        <p:cxnSp>
          <p:nvCxnSpPr>
            <p:cNvPr id="6474" name="Straight Connector 234"/>
            <p:cNvCxnSpPr/>
            <p:nvPr/>
          </p:nvCxnSpPr>
          <p:spPr>
            <a:xfrm flipV="1">
              <a:off x="4802400" y="4851720"/>
              <a:ext cx="699840" cy="1080"/>
            </a:xfrm>
            <a:prstGeom prst="straightConnector1">
              <a:avLst/>
            </a:prstGeom>
            <a:ln w="19050">
              <a:solidFill>
                <a:srgbClr val="000090"/>
              </a:solidFill>
              <a:prstDash val="dash"/>
              <a:round/>
            </a:ln>
          </p:spPr>
        </p:cxnSp>
        <p:sp>
          <p:nvSpPr>
            <p:cNvPr id="6475" name="TextBox 235"/>
            <p:cNvSpPr/>
            <p:nvPr/>
          </p:nvSpPr>
          <p:spPr>
            <a:xfrm>
              <a:off x="5627160" y="4365360"/>
              <a:ext cx="20444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eBGP connectivity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6" name="TextBox 236"/>
            <p:cNvSpPr/>
            <p:nvPr/>
          </p:nvSpPr>
          <p:spPr>
            <a:xfrm>
              <a:off x="5652000" y="4632120"/>
              <a:ext cx="26794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90"/>
                  </a:solidFill>
                  <a:effectLst/>
                  <a:uFillTx/>
                  <a:latin typeface="Arial"/>
                  <a:ea typeface="ＭＳ Ｐゴシック"/>
                </a:rPr>
                <a:t>logical iBGP connectivity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77" name="Freeform 2"/>
          <p:cNvSpPr/>
          <p:nvPr/>
        </p:nvSpPr>
        <p:spPr>
          <a:xfrm>
            <a:off x="2250000" y="2430000"/>
            <a:ext cx="2712600" cy="1853280"/>
          </a:xfrm>
          <a:custGeom>
            <a:avLst/>
            <a:gdLst>
              <a:gd name="textAreaLeft" fmla="*/ 0 w 2712600"/>
              <a:gd name="textAreaRight" fmla="*/ 2712960 w 2712600"/>
              <a:gd name="textAreaTop" fmla="*/ 0 h 1853280"/>
              <a:gd name="textAreaBottom" fmla="*/ 1853640 h 1853280"/>
              <a:gd name="GluePoint1X" fmla="*/ 45 w 10000"/>
              <a:gd name="GluePoint1Y" fmla="*/ 5036 h 10795"/>
              <a:gd name="GluePoint2X" fmla="*/ 2738 w 10000"/>
              <a:gd name="GluePoint2Y" fmla="*/ 2811 h 10795"/>
              <a:gd name="GluePoint3X" fmla="*/ 4886 w 10000"/>
              <a:gd name="GluePoint3Y" fmla="*/ 4 h 10795"/>
              <a:gd name="GluePoint4X" fmla="*/ 8068 w 10000"/>
              <a:gd name="GluePoint4Y" fmla="*/ 2813 h 10795"/>
              <a:gd name="GluePoint5X" fmla="*/ 9996 w 10000"/>
              <a:gd name="GluePoint5Y" fmla="*/ 5413 h 10795"/>
              <a:gd name="GluePoint6X" fmla="*/ 8476 w 10000"/>
              <a:gd name="GluePoint6Y" fmla="*/ 7306 h 10795"/>
              <a:gd name="GluePoint7X" fmla="*/ 5202 w 10000"/>
              <a:gd name="GluePoint7Y" fmla="*/ 10795 h 10795"/>
              <a:gd name="GluePoint8X" fmla="*/ 2753 w 10000"/>
              <a:gd name="GluePoint8Y" fmla="*/ 7683 h 10795"/>
              <a:gd name="GluePoint9X" fmla="*/ 1375 w 10000"/>
              <a:gd name="GluePoint9Y" fmla="*/ 7365 h 10795"/>
              <a:gd name="GluePoint10X" fmla="*/ 45 w 10000"/>
              <a:gd name="GluePoint10Y" fmla="*/ 5036 h 107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78" name="Group 238"/>
          <p:cNvGrpSpPr/>
          <p:nvPr/>
        </p:nvGrpSpPr>
        <p:grpSpPr>
          <a:xfrm>
            <a:off x="3387960" y="2580840"/>
            <a:ext cx="565200" cy="364680"/>
            <a:chOff x="3387960" y="2580840"/>
            <a:chExt cx="565200" cy="364680"/>
          </a:xfrm>
        </p:grpSpPr>
        <p:grpSp>
          <p:nvGrpSpPr>
            <p:cNvPr id="6479" name="Group 327"/>
            <p:cNvGrpSpPr/>
            <p:nvPr/>
          </p:nvGrpSpPr>
          <p:grpSpPr>
            <a:xfrm>
              <a:off x="3387960" y="2601360"/>
              <a:ext cx="565200" cy="291600"/>
              <a:chOff x="3387960" y="2601360"/>
              <a:chExt cx="565200" cy="291600"/>
            </a:xfrm>
          </p:grpSpPr>
          <p:sp>
            <p:nvSpPr>
              <p:cNvPr id="6480" name="Oval 243"/>
              <p:cNvSpPr/>
              <p:nvPr/>
            </p:nvSpPr>
            <p:spPr>
              <a:xfrm flipV="1">
                <a:off x="3389760" y="2679120"/>
                <a:ext cx="563040" cy="21384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81" name="Rectangle 244"/>
              <p:cNvSpPr/>
              <p:nvPr/>
            </p:nvSpPr>
            <p:spPr>
              <a:xfrm>
                <a:off x="3387960" y="2710800"/>
                <a:ext cx="564840" cy="7596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1320" rIns="90000" bIns="313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82" name="Oval 245"/>
              <p:cNvSpPr/>
              <p:nvPr/>
            </p:nvSpPr>
            <p:spPr>
              <a:xfrm flipV="1">
                <a:off x="3387960" y="2601360"/>
                <a:ext cx="563040" cy="21384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83" name="Freeform 246"/>
              <p:cNvSpPr/>
              <p:nvPr/>
            </p:nvSpPr>
            <p:spPr>
              <a:xfrm>
                <a:off x="3532680" y="2666520"/>
                <a:ext cx="274320" cy="105840"/>
              </a:xfrm>
              <a:custGeom>
                <a:avLst/>
                <a:gdLst>
                  <a:gd name="textAreaLeft" fmla="*/ 0 w 274320"/>
                  <a:gd name="textAreaRight" fmla="*/ 274680 w 274320"/>
                  <a:gd name="textAreaTop" fmla="*/ 0 h 105840"/>
                  <a:gd name="textAreaBottom" fmla="*/ 106200 h 10584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84" name="Freeform 247"/>
              <p:cNvSpPr/>
              <p:nvPr/>
            </p:nvSpPr>
            <p:spPr>
              <a:xfrm>
                <a:off x="3503880" y="2639520"/>
                <a:ext cx="331560" cy="74160"/>
              </a:xfrm>
              <a:custGeom>
                <a:avLst/>
                <a:gdLst>
                  <a:gd name="textAreaLeft" fmla="*/ 0 w 331560"/>
                  <a:gd name="textAreaRight" fmla="*/ 331920 w 331560"/>
                  <a:gd name="textAreaTop" fmla="*/ 0 h 74160"/>
                  <a:gd name="textAreaBottom" fmla="*/ 74520 h 741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85" name="Freeform 248"/>
              <p:cNvSpPr/>
              <p:nvPr/>
            </p:nvSpPr>
            <p:spPr>
              <a:xfrm>
                <a:off x="3721320" y="2702880"/>
                <a:ext cx="122040" cy="64800"/>
              </a:xfrm>
              <a:custGeom>
                <a:avLst/>
                <a:gdLst>
                  <a:gd name="textAreaLeft" fmla="*/ 0 w 122040"/>
                  <a:gd name="textAreaRight" fmla="*/ 122400 w 122040"/>
                  <a:gd name="textAreaTop" fmla="*/ 0 h 64800"/>
                  <a:gd name="textAreaBottom" fmla="*/ 65160 h 6480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160" rIns="90000" bIns="201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86" name="Freeform 249"/>
              <p:cNvSpPr/>
              <p:nvPr/>
            </p:nvSpPr>
            <p:spPr>
              <a:xfrm>
                <a:off x="3497760" y="2704680"/>
                <a:ext cx="120240" cy="63000"/>
              </a:xfrm>
              <a:custGeom>
                <a:avLst/>
                <a:gdLst>
                  <a:gd name="textAreaLeft" fmla="*/ 0 w 120240"/>
                  <a:gd name="textAreaRight" fmla="*/ 120600 w 120240"/>
                  <a:gd name="textAreaTop" fmla="*/ 0 h 63000"/>
                  <a:gd name="textAreaBottom" fmla="*/ 63360 h 6300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6487" name="Straight Connector 250"/>
              <p:cNvCxnSpPr/>
              <p:nvPr/>
            </p:nvCxnSpPr>
            <p:spPr>
              <a:xfrm flipH="1" flipV="1">
                <a:off x="3387960" y="2707560"/>
                <a:ext cx="1800" cy="828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6488" name="Straight Connector 251"/>
              <p:cNvCxnSpPr/>
              <p:nvPr/>
            </p:nvCxnSpPr>
            <p:spPr>
              <a:xfrm flipH="1" flipV="1">
                <a:off x="3951360" y="2706120"/>
                <a:ext cx="2160" cy="828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6489" name="Group 240"/>
            <p:cNvGrpSpPr/>
            <p:nvPr/>
          </p:nvGrpSpPr>
          <p:grpSpPr>
            <a:xfrm>
              <a:off x="3422520" y="2580840"/>
              <a:ext cx="434880" cy="364680"/>
              <a:chOff x="3422520" y="2580840"/>
              <a:chExt cx="434880" cy="364680"/>
            </a:xfrm>
          </p:grpSpPr>
          <p:sp>
            <p:nvSpPr>
              <p:cNvPr id="6490" name="Oval 241"/>
              <p:cNvSpPr/>
              <p:nvPr/>
            </p:nvSpPr>
            <p:spPr>
              <a:xfrm>
                <a:off x="3480840" y="2659680"/>
                <a:ext cx="356040" cy="23148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91" name="TextBox 242"/>
              <p:cNvSpPr/>
              <p:nvPr/>
            </p:nvSpPr>
            <p:spPr>
              <a:xfrm>
                <a:off x="3422520" y="2580840"/>
                <a:ext cx="4348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1b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492" name="Group 252"/>
          <p:cNvGrpSpPr/>
          <p:nvPr/>
        </p:nvGrpSpPr>
        <p:grpSpPr>
          <a:xfrm>
            <a:off x="3392280" y="3802320"/>
            <a:ext cx="565200" cy="364680"/>
            <a:chOff x="3392280" y="3802320"/>
            <a:chExt cx="565200" cy="364680"/>
          </a:xfrm>
        </p:grpSpPr>
        <p:grpSp>
          <p:nvGrpSpPr>
            <p:cNvPr id="6493" name="Group 327"/>
            <p:cNvGrpSpPr/>
            <p:nvPr/>
          </p:nvGrpSpPr>
          <p:grpSpPr>
            <a:xfrm>
              <a:off x="3392280" y="3822840"/>
              <a:ext cx="565200" cy="291600"/>
              <a:chOff x="3392280" y="3822840"/>
              <a:chExt cx="565200" cy="291600"/>
            </a:xfrm>
          </p:grpSpPr>
          <p:sp>
            <p:nvSpPr>
              <p:cNvPr id="6494" name="Oval 257"/>
              <p:cNvSpPr/>
              <p:nvPr/>
            </p:nvSpPr>
            <p:spPr>
              <a:xfrm flipV="1">
                <a:off x="3394080" y="3900600"/>
                <a:ext cx="563040" cy="21384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95" name="Rectangle 258"/>
              <p:cNvSpPr/>
              <p:nvPr/>
            </p:nvSpPr>
            <p:spPr>
              <a:xfrm>
                <a:off x="3392280" y="3932280"/>
                <a:ext cx="564840" cy="7596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1320" rIns="90000" bIns="313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96" name="Oval 259"/>
              <p:cNvSpPr/>
              <p:nvPr/>
            </p:nvSpPr>
            <p:spPr>
              <a:xfrm flipV="1">
                <a:off x="3392280" y="3822840"/>
                <a:ext cx="563040" cy="21384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97" name="Freeform 260"/>
              <p:cNvSpPr/>
              <p:nvPr/>
            </p:nvSpPr>
            <p:spPr>
              <a:xfrm>
                <a:off x="3536640" y="3888000"/>
                <a:ext cx="274320" cy="105840"/>
              </a:xfrm>
              <a:custGeom>
                <a:avLst/>
                <a:gdLst>
                  <a:gd name="textAreaLeft" fmla="*/ 0 w 274320"/>
                  <a:gd name="textAreaRight" fmla="*/ 274680 w 274320"/>
                  <a:gd name="textAreaTop" fmla="*/ 0 h 105840"/>
                  <a:gd name="textAreaBottom" fmla="*/ 106200 h 10584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98" name="Freeform 261"/>
              <p:cNvSpPr/>
              <p:nvPr/>
            </p:nvSpPr>
            <p:spPr>
              <a:xfrm>
                <a:off x="3508200" y="3861000"/>
                <a:ext cx="331560" cy="74160"/>
              </a:xfrm>
              <a:custGeom>
                <a:avLst/>
                <a:gdLst>
                  <a:gd name="textAreaLeft" fmla="*/ 0 w 331560"/>
                  <a:gd name="textAreaRight" fmla="*/ 331920 w 331560"/>
                  <a:gd name="textAreaTop" fmla="*/ 0 h 74160"/>
                  <a:gd name="textAreaBottom" fmla="*/ 74520 h 741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499" name="Freeform 262"/>
              <p:cNvSpPr/>
              <p:nvPr/>
            </p:nvSpPr>
            <p:spPr>
              <a:xfrm>
                <a:off x="3725640" y="3924360"/>
                <a:ext cx="122040" cy="64800"/>
              </a:xfrm>
              <a:custGeom>
                <a:avLst/>
                <a:gdLst>
                  <a:gd name="textAreaLeft" fmla="*/ 0 w 122040"/>
                  <a:gd name="textAreaRight" fmla="*/ 122400 w 122040"/>
                  <a:gd name="textAreaTop" fmla="*/ 0 h 64800"/>
                  <a:gd name="textAreaBottom" fmla="*/ 65160 h 6480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160" rIns="90000" bIns="201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00" name="Freeform 263"/>
              <p:cNvSpPr/>
              <p:nvPr/>
            </p:nvSpPr>
            <p:spPr>
              <a:xfrm>
                <a:off x="3501720" y="3925800"/>
                <a:ext cx="120240" cy="63000"/>
              </a:xfrm>
              <a:custGeom>
                <a:avLst/>
                <a:gdLst>
                  <a:gd name="textAreaLeft" fmla="*/ 0 w 120240"/>
                  <a:gd name="textAreaRight" fmla="*/ 120600 w 120240"/>
                  <a:gd name="textAreaTop" fmla="*/ 0 h 63000"/>
                  <a:gd name="textAreaBottom" fmla="*/ 63360 h 6300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6501" name="Straight Connector 264"/>
              <p:cNvCxnSpPr/>
              <p:nvPr/>
            </p:nvCxnSpPr>
            <p:spPr>
              <a:xfrm flipH="1" flipV="1">
                <a:off x="3392280" y="3929040"/>
                <a:ext cx="1800" cy="828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6502" name="Straight Connector 265"/>
              <p:cNvCxnSpPr/>
              <p:nvPr/>
            </p:nvCxnSpPr>
            <p:spPr>
              <a:xfrm flipH="1" flipV="1">
                <a:off x="3955680" y="3927240"/>
                <a:ext cx="2160" cy="831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6503" name="Group 254"/>
            <p:cNvGrpSpPr/>
            <p:nvPr/>
          </p:nvGrpSpPr>
          <p:grpSpPr>
            <a:xfrm>
              <a:off x="3426480" y="3802320"/>
              <a:ext cx="434880" cy="364680"/>
              <a:chOff x="3426480" y="3802320"/>
              <a:chExt cx="434880" cy="364680"/>
            </a:xfrm>
          </p:grpSpPr>
          <p:sp>
            <p:nvSpPr>
              <p:cNvPr id="6504" name="Oval 255"/>
              <p:cNvSpPr/>
              <p:nvPr/>
            </p:nvSpPr>
            <p:spPr>
              <a:xfrm>
                <a:off x="3484800" y="3880800"/>
                <a:ext cx="356040" cy="23148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05" name="TextBox 256"/>
              <p:cNvSpPr/>
              <p:nvPr/>
            </p:nvSpPr>
            <p:spPr>
              <a:xfrm>
                <a:off x="3426480" y="3802320"/>
                <a:ext cx="4348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1d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506" name="Group 266"/>
          <p:cNvGrpSpPr/>
          <p:nvPr/>
        </p:nvGrpSpPr>
        <p:grpSpPr>
          <a:xfrm>
            <a:off x="4253760" y="3192840"/>
            <a:ext cx="565200" cy="364680"/>
            <a:chOff x="4253760" y="3192840"/>
            <a:chExt cx="565200" cy="364680"/>
          </a:xfrm>
        </p:grpSpPr>
        <p:grpSp>
          <p:nvGrpSpPr>
            <p:cNvPr id="6507" name="Group 327"/>
            <p:cNvGrpSpPr/>
            <p:nvPr/>
          </p:nvGrpSpPr>
          <p:grpSpPr>
            <a:xfrm>
              <a:off x="4253760" y="3213000"/>
              <a:ext cx="565200" cy="291600"/>
              <a:chOff x="4253760" y="3213000"/>
              <a:chExt cx="565200" cy="291600"/>
            </a:xfrm>
          </p:grpSpPr>
          <p:sp>
            <p:nvSpPr>
              <p:cNvPr id="6508" name="Oval 271"/>
              <p:cNvSpPr/>
              <p:nvPr/>
            </p:nvSpPr>
            <p:spPr>
              <a:xfrm flipV="1">
                <a:off x="4255560" y="3290760"/>
                <a:ext cx="563040" cy="21384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09" name="Rectangle 272"/>
              <p:cNvSpPr/>
              <p:nvPr/>
            </p:nvSpPr>
            <p:spPr>
              <a:xfrm>
                <a:off x="4253760" y="3322800"/>
                <a:ext cx="564840" cy="7596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1320" rIns="90000" bIns="313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10" name="Oval 273"/>
              <p:cNvSpPr/>
              <p:nvPr/>
            </p:nvSpPr>
            <p:spPr>
              <a:xfrm flipV="1">
                <a:off x="4253760" y="3213000"/>
                <a:ext cx="563040" cy="21384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11" name="Freeform 274"/>
              <p:cNvSpPr/>
              <p:nvPr/>
            </p:nvSpPr>
            <p:spPr>
              <a:xfrm>
                <a:off x="4398120" y="3278160"/>
                <a:ext cx="274320" cy="105840"/>
              </a:xfrm>
              <a:custGeom>
                <a:avLst/>
                <a:gdLst>
                  <a:gd name="textAreaLeft" fmla="*/ 0 w 274320"/>
                  <a:gd name="textAreaRight" fmla="*/ 274680 w 274320"/>
                  <a:gd name="textAreaTop" fmla="*/ 0 h 105840"/>
                  <a:gd name="textAreaBottom" fmla="*/ 106200 h 10584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12" name="Freeform 275"/>
              <p:cNvSpPr/>
              <p:nvPr/>
            </p:nvSpPr>
            <p:spPr>
              <a:xfrm>
                <a:off x="4369680" y="3251160"/>
                <a:ext cx="331560" cy="74160"/>
              </a:xfrm>
              <a:custGeom>
                <a:avLst/>
                <a:gdLst>
                  <a:gd name="textAreaLeft" fmla="*/ 0 w 331560"/>
                  <a:gd name="textAreaRight" fmla="*/ 331920 w 331560"/>
                  <a:gd name="textAreaTop" fmla="*/ 0 h 74160"/>
                  <a:gd name="textAreaBottom" fmla="*/ 74520 h 741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13" name="Freeform 276"/>
              <p:cNvSpPr/>
              <p:nvPr/>
            </p:nvSpPr>
            <p:spPr>
              <a:xfrm>
                <a:off x="4587120" y="3314880"/>
                <a:ext cx="122040" cy="64800"/>
              </a:xfrm>
              <a:custGeom>
                <a:avLst/>
                <a:gdLst>
                  <a:gd name="textAreaLeft" fmla="*/ 0 w 122040"/>
                  <a:gd name="textAreaRight" fmla="*/ 122400 w 122040"/>
                  <a:gd name="textAreaTop" fmla="*/ 0 h 64800"/>
                  <a:gd name="textAreaBottom" fmla="*/ 65160 h 6480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160" rIns="90000" bIns="201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14" name="Freeform 277"/>
              <p:cNvSpPr/>
              <p:nvPr/>
            </p:nvSpPr>
            <p:spPr>
              <a:xfrm>
                <a:off x="4363200" y="3316320"/>
                <a:ext cx="120240" cy="63000"/>
              </a:xfrm>
              <a:custGeom>
                <a:avLst/>
                <a:gdLst>
                  <a:gd name="textAreaLeft" fmla="*/ 0 w 120240"/>
                  <a:gd name="textAreaRight" fmla="*/ 120600 w 120240"/>
                  <a:gd name="textAreaTop" fmla="*/ 0 h 63000"/>
                  <a:gd name="textAreaBottom" fmla="*/ 63360 h 6300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6515" name="Straight Connector 278"/>
              <p:cNvCxnSpPr/>
              <p:nvPr/>
            </p:nvCxnSpPr>
            <p:spPr>
              <a:xfrm flipH="1" flipV="1">
                <a:off x="4253760" y="3319200"/>
                <a:ext cx="1800" cy="831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6516" name="Straight Connector 279"/>
              <p:cNvCxnSpPr/>
              <p:nvPr/>
            </p:nvCxnSpPr>
            <p:spPr>
              <a:xfrm flipH="1" flipV="1">
                <a:off x="4817160" y="3317760"/>
                <a:ext cx="2160" cy="828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6517" name="Group 268"/>
            <p:cNvGrpSpPr/>
            <p:nvPr/>
          </p:nvGrpSpPr>
          <p:grpSpPr>
            <a:xfrm>
              <a:off x="4287960" y="3192840"/>
              <a:ext cx="422280" cy="364680"/>
              <a:chOff x="4287960" y="3192840"/>
              <a:chExt cx="422280" cy="364680"/>
            </a:xfrm>
          </p:grpSpPr>
          <p:sp>
            <p:nvSpPr>
              <p:cNvPr id="6518" name="Oval 269"/>
              <p:cNvSpPr/>
              <p:nvPr/>
            </p:nvSpPr>
            <p:spPr>
              <a:xfrm>
                <a:off x="4346640" y="3271320"/>
                <a:ext cx="356040" cy="23148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19" name="TextBox 270"/>
              <p:cNvSpPr/>
              <p:nvPr/>
            </p:nvSpPr>
            <p:spPr>
              <a:xfrm>
                <a:off x="4287960" y="3192840"/>
                <a:ext cx="4222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1c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520" name="Group 280"/>
          <p:cNvGrpSpPr/>
          <p:nvPr/>
        </p:nvGrpSpPr>
        <p:grpSpPr>
          <a:xfrm>
            <a:off x="2485080" y="3186360"/>
            <a:ext cx="565200" cy="364680"/>
            <a:chOff x="2485080" y="3186360"/>
            <a:chExt cx="565200" cy="364680"/>
          </a:xfrm>
        </p:grpSpPr>
        <p:grpSp>
          <p:nvGrpSpPr>
            <p:cNvPr id="6521" name="Group 327"/>
            <p:cNvGrpSpPr/>
            <p:nvPr/>
          </p:nvGrpSpPr>
          <p:grpSpPr>
            <a:xfrm>
              <a:off x="2485080" y="3206880"/>
              <a:ext cx="565200" cy="291600"/>
              <a:chOff x="2485080" y="3206880"/>
              <a:chExt cx="565200" cy="291600"/>
            </a:xfrm>
          </p:grpSpPr>
          <p:sp>
            <p:nvSpPr>
              <p:cNvPr id="6522" name="Oval 285"/>
              <p:cNvSpPr/>
              <p:nvPr/>
            </p:nvSpPr>
            <p:spPr>
              <a:xfrm flipV="1">
                <a:off x="2486880" y="3284640"/>
                <a:ext cx="563040" cy="21384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23" name="Rectangle 286"/>
              <p:cNvSpPr/>
              <p:nvPr/>
            </p:nvSpPr>
            <p:spPr>
              <a:xfrm>
                <a:off x="2485440" y="3316320"/>
                <a:ext cx="564840" cy="7596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1320" rIns="90000" bIns="313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24" name="Oval 287"/>
              <p:cNvSpPr/>
              <p:nvPr/>
            </p:nvSpPr>
            <p:spPr>
              <a:xfrm flipV="1">
                <a:off x="2485440" y="3206880"/>
                <a:ext cx="563040" cy="21384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25" name="Freeform 288"/>
              <p:cNvSpPr/>
              <p:nvPr/>
            </p:nvSpPr>
            <p:spPr>
              <a:xfrm>
                <a:off x="2629800" y="3272040"/>
                <a:ext cx="274320" cy="105840"/>
              </a:xfrm>
              <a:custGeom>
                <a:avLst/>
                <a:gdLst>
                  <a:gd name="textAreaLeft" fmla="*/ 0 w 274320"/>
                  <a:gd name="textAreaRight" fmla="*/ 274680 w 274320"/>
                  <a:gd name="textAreaTop" fmla="*/ 0 h 105840"/>
                  <a:gd name="textAreaBottom" fmla="*/ 106200 h 10584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26" name="Freeform 289"/>
              <p:cNvSpPr/>
              <p:nvPr/>
            </p:nvSpPr>
            <p:spPr>
              <a:xfrm>
                <a:off x="2601360" y="3245040"/>
                <a:ext cx="331560" cy="74160"/>
              </a:xfrm>
              <a:custGeom>
                <a:avLst/>
                <a:gdLst>
                  <a:gd name="textAreaLeft" fmla="*/ 0 w 331560"/>
                  <a:gd name="textAreaRight" fmla="*/ 331920 w 331560"/>
                  <a:gd name="textAreaTop" fmla="*/ 0 h 74160"/>
                  <a:gd name="textAreaBottom" fmla="*/ 74520 h 741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27" name="Freeform 290"/>
              <p:cNvSpPr/>
              <p:nvPr/>
            </p:nvSpPr>
            <p:spPr>
              <a:xfrm>
                <a:off x="2818800" y="3308400"/>
                <a:ext cx="122040" cy="64800"/>
              </a:xfrm>
              <a:custGeom>
                <a:avLst/>
                <a:gdLst>
                  <a:gd name="textAreaLeft" fmla="*/ 0 w 122040"/>
                  <a:gd name="textAreaRight" fmla="*/ 122400 w 122040"/>
                  <a:gd name="textAreaTop" fmla="*/ 0 h 64800"/>
                  <a:gd name="textAreaBottom" fmla="*/ 65160 h 6480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160" rIns="90000" bIns="201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28" name="Freeform 291"/>
              <p:cNvSpPr/>
              <p:nvPr/>
            </p:nvSpPr>
            <p:spPr>
              <a:xfrm>
                <a:off x="2594880" y="3309840"/>
                <a:ext cx="120240" cy="63000"/>
              </a:xfrm>
              <a:custGeom>
                <a:avLst/>
                <a:gdLst>
                  <a:gd name="textAreaLeft" fmla="*/ 0 w 120240"/>
                  <a:gd name="textAreaRight" fmla="*/ 120600 w 120240"/>
                  <a:gd name="textAreaTop" fmla="*/ 0 h 63000"/>
                  <a:gd name="textAreaBottom" fmla="*/ 63360 h 6300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6529" name="Straight Connector 292"/>
              <p:cNvCxnSpPr/>
              <p:nvPr/>
            </p:nvCxnSpPr>
            <p:spPr>
              <a:xfrm flipH="1" flipV="1">
                <a:off x="2485080" y="3313080"/>
                <a:ext cx="2160" cy="828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6530" name="Straight Connector 293"/>
              <p:cNvCxnSpPr/>
              <p:nvPr/>
            </p:nvCxnSpPr>
            <p:spPr>
              <a:xfrm flipH="1" flipV="1">
                <a:off x="3048840" y="3311280"/>
                <a:ext cx="1800" cy="831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6531" name="Group 282"/>
            <p:cNvGrpSpPr/>
            <p:nvPr/>
          </p:nvGrpSpPr>
          <p:grpSpPr>
            <a:xfrm>
              <a:off x="2519640" y="3186360"/>
              <a:ext cx="434880" cy="364680"/>
              <a:chOff x="2519640" y="3186360"/>
              <a:chExt cx="434880" cy="364680"/>
            </a:xfrm>
          </p:grpSpPr>
          <p:sp>
            <p:nvSpPr>
              <p:cNvPr id="6532" name="Oval 283"/>
              <p:cNvSpPr/>
              <p:nvPr/>
            </p:nvSpPr>
            <p:spPr>
              <a:xfrm>
                <a:off x="2577960" y="3264840"/>
                <a:ext cx="356040" cy="23148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533" name="TextBox 284"/>
              <p:cNvSpPr/>
              <p:nvPr/>
            </p:nvSpPr>
            <p:spPr>
              <a:xfrm>
                <a:off x="2519640" y="3186360"/>
                <a:ext cx="4348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1a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cxnSp>
        <p:nvCxnSpPr>
          <p:cNvPr id="6534" name="Straight Connector 294"/>
          <p:cNvCxnSpPr>
            <a:stCxn id="6491" idx="2"/>
            <a:endCxn id="6505" idx="0"/>
          </p:cNvCxnSpPr>
          <p:nvPr/>
        </p:nvCxnSpPr>
        <p:spPr>
          <a:xfrm>
            <a:off x="3643200" y="2949840"/>
            <a:ext cx="4320" cy="852840"/>
          </a:xfrm>
          <a:prstGeom prst="straightConnector1">
            <a:avLst/>
          </a:prstGeom>
          <a:ln w="19050">
            <a:solidFill>
              <a:srgbClr val="000090"/>
            </a:solidFill>
            <a:prstDash val="dash"/>
            <a:round/>
          </a:ln>
        </p:spPr>
      </p:cxnSp>
      <p:cxnSp>
        <p:nvCxnSpPr>
          <p:cNvPr id="6535" name="Straight Connector 295"/>
          <p:cNvCxnSpPr/>
          <p:nvPr/>
        </p:nvCxnSpPr>
        <p:spPr>
          <a:xfrm>
            <a:off x="3059280" y="3356280"/>
            <a:ext cx="1205280" cy="6480"/>
          </a:xfrm>
          <a:prstGeom prst="straightConnector1">
            <a:avLst/>
          </a:prstGeom>
          <a:ln w="19050">
            <a:solidFill>
              <a:srgbClr val="000090"/>
            </a:solidFill>
            <a:prstDash val="dash"/>
            <a:round/>
          </a:ln>
        </p:spPr>
      </p:cxnSp>
      <p:cxnSp>
        <p:nvCxnSpPr>
          <p:cNvPr id="6536" name="Straight Connector 296"/>
          <p:cNvCxnSpPr>
            <a:stCxn id="6480" idx="7"/>
          </p:cNvCxnSpPr>
          <p:nvPr/>
        </p:nvCxnSpPr>
        <p:spPr>
          <a:xfrm>
            <a:off x="3870360" y="2862000"/>
            <a:ext cx="480600" cy="370080"/>
          </a:xfrm>
          <a:prstGeom prst="straightConnector1">
            <a:avLst/>
          </a:prstGeom>
          <a:ln w="19050">
            <a:solidFill>
              <a:srgbClr val="000090"/>
            </a:solidFill>
            <a:prstDash val="dash"/>
            <a:round/>
          </a:ln>
        </p:spPr>
      </p:cxnSp>
      <p:cxnSp>
        <p:nvCxnSpPr>
          <p:cNvPr id="6537" name="Straight Connector 297"/>
          <p:cNvCxnSpPr/>
          <p:nvPr/>
        </p:nvCxnSpPr>
        <p:spPr>
          <a:xfrm>
            <a:off x="2952000" y="3493800"/>
            <a:ext cx="478080" cy="357480"/>
          </a:xfrm>
          <a:prstGeom prst="straightConnector1">
            <a:avLst/>
          </a:prstGeom>
          <a:ln w="19050">
            <a:solidFill>
              <a:srgbClr val="000090"/>
            </a:solidFill>
            <a:prstDash val="dash"/>
            <a:round/>
          </a:ln>
        </p:spPr>
      </p:cxnSp>
      <p:cxnSp>
        <p:nvCxnSpPr>
          <p:cNvPr id="6538" name="Straight Connector 298"/>
          <p:cNvCxnSpPr/>
          <p:nvPr/>
        </p:nvCxnSpPr>
        <p:spPr>
          <a:xfrm flipH="1">
            <a:off x="3848040" y="3490920"/>
            <a:ext cx="508320" cy="349560"/>
          </a:xfrm>
          <a:prstGeom prst="straightConnector1">
            <a:avLst/>
          </a:prstGeom>
          <a:ln w="19050">
            <a:solidFill>
              <a:srgbClr val="000090"/>
            </a:solidFill>
            <a:prstDash val="dash"/>
            <a:round/>
          </a:ln>
        </p:spPr>
      </p:cxnSp>
      <p:cxnSp>
        <p:nvCxnSpPr>
          <p:cNvPr id="6539" name="Straight Connector 299"/>
          <p:cNvCxnSpPr/>
          <p:nvPr/>
        </p:nvCxnSpPr>
        <p:spPr>
          <a:xfrm flipH="1">
            <a:off x="2939400" y="2874600"/>
            <a:ext cx="508320" cy="349560"/>
          </a:xfrm>
          <a:prstGeom prst="straightConnector1">
            <a:avLst/>
          </a:prstGeom>
          <a:ln w="19050">
            <a:solidFill>
              <a:srgbClr val="000090"/>
            </a:solidFill>
            <a:prstDash val="dash"/>
            <a:round/>
          </a:ln>
        </p:spPr>
      </p:cxnSp>
      <p:grpSp>
        <p:nvGrpSpPr>
          <p:cNvPr id="6540" name="Group 300"/>
          <p:cNvGrpSpPr/>
          <p:nvPr/>
        </p:nvGrpSpPr>
        <p:grpSpPr>
          <a:xfrm>
            <a:off x="4858920" y="1645560"/>
            <a:ext cx="2712600" cy="1853280"/>
            <a:chOff x="4858920" y="1645560"/>
            <a:chExt cx="2712600" cy="1853280"/>
          </a:xfrm>
        </p:grpSpPr>
        <p:sp>
          <p:nvSpPr>
            <p:cNvPr id="6541" name="Freeform 2"/>
            <p:cNvSpPr/>
            <p:nvPr/>
          </p:nvSpPr>
          <p:spPr>
            <a:xfrm>
              <a:off x="4858920" y="1645560"/>
              <a:ext cx="2712600" cy="1853280"/>
            </a:xfrm>
            <a:custGeom>
              <a:avLst/>
              <a:gdLst>
                <a:gd name="textAreaLeft" fmla="*/ 0 w 2712600"/>
                <a:gd name="textAreaRight" fmla="*/ 2712960 w 2712600"/>
                <a:gd name="textAreaTop" fmla="*/ 0 h 1853280"/>
                <a:gd name="textAreaBottom" fmla="*/ 1853640 h 1853280"/>
                <a:gd name="GluePoint1X" fmla="*/ 45 w 10000"/>
                <a:gd name="GluePoint1Y" fmla="*/ 5036 h 10795"/>
                <a:gd name="GluePoint2X" fmla="*/ 2738 w 10000"/>
                <a:gd name="GluePoint2Y" fmla="*/ 2811 h 10795"/>
                <a:gd name="GluePoint3X" fmla="*/ 4886 w 10000"/>
                <a:gd name="GluePoint3Y" fmla="*/ 4 h 10795"/>
                <a:gd name="GluePoint4X" fmla="*/ 8068 w 10000"/>
                <a:gd name="GluePoint4Y" fmla="*/ 2813 h 10795"/>
                <a:gd name="GluePoint5X" fmla="*/ 9996 w 10000"/>
                <a:gd name="GluePoint5Y" fmla="*/ 5413 h 10795"/>
                <a:gd name="GluePoint6X" fmla="*/ 8476 w 10000"/>
                <a:gd name="GluePoint6Y" fmla="*/ 7306 h 10795"/>
                <a:gd name="GluePoint7X" fmla="*/ 5202 w 10000"/>
                <a:gd name="GluePoint7Y" fmla="*/ 10795 h 10795"/>
                <a:gd name="GluePoint8X" fmla="*/ 2753 w 10000"/>
                <a:gd name="GluePoint8Y" fmla="*/ 7683 h 10795"/>
                <a:gd name="GluePoint9X" fmla="*/ 1375 w 10000"/>
                <a:gd name="GluePoint9Y" fmla="*/ 7365 h 10795"/>
                <a:gd name="GluePoint10X" fmla="*/ 45 w 10000"/>
                <a:gd name="GluePoint10Y" fmla="*/ 5036 h 107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42" name="Group 302"/>
            <p:cNvGrpSpPr/>
            <p:nvPr/>
          </p:nvGrpSpPr>
          <p:grpSpPr>
            <a:xfrm>
              <a:off x="5094000" y="1796400"/>
              <a:ext cx="2333520" cy="1586160"/>
              <a:chOff x="5094000" y="1796400"/>
              <a:chExt cx="2333520" cy="1586160"/>
            </a:xfrm>
          </p:grpSpPr>
          <p:grpSp>
            <p:nvGrpSpPr>
              <p:cNvPr id="6543" name="Group 303"/>
              <p:cNvGrpSpPr/>
              <p:nvPr/>
            </p:nvGrpSpPr>
            <p:grpSpPr>
              <a:xfrm>
                <a:off x="5996880" y="1796400"/>
                <a:ext cx="565200" cy="364680"/>
                <a:chOff x="5996880" y="1796400"/>
                <a:chExt cx="565200" cy="364680"/>
              </a:xfrm>
            </p:grpSpPr>
            <p:grpSp>
              <p:nvGrpSpPr>
                <p:cNvPr id="6544" name="Group 327"/>
                <p:cNvGrpSpPr/>
                <p:nvPr/>
              </p:nvGrpSpPr>
              <p:grpSpPr>
                <a:xfrm>
                  <a:off x="5996880" y="1816920"/>
                  <a:ext cx="565200" cy="291600"/>
                  <a:chOff x="5996880" y="1816920"/>
                  <a:chExt cx="565200" cy="291600"/>
                </a:xfrm>
              </p:grpSpPr>
              <p:sp>
                <p:nvSpPr>
                  <p:cNvPr id="6545" name="Oval 356"/>
                  <p:cNvSpPr/>
                  <p:nvPr/>
                </p:nvSpPr>
                <p:spPr>
                  <a:xfrm flipV="1">
                    <a:off x="5998680" y="1894680"/>
                    <a:ext cx="563040" cy="2138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46" name="Rectangle 357"/>
                  <p:cNvSpPr/>
                  <p:nvPr/>
                </p:nvSpPr>
                <p:spPr>
                  <a:xfrm>
                    <a:off x="5996880" y="1926360"/>
                    <a:ext cx="564840" cy="759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31320" rIns="90000" bIns="31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47" name="Oval 358"/>
                  <p:cNvSpPr/>
                  <p:nvPr/>
                </p:nvSpPr>
                <p:spPr>
                  <a:xfrm flipV="1">
                    <a:off x="5996880" y="1816920"/>
                    <a:ext cx="563040" cy="2138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48" name="Freeform 359"/>
                  <p:cNvSpPr/>
                  <p:nvPr/>
                </p:nvSpPr>
                <p:spPr>
                  <a:xfrm>
                    <a:off x="6141240" y="1882080"/>
                    <a:ext cx="274320" cy="105840"/>
                  </a:xfrm>
                  <a:custGeom>
                    <a:avLst/>
                    <a:gdLst>
                      <a:gd name="textAreaLeft" fmla="*/ 0 w 274320"/>
                      <a:gd name="textAreaRight" fmla="*/ 274680 w 274320"/>
                      <a:gd name="textAreaTop" fmla="*/ 0 h 105840"/>
                      <a:gd name="textAreaBottom" fmla="*/ 106200 h 1058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49" name="Freeform 360"/>
                  <p:cNvSpPr/>
                  <p:nvPr/>
                </p:nvSpPr>
                <p:spPr>
                  <a:xfrm>
                    <a:off x="6112800" y="1855080"/>
                    <a:ext cx="331560" cy="74160"/>
                  </a:xfrm>
                  <a:custGeom>
                    <a:avLst/>
                    <a:gdLst>
                      <a:gd name="textAreaLeft" fmla="*/ 0 w 331560"/>
                      <a:gd name="textAreaRight" fmla="*/ 331920 w 331560"/>
                      <a:gd name="textAreaTop" fmla="*/ 0 h 74160"/>
                      <a:gd name="textAreaBottom" fmla="*/ 74520 h 741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9520" rIns="90000" bIns="295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50" name="Freeform 361"/>
                  <p:cNvSpPr/>
                  <p:nvPr/>
                </p:nvSpPr>
                <p:spPr>
                  <a:xfrm>
                    <a:off x="6330240" y="1918440"/>
                    <a:ext cx="122040" cy="64800"/>
                  </a:xfrm>
                  <a:custGeom>
                    <a:avLst/>
                    <a:gdLst>
                      <a:gd name="textAreaLeft" fmla="*/ 0 w 122040"/>
                      <a:gd name="textAreaRight" fmla="*/ 122400 w 122040"/>
                      <a:gd name="textAreaTop" fmla="*/ 0 h 64800"/>
                      <a:gd name="textAreaBottom" fmla="*/ 65160 h 6480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0160" rIns="90000" bIns="201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51" name="Freeform 362"/>
                  <p:cNvSpPr/>
                  <p:nvPr/>
                </p:nvSpPr>
                <p:spPr>
                  <a:xfrm>
                    <a:off x="6106320" y="1919880"/>
                    <a:ext cx="120240" cy="63000"/>
                  </a:xfrm>
                  <a:custGeom>
                    <a:avLst/>
                    <a:gdLst>
                      <a:gd name="textAreaLeft" fmla="*/ 0 w 120240"/>
                      <a:gd name="textAreaRight" fmla="*/ 120600 w 120240"/>
                      <a:gd name="textAreaTop" fmla="*/ 0 h 63000"/>
                      <a:gd name="textAreaBottom" fmla="*/ 63360 h 630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6552" name="Straight Connector 363"/>
                  <p:cNvCxnSpPr/>
                  <p:nvPr/>
                </p:nvCxnSpPr>
                <p:spPr>
                  <a:xfrm flipH="1" flipV="1">
                    <a:off x="5996880" y="1923120"/>
                    <a:ext cx="180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6553" name="Straight Connector 364"/>
                  <p:cNvCxnSpPr/>
                  <p:nvPr/>
                </p:nvCxnSpPr>
                <p:spPr>
                  <a:xfrm flipH="1" flipV="1">
                    <a:off x="6560280" y="1921320"/>
                    <a:ext cx="2160" cy="831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6554" name="Group 353"/>
                <p:cNvGrpSpPr/>
                <p:nvPr/>
              </p:nvGrpSpPr>
              <p:grpSpPr>
                <a:xfrm>
                  <a:off x="6031080" y="1796400"/>
                  <a:ext cx="434880" cy="364680"/>
                  <a:chOff x="6031080" y="1796400"/>
                  <a:chExt cx="434880" cy="364680"/>
                </a:xfrm>
              </p:grpSpPr>
              <p:sp>
                <p:nvSpPr>
                  <p:cNvPr id="6555" name="Oval 354"/>
                  <p:cNvSpPr/>
                  <p:nvPr/>
                </p:nvSpPr>
                <p:spPr>
                  <a:xfrm>
                    <a:off x="6089760" y="1874880"/>
                    <a:ext cx="356040" cy="23148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56" name="TextBox 355"/>
                  <p:cNvSpPr/>
                  <p:nvPr/>
                </p:nvSpPr>
                <p:spPr>
                  <a:xfrm>
                    <a:off x="6031080" y="1796400"/>
                    <a:ext cx="43488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2b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6557" name="Group 304"/>
              <p:cNvGrpSpPr/>
              <p:nvPr/>
            </p:nvGrpSpPr>
            <p:grpSpPr>
              <a:xfrm>
                <a:off x="6000840" y="3017880"/>
                <a:ext cx="565200" cy="364680"/>
                <a:chOff x="6000840" y="3017880"/>
                <a:chExt cx="565200" cy="364680"/>
              </a:xfrm>
            </p:grpSpPr>
            <p:grpSp>
              <p:nvGrpSpPr>
                <p:cNvPr id="6558" name="Group 327"/>
                <p:cNvGrpSpPr/>
                <p:nvPr/>
              </p:nvGrpSpPr>
              <p:grpSpPr>
                <a:xfrm>
                  <a:off x="6000840" y="3038040"/>
                  <a:ext cx="565200" cy="291600"/>
                  <a:chOff x="6000840" y="3038040"/>
                  <a:chExt cx="565200" cy="291600"/>
                </a:xfrm>
              </p:grpSpPr>
              <p:sp>
                <p:nvSpPr>
                  <p:cNvPr id="6559" name="Oval 343"/>
                  <p:cNvSpPr/>
                  <p:nvPr/>
                </p:nvSpPr>
                <p:spPr>
                  <a:xfrm flipV="1">
                    <a:off x="6002640" y="3115800"/>
                    <a:ext cx="563040" cy="2138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60" name="Rectangle 344"/>
                  <p:cNvSpPr/>
                  <p:nvPr/>
                </p:nvSpPr>
                <p:spPr>
                  <a:xfrm>
                    <a:off x="6001200" y="3147840"/>
                    <a:ext cx="564840" cy="759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31320" rIns="90000" bIns="31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61" name="Oval 345"/>
                  <p:cNvSpPr/>
                  <p:nvPr/>
                </p:nvSpPr>
                <p:spPr>
                  <a:xfrm flipV="1">
                    <a:off x="6001200" y="3038040"/>
                    <a:ext cx="563040" cy="2138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62" name="Freeform 346"/>
                  <p:cNvSpPr/>
                  <p:nvPr/>
                </p:nvSpPr>
                <p:spPr>
                  <a:xfrm>
                    <a:off x="6145560" y="3103200"/>
                    <a:ext cx="274320" cy="105840"/>
                  </a:xfrm>
                  <a:custGeom>
                    <a:avLst/>
                    <a:gdLst>
                      <a:gd name="textAreaLeft" fmla="*/ 0 w 274320"/>
                      <a:gd name="textAreaRight" fmla="*/ 274680 w 274320"/>
                      <a:gd name="textAreaTop" fmla="*/ 0 h 105840"/>
                      <a:gd name="textAreaBottom" fmla="*/ 106200 h 1058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63" name="Freeform 347"/>
                  <p:cNvSpPr/>
                  <p:nvPr/>
                </p:nvSpPr>
                <p:spPr>
                  <a:xfrm>
                    <a:off x="6117120" y="3076200"/>
                    <a:ext cx="331560" cy="74160"/>
                  </a:xfrm>
                  <a:custGeom>
                    <a:avLst/>
                    <a:gdLst>
                      <a:gd name="textAreaLeft" fmla="*/ 0 w 331560"/>
                      <a:gd name="textAreaRight" fmla="*/ 331920 w 331560"/>
                      <a:gd name="textAreaTop" fmla="*/ 0 h 74160"/>
                      <a:gd name="textAreaBottom" fmla="*/ 74520 h 741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9520" rIns="90000" bIns="295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64" name="Freeform 348"/>
                  <p:cNvSpPr/>
                  <p:nvPr/>
                </p:nvSpPr>
                <p:spPr>
                  <a:xfrm>
                    <a:off x="6334560" y="3139920"/>
                    <a:ext cx="122040" cy="64800"/>
                  </a:xfrm>
                  <a:custGeom>
                    <a:avLst/>
                    <a:gdLst>
                      <a:gd name="textAreaLeft" fmla="*/ 0 w 122040"/>
                      <a:gd name="textAreaRight" fmla="*/ 122400 w 122040"/>
                      <a:gd name="textAreaTop" fmla="*/ 0 h 64800"/>
                      <a:gd name="textAreaBottom" fmla="*/ 65160 h 6480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0160" rIns="90000" bIns="201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65" name="Freeform 349"/>
                  <p:cNvSpPr/>
                  <p:nvPr/>
                </p:nvSpPr>
                <p:spPr>
                  <a:xfrm>
                    <a:off x="6110640" y="3141360"/>
                    <a:ext cx="120240" cy="63000"/>
                  </a:xfrm>
                  <a:custGeom>
                    <a:avLst/>
                    <a:gdLst>
                      <a:gd name="textAreaLeft" fmla="*/ 0 w 120240"/>
                      <a:gd name="textAreaRight" fmla="*/ 120600 w 120240"/>
                      <a:gd name="textAreaTop" fmla="*/ 0 h 63000"/>
                      <a:gd name="textAreaBottom" fmla="*/ 63360 h 630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6566" name="Straight Connector 350"/>
                  <p:cNvCxnSpPr/>
                  <p:nvPr/>
                </p:nvCxnSpPr>
                <p:spPr>
                  <a:xfrm flipH="1" flipV="1">
                    <a:off x="6000840" y="3144240"/>
                    <a:ext cx="2160" cy="831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6567" name="Straight Connector 351"/>
                  <p:cNvCxnSpPr/>
                  <p:nvPr/>
                </p:nvCxnSpPr>
                <p:spPr>
                  <a:xfrm flipH="1" flipV="1">
                    <a:off x="6564600" y="3142800"/>
                    <a:ext cx="180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6568" name="Group 340"/>
                <p:cNvGrpSpPr/>
                <p:nvPr/>
              </p:nvGrpSpPr>
              <p:grpSpPr>
                <a:xfrm>
                  <a:off x="6035400" y="3017880"/>
                  <a:ext cx="434880" cy="364680"/>
                  <a:chOff x="6035400" y="3017880"/>
                  <a:chExt cx="434880" cy="364680"/>
                </a:xfrm>
              </p:grpSpPr>
              <p:sp>
                <p:nvSpPr>
                  <p:cNvPr id="6569" name="Oval 341"/>
                  <p:cNvSpPr/>
                  <p:nvPr/>
                </p:nvSpPr>
                <p:spPr>
                  <a:xfrm>
                    <a:off x="6093720" y="3096360"/>
                    <a:ext cx="356040" cy="23148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70" name="TextBox 342"/>
                  <p:cNvSpPr/>
                  <p:nvPr/>
                </p:nvSpPr>
                <p:spPr>
                  <a:xfrm>
                    <a:off x="6035400" y="3017880"/>
                    <a:ext cx="43488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2d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6571" name="Group 305"/>
              <p:cNvGrpSpPr/>
              <p:nvPr/>
            </p:nvGrpSpPr>
            <p:grpSpPr>
              <a:xfrm>
                <a:off x="6862320" y="2408040"/>
                <a:ext cx="565200" cy="364680"/>
                <a:chOff x="6862320" y="2408040"/>
                <a:chExt cx="565200" cy="364680"/>
              </a:xfrm>
            </p:grpSpPr>
            <p:grpSp>
              <p:nvGrpSpPr>
                <p:cNvPr id="6572" name="Group 327"/>
                <p:cNvGrpSpPr/>
                <p:nvPr/>
              </p:nvGrpSpPr>
              <p:grpSpPr>
                <a:xfrm>
                  <a:off x="6862320" y="2428560"/>
                  <a:ext cx="565200" cy="291600"/>
                  <a:chOff x="6862320" y="2428560"/>
                  <a:chExt cx="565200" cy="291600"/>
                </a:xfrm>
              </p:grpSpPr>
              <p:sp>
                <p:nvSpPr>
                  <p:cNvPr id="6573" name="Oval 330"/>
                  <p:cNvSpPr/>
                  <p:nvPr/>
                </p:nvSpPr>
                <p:spPr>
                  <a:xfrm flipV="1">
                    <a:off x="6864120" y="2506320"/>
                    <a:ext cx="563040" cy="2138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74" name="Rectangle 331"/>
                  <p:cNvSpPr/>
                  <p:nvPr/>
                </p:nvSpPr>
                <p:spPr>
                  <a:xfrm>
                    <a:off x="6862680" y="2538000"/>
                    <a:ext cx="564840" cy="759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31320" rIns="90000" bIns="31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75" name="Oval 332"/>
                  <p:cNvSpPr/>
                  <p:nvPr/>
                </p:nvSpPr>
                <p:spPr>
                  <a:xfrm flipV="1">
                    <a:off x="6862680" y="2428560"/>
                    <a:ext cx="563040" cy="2138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76" name="Freeform 333"/>
                  <p:cNvSpPr/>
                  <p:nvPr/>
                </p:nvSpPr>
                <p:spPr>
                  <a:xfrm>
                    <a:off x="7007040" y="2493720"/>
                    <a:ext cx="274320" cy="105840"/>
                  </a:xfrm>
                  <a:custGeom>
                    <a:avLst/>
                    <a:gdLst>
                      <a:gd name="textAreaLeft" fmla="*/ 0 w 274320"/>
                      <a:gd name="textAreaRight" fmla="*/ 274680 w 274320"/>
                      <a:gd name="textAreaTop" fmla="*/ 0 h 105840"/>
                      <a:gd name="textAreaBottom" fmla="*/ 106200 h 1058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77" name="Freeform 334"/>
                  <p:cNvSpPr/>
                  <p:nvPr/>
                </p:nvSpPr>
                <p:spPr>
                  <a:xfrm>
                    <a:off x="6978600" y="2466720"/>
                    <a:ext cx="331560" cy="74160"/>
                  </a:xfrm>
                  <a:custGeom>
                    <a:avLst/>
                    <a:gdLst>
                      <a:gd name="textAreaLeft" fmla="*/ 0 w 331560"/>
                      <a:gd name="textAreaRight" fmla="*/ 331920 w 331560"/>
                      <a:gd name="textAreaTop" fmla="*/ 0 h 74160"/>
                      <a:gd name="textAreaBottom" fmla="*/ 74520 h 741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9520" rIns="90000" bIns="295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78" name="Freeform 335"/>
                  <p:cNvSpPr/>
                  <p:nvPr/>
                </p:nvSpPr>
                <p:spPr>
                  <a:xfrm>
                    <a:off x="7196040" y="2530080"/>
                    <a:ext cx="122040" cy="64800"/>
                  </a:xfrm>
                  <a:custGeom>
                    <a:avLst/>
                    <a:gdLst>
                      <a:gd name="textAreaLeft" fmla="*/ 0 w 122040"/>
                      <a:gd name="textAreaRight" fmla="*/ 122400 w 122040"/>
                      <a:gd name="textAreaTop" fmla="*/ 0 h 64800"/>
                      <a:gd name="textAreaBottom" fmla="*/ 65160 h 6480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0160" rIns="90000" bIns="201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79" name="Freeform 336"/>
                  <p:cNvSpPr/>
                  <p:nvPr/>
                </p:nvSpPr>
                <p:spPr>
                  <a:xfrm>
                    <a:off x="6972120" y="2531880"/>
                    <a:ext cx="120240" cy="63000"/>
                  </a:xfrm>
                  <a:custGeom>
                    <a:avLst/>
                    <a:gdLst>
                      <a:gd name="textAreaLeft" fmla="*/ 0 w 120240"/>
                      <a:gd name="textAreaRight" fmla="*/ 120600 w 120240"/>
                      <a:gd name="textAreaTop" fmla="*/ 0 h 63000"/>
                      <a:gd name="textAreaBottom" fmla="*/ 63360 h 630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6580" name="Straight Connector 337"/>
                  <p:cNvCxnSpPr/>
                  <p:nvPr/>
                </p:nvCxnSpPr>
                <p:spPr>
                  <a:xfrm flipH="1" flipV="1">
                    <a:off x="6862320" y="2534760"/>
                    <a:ext cx="216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6581" name="Straight Connector 338"/>
                  <p:cNvCxnSpPr/>
                  <p:nvPr/>
                </p:nvCxnSpPr>
                <p:spPr>
                  <a:xfrm flipH="1" flipV="1">
                    <a:off x="7426080" y="2533320"/>
                    <a:ext cx="180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6582" name="Group 327"/>
                <p:cNvGrpSpPr/>
                <p:nvPr/>
              </p:nvGrpSpPr>
              <p:grpSpPr>
                <a:xfrm>
                  <a:off x="6896880" y="2408040"/>
                  <a:ext cx="422280" cy="364680"/>
                  <a:chOff x="6896880" y="2408040"/>
                  <a:chExt cx="422280" cy="364680"/>
                </a:xfrm>
              </p:grpSpPr>
              <p:sp>
                <p:nvSpPr>
                  <p:cNvPr id="6583" name="Oval 328"/>
                  <p:cNvSpPr/>
                  <p:nvPr/>
                </p:nvSpPr>
                <p:spPr>
                  <a:xfrm>
                    <a:off x="6955200" y="2486880"/>
                    <a:ext cx="356040" cy="23148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84" name="TextBox 329"/>
                  <p:cNvSpPr/>
                  <p:nvPr/>
                </p:nvSpPr>
                <p:spPr>
                  <a:xfrm>
                    <a:off x="6896880" y="2408040"/>
                    <a:ext cx="42228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2c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6585" name="Group 306"/>
              <p:cNvGrpSpPr/>
              <p:nvPr/>
            </p:nvGrpSpPr>
            <p:grpSpPr>
              <a:xfrm>
                <a:off x="5094000" y="2401920"/>
                <a:ext cx="565200" cy="364680"/>
                <a:chOff x="5094000" y="2401920"/>
                <a:chExt cx="565200" cy="364680"/>
              </a:xfrm>
            </p:grpSpPr>
            <p:grpSp>
              <p:nvGrpSpPr>
                <p:cNvPr id="6586" name="Group 327"/>
                <p:cNvGrpSpPr/>
                <p:nvPr/>
              </p:nvGrpSpPr>
              <p:grpSpPr>
                <a:xfrm>
                  <a:off x="5094000" y="2422080"/>
                  <a:ext cx="565200" cy="291960"/>
                  <a:chOff x="5094000" y="2422080"/>
                  <a:chExt cx="565200" cy="291960"/>
                </a:xfrm>
              </p:grpSpPr>
              <p:sp>
                <p:nvSpPr>
                  <p:cNvPr id="6587" name="Oval 317"/>
                  <p:cNvSpPr/>
                  <p:nvPr/>
                </p:nvSpPr>
                <p:spPr>
                  <a:xfrm flipV="1">
                    <a:off x="5095800" y="2500200"/>
                    <a:ext cx="563040" cy="2138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88" name="Rectangle 318"/>
                  <p:cNvSpPr/>
                  <p:nvPr/>
                </p:nvSpPr>
                <p:spPr>
                  <a:xfrm>
                    <a:off x="5094360" y="2531880"/>
                    <a:ext cx="564840" cy="759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31320" rIns="90000" bIns="31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89" name="Oval 319"/>
                  <p:cNvSpPr/>
                  <p:nvPr/>
                </p:nvSpPr>
                <p:spPr>
                  <a:xfrm flipV="1">
                    <a:off x="5094360" y="2422080"/>
                    <a:ext cx="563040" cy="2138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90" name="Freeform 320"/>
                  <p:cNvSpPr/>
                  <p:nvPr/>
                </p:nvSpPr>
                <p:spPr>
                  <a:xfrm>
                    <a:off x="5238720" y="2487240"/>
                    <a:ext cx="274320" cy="105840"/>
                  </a:xfrm>
                  <a:custGeom>
                    <a:avLst/>
                    <a:gdLst>
                      <a:gd name="textAreaLeft" fmla="*/ 0 w 274320"/>
                      <a:gd name="textAreaRight" fmla="*/ 274680 w 274320"/>
                      <a:gd name="textAreaTop" fmla="*/ 0 h 105840"/>
                      <a:gd name="textAreaBottom" fmla="*/ 106200 h 1058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91" name="Freeform 321"/>
                  <p:cNvSpPr/>
                  <p:nvPr/>
                </p:nvSpPr>
                <p:spPr>
                  <a:xfrm>
                    <a:off x="5209920" y="2460240"/>
                    <a:ext cx="331560" cy="74160"/>
                  </a:xfrm>
                  <a:custGeom>
                    <a:avLst/>
                    <a:gdLst>
                      <a:gd name="textAreaLeft" fmla="*/ 0 w 331560"/>
                      <a:gd name="textAreaRight" fmla="*/ 331920 w 331560"/>
                      <a:gd name="textAreaTop" fmla="*/ 0 h 74160"/>
                      <a:gd name="textAreaBottom" fmla="*/ 74520 h 741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9520" rIns="90000" bIns="295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92" name="Freeform 322"/>
                  <p:cNvSpPr/>
                  <p:nvPr/>
                </p:nvSpPr>
                <p:spPr>
                  <a:xfrm>
                    <a:off x="5427720" y="2523960"/>
                    <a:ext cx="122040" cy="64800"/>
                  </a:xfrm>
                  <a:custGeom>
                    <a:avLst/>
                    <a:gdLst>
                      <a:gd name="textAreaLeft" fmla="*/ 0 w 122040"/>
                      <a:gd name="textAreaRight" fmla="*/ 122400 w 122040"/>
                      <a:gd name="textAreaTop" fmla="*/ 0 h 64800"/>
                      <a:gd name="textAreaBottom" fmla="*/ 65160 h 6480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0160" rIns="90000" bIns="201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93" name="Freeform 323"/>
                  <p:cNvSpPr/>
                  <p:nvPr/>
                </p:nvSpPr>
                <p:spPr>
                  <a:xfrm>
                    <a:off x="5203800" y="2525400"/>
                    <a:ext cx="120240" cy="63000"/>
                  </a:xfrm>
                  <a:custGeom>
                    <a:avLst/>
                    <a:gdLst>
                      <a:gd name="textAreaLeft" fmla="*/ 0 w 120240"/>
                      <a:gd name="textAreaRight" fmla="*/ 120600 w 120240"/>
                      <a:gd name="textAreaTop" fmla="*/ 0 h 63000"/>
                      <a:gd name="textAreaBottom" fmla="*/ 63360 h 630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6594" name="Straight Connector 324"/>
                  <p:cNvCxnSpPr/>
                  <p:nvPr/>
                </p:nvCxnSpPr>
                <p:spPr>
                  <a:xfrm flipH="1" flipV="1">
                    <a:off x="5094000" y="2528280"/>
                    <a:ext cx="1800" cy="831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6595" name="Straight Connector 325"/>
                  <p:cNvCxnSpPr/>
                  <p:nvPr/>
                </p:nvCxnSpPr>
                <p:spPr>
                  <a:xfrm flipH="1" flipV="1">
                    <a:off x="5657400" y="2526840"/>
                    <a:ext cx="216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6596" name="Group 314"/>
                <p:cNvGrpSpPr/>
                <p:nvPr/>
              </p:nvGrpSpPr>
              <p:grpSpPr>
                <a:xfrm>
                  <a:off x="5128560" y="2401920"/>
                  <a:ext cx="434880" cy="364680"/>
                  <a:chOff x="5128560" y="2401920"/>
                  <a:chExt cx="434880" cy="364680"/>
                </a:xfrm>
              </p:grpSpPr>
              <p:sp>
                <p:nvSpPr>
                  <p:cNvPr id="6597" name="Oval 315"/>
                  <p:cNvSpPr/>
                  <p:nvPr/>
                </p:nvSpPr>
                <p:spPr>
                  <a:xfrm>
                    <a:off x="5186880" y="2480400"/>
                    <a:ext cx="356040" cy="23148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598" name="TextBox 316"/>
                  <p:cNvSpPr/>
                  <p:nvPr/>
                </p:nvSpPr>
                <p:spPr>
                  <a:xfrm>
                    <a:off x="5128560" y="2401920"/>
                    <a:ext cx="43488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2a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cxnSp>
            <p:nvCxnSpPr>
              <p:cNvPr id="6599" name="Straight Connector 307"/>
              <p:cNvCxnSpPr/>
              <p:nvPr/>
            </p:nvCxnSpPr>
            <p:spPr>
              <a:xfrm>
                <a:off x="6251760" y="2165760"/>
                <a:ext cx="4680" cy="85212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00" name="Straight Connector 308"/>
              <p:cNvCxnSpPr/>
              <p:nvPr/>
            </p:nvCxnSpPr>
            <p:spPr>
              <a:xfrm>
                <a:off x="5668200" y="2571480"/>
                <a:ext cx="1205280" cy="684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01" name="Straight Connector 309"/>
              <p:cNvCxnSpPr/>
              <p:nvPr/>
            </p:nvCxnSpPr>
            <p:spPr>
              <a:xfrm>
                <a:off x="6479280" y="2077560"/>
                <a:ext cx="480600" cy="37008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02" name="Straight Connector 310"/>
              <p:cNvCxnSpPr/>
              <p:nvPr/>
            </p:nvCxnSpPr>
            <p:spPr>
              <a:xfrm>
                <a:off x="5560920" y="2709360"/>
                <a:ext cx="478080" cy="35748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03" name="Straight Connector 311"/>
              <p:cNvCxnSpPr/>
              <p:nvPr/>
            </p:nvCxnSpPr>
            <p:spPr>
              <a:xfrm flipH="1">
                <a:off x="6456600" y="2706480"/>
                <a:ext cx="508320" cy="34956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04" name="Straight Connector 312"/>
              <p:cNvCxnSpPr/>
              <p:nvPr/>
            </p:nvCxnSpPr>
            <p:spPr>
              <a:xfrm flipH="1">
                <a:off x="5548320" y="2089800"/>
                <a:ext cx="508320" cy="34956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</p:grpSp>
      </p:grpSp>
      <p:grpSp>
        <p:nvGrpSpPr>
          <p:cNvPr id="6605" name="Group 365"/>
          <p:cNvGrpSpPr/>
          <p:nvPr/>
        </p:nvGrpSpPr>
        <p:grpSpPr>
          <a:xfrm>
            <a:off x="7530120" y="2464200"/>
            <a:ext cx="2712600" cy="1853280"/>
            <a:chOff x="7530120" y="2464200"/>
            <a:chExt cx="2712600" cy="1853280"/>
          </a:xfrm>
        </p:grpSpPr>
        <p:sp>
          <p:nvSpPr>
            <p:cNvPr id="6606" name="Freeform 2"/>
            <p:cNvSpPr/>
            <p:nvPr/>
          </p:nvSpPr>
          <p:spPr>
            <a:xfrm>
              <a:off x="7530120" y="2464200"/>
              <a:ext cx="2712600" cy="1853280"/>
            </a:xfrm>
            <a:custGeom>
              <a:avLst/>
              <a:gdLst>
                <a:gd name="textAreaLeft" fmla="*/ 0 w 2712600"/>
                <a:gd name="textAreaRight" fmla="*/ 2712960 w 2712600"/>
                <a:gd name="textAreaTop" fmla="*/ 0 h 1853280"/>
                <a:gd name="textAreaBottom" fmla="*/ 1853640 h 1853280"/>
                <a:gd name="GluePoint1X" fmla="*/ 45 w 10000"/>
                <a:gd name="GluePoint1Y" fmla="*/ 5036 h 10795"/>
                <a:gd name="GluePoint2X" fmla="*/ 2738 w 10000"/>
                <a:gd name="GluePoint2Y" fmla="*/ 2811 h 10795"/>
                <a:gd name="GluePoint3X" fmla="*/ 4886 w 10000"/>
                <a:gd name="GluePoint3Y" fmla="*/ 4 h 10795"/>
                <a:gd name="GluePoint4X" fmla="*/ 8068 w 10000"/>
                <a:gd name="GluePoint4Y" fmla="*/ 2813 h 10795"/>
                <a:gd name="GluePoint5X" fmla="*/ 9996 w 10000"/>
                <a:gd name="GluePoint5Y" fmla="*/ 5413 h 10795"/>
                <a:gd name="GluePoint6X" fmla="*/ 8476 w 10000"/>
                <a:gd name="GluePoint6Y" fmla="*/ 7306 h 10795"/>
                <a:gd name="GluePoint7X" fmla="*/ 5202 w 10000"/>
                <a:gd name="GluePoint7Y" fmla="*/ 10795 h 10795"/>
                <a:gd name="GluePoint8X" fmla="*/ 2753 w 10000"/>
                <a:gd name="GluePoint8Y" fmla="*/ 7683 h 10795"/>
                <a:gd name="GluePoint9X" fmla="*/ 1375 w 10000"/>
                <a:gd name="GluePoint9Y" fmla="*/ 7365 h 10795"/>
                <a:gd name="GluePoint10X" fmla="*/ 45 w 10000"/>
                <a:gd name="GluePoint10Y" fmla="*/ 5036 h 107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07" name="Group 367"/>
            <p:cNvGrpSpPr/>
            <p:nvPr/>
          </p:nvGrpSpPr>
          <p:grpSpPr>
            <a:xfrm>
              <a:off x="7765200" y="2615040"/>
              <a:ext cx="2333880" cy="1586160"/>
              <a:chOff x="7765200" y="2615040"/>
              <a:chExt cx="2333880" cy="1586160"/>
            </a:xfrm>
          </p:grpSpPr>
          <p:grpSp>
            <p:nvGrpSpPr>
              <p:cNvPr id="6608" name="Group 368"/>
              <p:cNvGrpSpPr/>
              <p:nvPr/>
            </p:nvGrpSpPr>
            <p:grpSpPr>
              <a:xfrm>
                <a:off x="8668080" y="2615040"/>
                <a:ext cx="565200" cy="364680"/>
                <a:chOff x="8668080" y="2615040"/>
                <a:chExt cx="565200" cy="364680"/>
              </a:xfrm>
            </p:grpSpPr>
            <p:grpSp>
              <p:nvGrpSpPr>
                <p:cNvPr id="6609" name="Group 327"/>
                <p:cNvGrpSpPr/>
                <p:nvPr/>
              </p:nvGrpSpPr>
              <p:grpSpPr>
                <a:xfrm>
                  <a:off x="8668080" y="2635560"/>
                  <a:ext cx="565200" cy="291600"/>
                  <a:chOff x="8668080" y="2635560"/>
                  <a:chExt cx="565200" cy="291600"/>
                </a:xfrm>
              </p:grpSpPr>
              <p:sp>
                <p:nvSpPr>
                  <p:cNvPr id="6610" name="Oval 421"/>
                  <p:cNvSpPr/>
                  <p:nvPr/>
                </p:nvSpPr>
                <p:spPr>
                  <a:xfrm flipV="1">
                    <a:off x="8669880" y="2713320"/>
                    <a:ext cx="563040" cy="2138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11" name="Rectangle 422"/>
                  <p:cNvSpPr/>
                  <p:nvPr/>
                </p:nvSpPr>
                <p:spPr>
                  <a:xfrm>
                    <a:off x="8668080" y="2745000"/>
                    <a:ext cx="564840" cy="759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31320" rIns="90000" bIns="31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12" name="Oval 423"/>
                  <p:cNvSpPr/>
                  <p:nvPr/>
                </p:nvSpPr>
                <p:spPr>
                  <a:xfrm flipV="1">
                    <a:off x="8668080" y="2635560"/>
                    <a:ext cx="563040" cy="2138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13" name="Freeform 424"/>
                  <p:cNvSpPr/>
                  <p:nvPr/>
                </p:nvSpPr>
                <p:spPr>
                  <a:xfrm>
                    <a:off x="8812800" y="2700720"/>
                    <a:ext cx="274320" cy="105840"/>
                  </a:xfrm>
                  <a:custGeom>
                    <a:avLst/>
                    <a:gdLst>
                      <a:gd name="textAreaLeft" fmla="*/ 0 w 274320"/>
                      <a:gd name="textAreaRight" fmla="*/ 274680 w 274320"/>
                      <a:gd name="textAreaTop" fmla="*/ 0 h 105840"/>
                      <a:gd name="textAreaBottom" fmla="*/ 106200 h 1058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14" name="Freeform 425"/>
                  <p:cNvSpPr/>
                  <p:nvPr/>
                </p:nvSpPr>
                <p:spPr>
                  <a:xfrm>
                    <a:off x="8784000" y="2673720"/>
                    <a:ext cx="331560" cy="74160"/>
                  </a:xfrm>
                  <a:custGeom>
                    <a:avLst/>
                    <a:gdLst>
                      <a:gd name="textAreaLeft" fmla="*/ 0 w 331560"/>
                      <a:gd name="textAreaRight" fmla="*/ 331920 w 331560"/>
                      <a:gd name="textAreaTop" fmla="*/ 0 h 74160"/>
                      <a:gd name="textAreaBottom" fmla="*/ 74520 h 741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9520" rIns="90000" bIns="295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15" name="Freeform 426"/>
                  <p:cNvSpPr/>
                  <p:nvPr/>
                </p:nvSpPr>
                <p:spPr>
                  <a:xfrm>
                    <a:off x="9001440" y="2737080"/>
                    <a:ext cx="122040" cy="64800"/>
                  </a:xfrm>
                  <a:custGeom>
                    <a:avLst/>
                    <a:gdLst>
                      <a:gd name="textAreaLeft" fmla="*/ 0 w 122040"/>
                      <a:gd name="textAreaRight" fmla="*/ 122400 w 122040"/>
                      <a:gd name="textAreaTop" fmla="*/ 0 h 64800"/>
                      <a:gd name="textAreaBottom" fmla="*/ 65160 h 6480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0160" rIns="90000" bIns="201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16" name="Freeform 427"/>
                  <p:cNvSpPr/>
                  <p:nvPr/>
                </p:nvSpPr>
                <p:spPr>
                  <a:xfrm>
                    <a:off x="8777880" y="2738880"/>
                    <a:ext cx="120240" cy="63000"/>
                  </a:xfrm>
                  <a:custGeom>
                    <a:avLst/>
                    <a:gdLst>
                      <a:gd name="textAreaLeft" fmla="*/ 0 w 120240"/>
                      <a:gd name="textAreaRight" fmla="*/ 120600 w 120240"/>
                      <a:gd name="textAreaTop" fmla="*/ 0 h 63000"/>
                      <a:gd name="textAreaBottom" fmla="*/ 63360 h 630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6617" name="Straight Connector 428"/>
                  <p:cNvCxnSpPr/>
                  <p:nvPr/>
                </p:nvCxnSpPr>
                <p:spPr>
                  <a:xfrm flipH="1" flipV="1">
                    <a:off x="8668080" y="2741760"/>
                    <a:ext cx="180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6618" name="Straight Connector 429"/>
                  <p:cNvCxnSpPr/>
                  <p:nvPr/>
                </p:nvCxnSpPr>
                <p:spPr>
                  <a:xfrm flipH="1" flipV="1">
                    <a:off x="9231480" y="2740320"/>
                    <a:ext cx="216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6619" name="Group 418"/>
                <p:cNvGrpSpPr/>
                <p:nvPr/>
              </p:nvGrpSpPr>
              <p:grpSpPr>
                <a:xfrm>
                  <a:off x="8702640" y="2615040"/>
                  <a:ext cx="434880" cy="364680"/>
                  <a:chOff x="8702640" y="2615040"/>
                  <a:chExt cx="434880" cy="364680"/>
                </a:xfrm>
              </p:grpSpPr>
              <p:sp>
                <p:nvSpPr>
                  <p:cNvPr id="6620" name="Oval 419"/>
                  <p:cNvSpPr/>
                  <p:nvPr/>
                </p:nvSpPr>
                <p:spPr>
                  <a:xfrm>
                    <a:off x="8760960" y="2693880"/>
                    <a:ext cx="356040" cy="23148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21" name="TextBox 420"/>
                  <p:cNvSpPr/>
                  <p:nvPr/>
                </p:nvSpPr>
                <p:spPr>
                  <a:xfrm>
                    <a:off x="8702640" y="2615040"/>
                    <a:ext cx="43488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3b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6622" name="Group 369"/>
              <p:cNvGrpSpPr/>
              <p:nvPr/>
            </p:nvGrpSpPr>
            <p:grpSpPr>
              <a:xfrm>
                <a:off x="8672400" y="3836520"/>
                <a:ext cx="565200" cy="364680"/>
                <a:chOff x="8672400" y="3836520"/>
                <a:chExt cx="565200" cy="364680"/>
              </a:xfrm>
            </p:grpSpPr>
            <p:grpSp>
              <p:nvGrpSpPr>
                <p:cNvPr id="6623" name="Group 327"/>
                <p:cNvGrpSpPr/>
                <p:nvPr/>
              </p:nvGrpSpPr>
              <p:grpSpPr>
                <a:xfrm>
                  <a:off x="8672400" y="3857040"/>
                  <a:ext cx="565200" cy="291600"/>
                  <a:chOff x="8672400" y="3857040"/>
                  <a:chExt cx="565200" cy="291600"/>
                </a:xfrm>
              </p:grpSpPr>
              <p:sp>
                <p:nvSpPr>
                  <p:cNvPr id="6624" name="Oval 408"/>
                  <p:cNvSpPr/>
                  <p:nvPr/>
                </p:nvSpPr>
                <p:spPr>
                  <a:xfrm flipV="1">
                    <a:off x="8674200" y="3934800"/>
                    <a:ext cx="563040" cy="2138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25" name="Rectangle 409"/>
                  <p:cNvSpPr/>
                  <p:nvPr/>
                </p:nvSpPr>
                <p:spPr>
                  <a:xfrm>
                    <a:off x="8672400" y="3966480"/>
                    <a:ext cx="564840" cy="759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31320" rIns="90000" bIns="31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26" name="Oval 410"/>
                  <p:cNvSpPr/>
                  <p:nvPr/>
                </p:nvSpPr>
                <p:spPr>
                  <a:xfrm flipV="1">
                    <a:off x="8672400" y="3857040"/>
                    <a:ext cx="563040" cy="2138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27" name="Freeform 411"/>
                  <p:cNvSpPr/>
                  <p:nvPr/>
                </p:nvSpPr>
                <p:spPr>
                  <a:xfrm>
                    <a:off x="8816760" y="3921840"/>
                    <a:ext cx="274320" cy="105840"/>
                  </a:xfrm>
                  <a:custGeom>
                    <a:avLst/>
                    <a:gdLst>
                      <a:gd name="textAreaLeft" fmla="*/ 0 w 274320"/>
                      <a:gd name="textAreaRight" fmla="*/ 274680 w 274320"/>
                      <a:gd name="textAreaTop" fmla="*/ 0 h 105840"/>
                      <a:gd name="textAreaBottom" fmla="*/ 106200 h 1058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28" name="Freeform 412"/>
                  <p:cNvSpPr/>
                  <p:nvPr/>
                </p:nvSpPr>
                <p:spPr>
                  <a:xfrm>
                    <a:off x="8788320" y="3894840"/>
                    <a:ext cx="331560" cy="74160"/>
                  </a:xfrm>
                  <a:custGeom>
                    <a:avLst/>
                    <a:gdLst>
                      <a:gd name="textAreaLeft" fmla="*/ 0 w 331560"/>
                      <a:gd name="textAreaRight" fmla="*/ 331920 w 331560"/>
                      <a:gd name="textAreaTop" fmla="*/ 0 h 74160"/>
                      <a:gd name="textAreaBottom" fmla="*/ 74520 h 741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9520" rIns="90000" bIns="295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29" name="Freeform 413"/>
                  <p:cNvSpPr/>
                  <p:nvPr/>
                </p:nvSpPr>
                <p:spPr>
                  <a:xfrm>
                    <a:off x="9005760" y="3958560"/>
                    <a:ext cx="122040" cy="64800"/>
                  </a:xfrm>
                  <a:custGeom>
                    <a:avLst/>
                    <a:gdLst>
                      <a:gd name="textAreaLeft" fmla="*/ 0 w 122040"/>
                      <a:gd name="textAreaRight" fmla="*/ 122400 w 122040"/>
                      <a:gd name="textAreaTop" fmla="*/ 0 h 64800"/>
                      <a:gd name="textAreaBottom" fmla="*/ 65160 h 6480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0160" rIns="90000" bIns="201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30" name="Freeform 414"/>
                  <p:cNvSpPr/>
                  <p:nvPr/>
                </p:nvSpPr>
                <p:spPr>
                  <a:xfrm>
                    <a:off x="8781840" y="3960000"/>
                    <a:ext cx="120240" cy="63000"/>
                  </a:xfrm>
                  <a:custGeom>
                    <a:avLst/>
                    <a:gdLst>
                      <a:gd name="textAreaLeft" fmla="*/ 0 w 120240"/>
                      <a:gd name="textAreaRight" fmla="*/ 120600 w 120240"/>
                      <a:gd name="textAreaTop" fmla="*/ 0 h 63000"/>
                      <a:gd name="textAreaBottom" fmla="*/ 63360 h 630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6631" name="Straight Connector 415"/>
                  <p:cNvCxnSpPr/>
                  <p:nvPr/>
                </p:nvCxnSpPr>
                <p:spPr>
                  <a:xfrm flipH="1" flipV="1">
                    <a:off x="8672400" y="3962880"/>
                    <a:ext cx="1800" cy="831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6632" name="Straight Connector 416"/>
                  <p:cNvCxnSpPr/>
                  <p:nvPr/>
                </p:nvCxnSpPr>
                <p:spPr>
                  <a:xfrm flipH="1" flipV="1">
                    <a:off x="9235800" y="3961440"/>
                    <a:ext cx="216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6633" name="Group 405"/>
                <p:cNvGrpSpPr/>
                <p:nvPr/>
              </p:nvGrpSpPr>
              <p:grpSpPr>
                <a:xfrm>
                  <a:off x="8706600" y="3836520"/>
                  <a:ext cx="434880" cy="364680"/>
                  <a:chOff x="8706600" y="3836520"/>
                  <a:chExt cx="434880" cy="364680"/>
                </a:xfrm>
              </p:grpSpPr>
              <p:sp>
                <p:nvSpPr>
                  <p:cNvPr id="6634" name="Oval 406"/>
                  <p:cNvSpPr/>
                  <p:nvPr/>
                </p:nvSpPr>
                <p:spPr>
                  <a:xfrm>
                    <a:off x="8765280" y="3915000"/>
                    <a:ext cx="356040" cy="23148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35" name="TextBox 407"/>
                  <p:cNvSpPr/>
                  <p:nvPr/>
                </p:nvSpPr>
                <p:spPr>
                  <a:xfrm>
                    <a:off x="8706600" y="3836520"/>
                    <a:ext cx="43488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3d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6636" name="Group 370"/>
              <p:cNvGrpSpPr/>
              <p:nvPr/>
            </p:nvGrpSpPr>
            <p:grpSpPr>
              <a:xfrm>
                <a:off x="9533880" y="3227040"/>
                <a:ext cx="565200" cy="364680"/>
                <a:chOff x="9533880" y="3227040"/>
                <a:chExt cx="565200" cy="364680"/>
              </a:xfrm>
            </p:grpSpPr>
            <p:grpSp>
              <p:nvGrpSpPr>
                <p:cNvPr id="6637" name="Group 327"/>
                <p:cNvGrpSpPr/>
                <p:nvPr/>
              </p:nvGrpSpPr>
              <p:grpSpPr>
                <a:xfrm>
                  <a:off x="9533880" y="3247200"/>
                  <a:ext cx="565200" cy="291600"/>
                  <a:chOff x="9533880" y="3247200"/>
                  <a:chExt cx="565200" cy="291600"/>
                </a:xfrm>
              </p:grpSpPr>
              <p:sp>
                <p:nvSpPr>
                  <p:cNvPr id="6638" name="Oval 395"/>
                  <p:cNvSpPr/>
                  <p:nvPr/>
                </p:nvSpPr>
                <p:spPr>
                  <a:xfrm flipV="1">
                    <a:off x="9535680" y="3324960"/>
                    <a:ext cx="563040" cy="2138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39" name="Rectangle 396"/>
                  <p:cNvSpPr/>
                  <p:nvPr/>
                </p:nvSpPr>
                <p:spPr>
                  <a:xfrm>
                    <a:off x="9533880" y="3356640"/>
                    <a:ext cx="564840" cy="759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31320" rIns="90000" bIns="31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40" name="Oval 397"/>
                  <p:cNvSpPr/>
                  <p:nvPr/>
                </p:nvSpPr>
                <p:spPr>
                  <a:xfrm flipV="1">
                    <a:off x="9533880" y="3247200"/>
                    <a:ext cx="563040" cy="2138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41" name="Freeform 398"/>
                  <p:cNvSpPr/>
                  <p:nvPr/>
                </p:nvSpPr>
                <p:spPr>
                  <a:xfrm>
                    <a:off x="9678240" y="3312360"/>
                    <a:ext cx="274320" cy="105840"/>
                  </a:xfrm>
                  <a:custGeom>
                    <a:avLst/>
                    <a:gdLst>
                      <a:gd name="textAreaLeft" fmla="*/ 0 w 274320"/>
                      <a:gd name="textAreaRight" fmla="*/ 274680 w 274320"/>
                      <a:gd name="textAreaTop" fmla="*/ 0 h 105840"/>
                      <a:gd name="textAreaBottom" fmla="*/ 106200 h 1058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42" name="Freeform 399"/>
                  <p:cNvSpPr/>
                  <p:nvPr/>
                </p:nvSpPr>
                <p:spPr>
                  <a:xfrm>
                    <a:off x="9649800" y="3285360"/>
                    <a:ext cx="331560" cy="74160"/>
                  </a:xfrm>
                  <a:custGeom>
                    <a:avLst/>
                    <a:gdLst>
                      <a:gd name="textAreaLeft" fmla="*/ 0 w 331560"/>
                      <a:gd name="textAreaRight" fmla="*/ 331920 w 331560"/>
                      <a:gd name="textAreaTop" fmla="*/ 0 h 74160"/>
                      <a:gd name="textAreaBottom" fmla="*/ 74520 h 741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9520" rIns="90000" bIns="295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43" name="Freeform 400"/>
                  <p:cNvSpPr/>
                  <p:nvPr/>
                </p:nvSpPr>
                <p:spPr>
                  <a:xfrm>
                    <a:off x="9867240" y="3348720"/>
                    <a:ext cx="122040" cy="64800"/>
                  </a:xfrm>
                  <a:custGeom>
                    <a:avLst/>
                    <a:gdLst>
                      <a:gd name="textAreaLeft" fmla="*/ 0 w 122040"/>
                      <a:gd name="textAreaRight" fmla="*/ 122400 w 122040"/>
                      <a:gd name="textAreaTop" fmla="*/ 0 h 64800"/>
                      <a:gd name="textAreaBottom" fmla="*/ 65160 h 6480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0160" rIns="90000" bIns="201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44" name="Freeform 401"/>
                  <p:cNvSpPr/>
                  <p:nvPr/>
                </p:nvSpPr>
                <p:spPr>
                  <a:xfrm>
                    <a:off x="9643320" y="3350520"/>
                    <a:ext cx="120240" cy="63000"/>
                  </a:xfrm>
                  <a:custGeom>
                    <a:avLst/>
                    <a:gdLst>
                      <a:gd name="textAreaLeft" fmla="*/ 0 w 120240"/>
                      <a:gd name="textAreaRight" fmla="*/ 120600 w 120240"/>
                      <a:gd name="textAreaTop" fmla="*/ 0 h 63000"/>
                      <a:gd name="textAreaBottom" fmla="*/ 63360 h 630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6645" name="Straight Connector 402"/>
                  <p:cNvCxnSpPr/>
                  <p:nvPr/>
                </p:nvCxnSpPr>
                <p:spPr>
                  <a:xfrm flipH="1" flipV="1">
                    <a:off x="9533880" y="3353400"/>
                    <a:ext cx="180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6646" name="Straight Connector 403"/>
                  <p:cNvCxnSpPr/>
                  <p:nvPr/>
                </p:nvCxnSpPr>
                <p:spPr>
                  <a:xfrm flipH="1" flipV="1">
                    <a:off x="10097280" y="3351960"/>
                    <a:ext cx="216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6647" name="Group 392"/>
                <p:cNvGrpSpPr/>
                <p:nvPr/>
              </p:nvGrpSpPr>
              <p:grpSpPr>
                <a:xfrm>
                  <a:off x="9568080" y="3227040"/>
                  <a:ext cx="422280" cy="364680"/>
                  <a:chOff x="9568080" y="3227040"/>
                  <a:chExt cx="422280" cy="364680"/>
                </a:xfrm>
              </p:grpSpPr>
              <p:sp>
                <p:nvSpPr>
                  <p:cNvPr id="6648" name="Oval 393"/>
                  <p:cNvSpPr/>
                  <p:nvPr/>
                </p:nvSpPr>
                <p:spPr>
                  <a:xfrm>
                    <a:off x="9626760" y="3305520"/>
                    <a:ext cx="356040" cy="23148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49" name="TextBox 394"/>
                  <p:cNvSpPr/>
                  <p:nvPr/>
                </p:nvSpPr>
                <p:spPr>
                  <a:xfrm>
                    <a:off x="9568080" y="3227040"/>
                    <a:ext cx="42228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3c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6650" name="Group 371"/>
              <p:cNvGrpSpPr/>
              <p:nvPr/>
            </p:nvGrpSpPr>
            <p:grpSpPr>
              <a:xfrm>
                <a:off x="7765200" y="3220560"/>
                <a:ext cx="565200" cy="364680"/>
                <a:chOff x="7765200" y="3220560"/>
                <a:chExt cx="565200" cy="364680"/>
              </a:xfrm>
            </p:grpSpPr>
            <p:grpSp>
              <p:nvGrpSpPr>
                <p:cNvPr id="6651" name="Group 327"/>
                <p:cNvGrpSpPr/>
                <p:nvPr/>
              </p:nvGrpSpPr>
              <p:grpSpPr>
                <a:xfrm>
                  <a:off x="7765200" y="3241080"/>
                  <a:ext cx="565200" cy="291600"/>
                  <a:chOff x="7765200" y="3241080"/>
                  <a:chExt cx="565200" cy="291600"/>
                </a:xfrm>
              </p:grpSpPr>
              <p:sp>
                <p:nvSpPr>
                  <p:cNvPr id="6652" name="Oval 382"/>
                  <p:cNvSpPr/>
                  <p:nvPr/>
                </p:nvSpPr>
                <p:spPr>
                  <a:xfrm flipV="1">
                    <a:off x="7767000" y="3318840"/>
                    <a:ext cx="563040" cy="2138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53" name="Rectangle 383"/>
                  <p:cNvSpPr/>
                  <p:nvPr/>
                </p:nvSpPr>
                <p:spPr>
                  <a:xfrm>
                    <a:off x="7765560" y="3350520"/>
                    <a:ext cx="564840" cy="759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31320" rIns="90000" bIns="31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54" name="Oval 384"/>
                  <p:cNvSpPr/>
                  <p:nvPr/>
                </p:nvSpPr>
                <p:spPr>
                  <a:xfrm flipV="1">
                    <a:off x="7765560" y="3241080"/>
                    <a:ext cx="563040" cy="2138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55" name="Freeform 385"/>
                  <p:cNvSpPr/>
                  <p:nvPr/>
                </p:nvSpPr>
                <p:spPr>
                  <a:xfrm>
                    <a:off x="7909920" y="3305880"/>
                    <a:ext cx="274320" cy="105840"/>
                  </a:xfrm>
                  <a:custGeom>
                    <a:avLst/>
                    <a:gdLst>
                      <a:gd name="textAreaLeft" fmla="*/ 0 w 274320"/>
                      <a:gd name="textAreaRight" fmla="*/ 274680 w 274320"/>
                      <a:gd name="textAreaTop" fmla="*/ 0 h 105840"/>
                      <a:gd name="textAreaBottom" fmla="*/ 106200 h 1058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56" name="Freeform 386"/>
                  <p:cNvSpPr/>
                  <p:nvPr/>
                </p:nvSpPr>
                <p:spPr>
                  <a:xfrm>
                    <a:off x="7881480" y="3278880"/>
                    <a:ext cx="331560" cy="74160"/>
                  </a:xfrm>
                  <a:custGeom>
                    <a:avLst/>
                    <a:gdLst>
                      <a:gd name="textAreaLeft" fmla="*/ 0 w 331560"/>
                      <a:gd name="textAreaRight" fmla="*/ 331920 w 331560"/>
                      <a:gd name="textAreaTop" fmla="*/ 0 h 74160"/>
                      <a:gd name="textAreaBottom" fmla="*/ 74520 h 741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9520" rIns="90000" bIns="295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57" name="Freeform 387"/>
                  <p:cNvSpPr/>
                  <p:nvPr/>
                </p:nvSpPr>
                <p:spPr>
                  <a:xfrm>
                    <a:off x="8098920" y="3342600"/>
                    <a:ext cx="122040" cy="64800"/>
                  </a:xfrm>
                  <a:custGeom>
                    <a:avLst/>
                    <a:gdLst>
                      <a:gd name="textAreaLeft" fmla="*/ 0 w 122040"/>
                      <a:gd name="textAreaRight" fmla="*/ 122400 w 122040"/>
                      <a:gd name="textAreaTop" fmla="*/ 0 h 64800"/>
                      <a:gd name="textAreaBottom" fmla="*/ 65160 h 6480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0160" rIns="90000" bIns="201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58" name="Freeform 388"/>
                  <p:cNvSpPr/>
                  <p:nvPr/>
                </p:nvSpPr>
                <p:spPr>
                  <a:xfrm>
                    <a:off x="7875000" y="3344040"/>
                    <a:ext cx="120240" cy="63000"/>
                  </a:xfrm>
                  <a:custGeom>
                    <a:avLst/>
                    <a:gdLst>
                      <a:gd name="textAreaLeft" fmla="*/ 0 w 120240"/>
                      <a:gd name="textAreaRight" fmla="*/ 120600 w 120240"/>
                      <a:gd name="textAreaTop" fmla="*/ 0 h 63000"/>
                      <a:gd name="textAreaBottom" fmla="*/ 63360 h 630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6659" name="Straight Connector 389"/>
                  <p:cNvCxnSpPr/>
                  <p:nvPr/>
                </p:nvCxnSpPr>
                <p:spPr>
                  <a:xfrm flipH="1" flipV="1">
                    <a:off x="7765200" y="3346920"/>
                    <a:ext cx="2160" cy="831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6660" name="Straight Connector 390"/>
                  <p:cNvCxnSpPr/>
                  <p:nvPr/>
                </p:nvCxnSpPr>
                <p:spPr>
                  <a:xfrm flipH="1" flipV="1">
                    <a:off x="8328960" y="3345480"/>
                    <a:ext cx="180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6661" name="Group 379"/>
                <p:cNvGrpSpPr/>
                <p:nvPr/>
              </p:nvGrpSpPr>
              <p:grpSpPr>
                <a:xfrm>
                  <a:off x="7799760" y="3220560"/>
                  <a:ext cx="434880" cy="364680"/>
                  <a:chOff x="7799760" y="3220560"/>
                  <a:chExt cx="434880" cy="364680"/>
                </a:xfrm>
              </p:grpSpPr>
              <p:sp>
                <p:nvSpPr>
                  <p:cNvPr id="6662" name="Oval 380"/>
                  <p:cNvSpPr/>
                  <p:nvPr/>
                </p:nvSpPr>
                <p:spPr>
                  <a:xfrm>
                    <a:off x="7858080" y="3299040"/>
                    <a:ext cx="356040" cy="23148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63" name="TextBox 381"/>
                  <p:cNvSpPr/>
                  <p:nvPr/>
                </p:nvSpPr>
                <p:spPr>
                  <a:xfrm>
                    <a:off x="7799760" y="3220560"/>
                    <a:ext cx="43488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3a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cxnSp>
            <p:nvCxnSpPr>
              <p:cNvPr id="6664" name="Straight Connector 372"/>
              <p:cNvCxnSpPr/>
              <p:nvPr/>
            </p:nvCxnSpPr>
            <p:spPr>
              <a:xfrm>
                <a:off x="8922960" y="2984400"/>
                <a:ext cx="4680" cy="85212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65" name="Straight Connector 373"/>
              <p:cNvCxnSpPr/>
              <p:nvPr/>
            </p:nvCxnSpPr>
            <p:spPr>
              <a:xfrm>
                <a:off x="8339400" y="3390120"/>
                <a:ext cx="1205280" cy="684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66" name="Straight Connector 374"/>
              <p:cNvCxnSpPr/>
              <p:nvPr/>
            </p:nvCxnSpPr>
            <p:spPr>
              <a:xfrm>
                <a:off x="9150840" y="2896200"/>
                <a:ext cx="480240" cy="37008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67" name="Straight Connector 375"/>
              <p:cNvCxnSpPr/>
              <p:nvPr/>
            </p:nvCxnSpPr>
            <p:spPr>
              <a:xfrm>
                <a:off x="8232120" y="3528000"/>
                <a:ext cx="478080" cy="35748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68" name="Straight Connector 376"/>
              <p:cNvCxnSpPr/>
              <p:nvPr/>
            </p:nvCxnSpPr>
            <p:spPr>
              <a:xfrm flipH="1">
                <a:off x="9128160" y="3525120"/>
                <a:ext cx="508320" cy="34956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  <p:cxnSp>
            <p:nvCxnSpPr>
              <p:cNvPr id="6669" name="Straight Connector 377"/>
              <p:cNvCxnSpPr/>
              <p:nvPr/>
            </p:nvCxnSpPr>
            <p:spPr>
              <a:xfrm flipH="1">
                <a:off x="8219520" y="2908440"/>
                <a:ext cx="508320" cy="349560"/>
              </a:xfrm>
              <a:prstGeom prst="straightConnector1">
                <a:avLst/>
              </a:prstGeom>
              <a:ln w="19050">
                <a:solidFill>
                  <a:srgbClr val="000090"/>
                </a:solidFill>
                <a:prstDash val="dash"/>
                <a:round/>
              </a:ln>
            </p:spPr>
          </p:cxnSp>
        </p:grpSp>
      </p:grpSp>
      <p:cxnSp>
        <p:nvCxnSpPr>
          <p:cNvPr id="6670" name="Straight Connector 430"/>
          <p:cNvCxnSpPr/>
          <p:nvPr/>
        </p:nvCxnSpPr>
        <p:spPr>
          <a:xfrm flipH="1">
            <a:off x="4711680" y="2705040"/>
            <a:ext cx="496080" cy="495720"/>
          </a:xfrm>
          <a:prstGeom prst="straightConnector1">
            <a:avLst/>
          </a:prstGeom>
          <a:ln w="38100">
            <a:solidFill>
              <a:srgbClr val="CC0000"/>
            </a:solidFill>
            <a:prstDash val="dash"/>
            <a:round/>
          </a:ln>
        </p:spPr>
      </p:cxnSp>
      <p:cxnSp>
        <p:nvCxnSpPr>
          <p:cNvPr id="6671" name="Straight Connector 431"/>
          <p:cNvCxnSpPr>
            <a:endCxn id="6573" idx="7"/>
          </p:cNvCxnSpPr>
          <p:nvPr/>
        </p:nvCxnSpPr>
        <p:spPr>
          <a:xfrm flipH="1" flipV="1">
            <a:off x="7344720" y="2689200"/>
            <a:ext cx="499680" cy="574200"/>
          </a:xfrm>
          <a:prstGeom prst="straightConnector1">
            <a:avLst/>
          </a:prstGeom>
          <a:ln w="38100">
            <a:solidFill>
              <a:srgbClr val="CC0000"/>
            </a:solidFill>
            <a:prstDash val="dash"/>
            <a:round/>
          </a:ln>
        </p:spPr>
      </p:cxnSp>
      <p:sp>
        <p:nvSpPr>
          <p:cNvPr id="6672" name="TextBox 432"/>
          <p:cNvSpPr/>
          <p:nvPr/>
        </p:nvSpPr>
        <p:spPr>
          <a:xfrm>
            <a:off x="5926320" y="3607920"/>
            <a:ext cx="7326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90"/>
                </a:solidFill>
                <a:effectLst/>
                <a:uFillTx/>
                <a:latin typeface="Arial"/>
                <a:ea typeface="ＭＳ Ｐゴシック"/>
              </a:rPr>
              <a:t>AS 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3" name="TextBox 433"/>
          <p:cNvSpPr/>
          <p:nvPr/>
        </p:nvSpPr>
        <p:spPr>
          <a:xfrm>
            <a:off x="8597520" y="4364280"/>
            <a:ext cx="7326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90"/>
                </a:solidFill>
                <a:effectLst/>
                <a:uFillTx/>
                <a:latin typeface="Arial"/>
                <a:ea typeface="ＭＳ Ｐゴシック"/>
              </a:rPr>
              <a:t>AS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4" name="TextBox 434"/>
          <p:cNvSpPr/>
          <p:nvPr/>
        </p:nvSpPr>
        <p:spPr>
          <a:xfrm>
            <a:off x="3316680" y="4308120"/>
            <a:ext cx="7326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90"/>
                </a:solidFill>
                <a:effectLst/>
                <a:uFillTx/>
                <a:latin typeface="Arial"/>
                <a:ea typeface="ＭＳ Ｐゴシック"/>
              </a:rPr>
              <a:t>AS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75" name="Group 435"/>
          <p:cNvGrpSpPr/>
          <p:nvPr/>
        </p:nvGrpSpPr>
        <p:grpSpPr>
          <a:xfrm>
            <a:off x="2711520" y="2143080"/>
            <a:ext cx="6405120" cy="3958920"/>
            <a:chOff x="2711520" y="2143080"/>
            <a:chExt cx="6405120" cy="3958920"/>
          </a:xfrm>
        </p:grpSpPr>
        <p:grpSp>
          <p:nvGrpSpPr>
            <p:cNvPr id="6676" name="Group 436"/>
            <p:cNvGrpSpPr/>
            <p:nvPr/>
          </p:nvGrpSpPr>
          <p:grpSpPr>
            <a:xfrm>
              <a:off x="2711520" y="2143080"/>
              <a:ext cx="5734080" cy="3958920"/>
              <a:chOff x="2711520" y="2143080"/>
              <a:chExt cx="5734080" cy="3958920"/>
            </a:xfrm>
          </p:grpSpPr>
          <p:grpSp>
            <p:nvGrpSpPr>
              <p:cNvPr id="6677" name="Group 438"/>
              <p:cNvGrpSpPr/>
              <p:nvPr/>
            </p:nvGrpSpPr>
            <p:grpSpPr>
              <a:xfrm>
                <a:off x="2837520" y="5500440"/>
                <a:ext cx="564840" cy="364680"/>
                <a:chOff x="2837520" y="5500440"/>
                <a:chExt cx="564840" cy="364680"/>
              </a:xfrm>
            </p:grpSpPr>
            <p:grpSp>
              <p:nvGrpSpPr>
                <p:cNvPr id="6678" name="Group 327"/>
                <p:cNvGrpSpPr/>
                <p:nvPr/>
              </p:nvGrpSpPr>
              <p:grpSpPr>
                <a:xfrm>
                  <a:off x="2837520" y="5520960"/>
                  <a:ext cx="564840" cy="291600"/>
                  <a:chOff x="2837520" y="5520960"/>
                  <a:chExt cx="564840" cy="291600"/>
                </a:xfrm>
              </p:grpSpPr>
              <p:sp>
                <p:nvSpPr>
                  <p:cNvPr id="6679" name="Oval 448"/>
                  <p:cNvSpPr/>
                  <p:nvPr/>
                </p:nvSpPr>
                <p:spPr>
                  <a:xfrm flipV="1">
                    <a:off x="2839320" y="5598720"/>
                    <a:ext cx="563040" cy="21384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80" name="Rectangle 449"/>
                  <p:cNvSpPr/>
                  <p:nvPr/>
                </p:nvSpPr>
                <p:spPr>
                  <a:xfrm>
                    <a:off x="2837520" y="5630400"/>
                    <a:ext cx="564840" cy="759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31320" rIns="90000" bIns="31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81" name="Oval 450"/>
                  <p:cNvSpPr/>
                  <p:nvPr/>
                </p:nvSpPr>
                <p:spPr>
                  <a:xfrm flipV="1">
                    <a:off x="2837520" y="5520960"/>
                    <a:ext cx="563040" cy="21384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82" name="Freeform 451"/>
                  <p:cNvSpPr/>
                  <p:nvPr/>
                </p:nvSpPr>
                <p:spPr>
                  <a:xfrm>
                    <a:off x="2981880" y="5585760"/>
                    <a:ext cx="274320" cy="105840"/>
                  </a:xfrm>
                  <a:custGeom>
                    <a:avLst/>
                    <a:gdLst>
                      <a:gd name="textAreaLeft" fmla="*/ 0 w 274320"/>
                      <a:gd name="textAreaRight" fmla="*/ 274680 w 274320"/>
                      <a:gd name="textAreaTop" fmla="*/ 0 h 105840"/>
                      <a:gd name="textAreaBottom" fmla="*/ 106200 h 10584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83" name="Freeform 452"/>
                  <p:cNvSpPr/>
                  <p:nvPr/>
                </p:nvSpPr>
                <p:spPr>
                  <a:xfrm>
                    <a:off x="2953440" y="5559120"/>
                    <a:ext cx="331560" cy="74160"/>
                  </a:xfrm>
                  <a:custGeom>
                    <a:avLst/>
                    <a:gdLst>
                      <a:gd name="textAreaLeft" fmla="*/ 0 w 331560"/>
                      <a:gd name="textAreaRight" fmla="*/ 331920 w 331560"/>
                      <a:gd name="textAreaTop" fmla="*/ 0 h 74160"/>
                      <a:gd name="textAreaBottom" fmla="*/ 74520 h 741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9520" rIns="90000" bIns="295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84" name="Freeform 453"/>
                  <p:cNvSpPr/>
                  <p:nvPr/>
                </p:nvSpPr>
                <p:spPr>
                  <a:xfrm>
                    <a:off x="3170880" y="5622480"/>
                    <a:ext cx="122040" cy="64800"/>
                  </a:xfrm>
                  <a:custGeom>
                    <a:avLst/>
                    <a:gdLst>
                      <a:gd name="textAreaLeft" fmla="*/ 0 w 122040"/>
                      <a:gd name="textAreaRight" fmla="*/ 122400 w 122040"/>
                      <a:gd name="textAreaTop" fmla="*/ 0 h 64800"/>
                      <a:gd name="textAreaBottom" fmla="*/ 65160 h 6480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0160" rIns="90000" bIns="201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85" name="Freeform 454"/>
                  <p:cNvSpPr/>
                  <p:nvPr/>
                </p:nvSpPr>
                <p:spPr>
                  <a:xfrm>
                    <a:off x="2946960" y="5623920"/>
                    <a:ext cx="120240" cy="63000"/>
                  </a:xfrm>
                  <a:custGeom>
                    <a:avLst/>
                    <a:gdLst>
                      <a:gd name="textAreaLeft" fmla="*/ 0 w 120240"/>
                      <a:gd name="textAreaRight" fmla="*/ 120600 w 120240"/>
                      <a:gd name="textAreaTop" fmla="*/ 0 h 63000"/>
                      <a:gd name="textAreaBottom" fmla="*/ 63360 h 630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6686" name="Straight Connector 455"/>
                  <p:cNvCxnSpPr/>
                  <p:nvPr/>
                </p:nvCxnSpPr>
                <p:spPr>
                  <a:xfrm flipH="1" flipV="1">
                    <a:off x="2837520" y="5627160"/>
                    <a:ext cx="1800" cy="828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6687" name="Straight Connector 456"/>
                  <p:cNvCxnSpPr/>
                  <p:nvPr/>
                </p:nvCxnSpPr>
                <p:spPr>
                  <a:xfrm flipH="1" flipV="1">
                    <a:off x="3400920" y="5625360"/>
                    <a:ext cx="1800" cy="831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6688" name="Group 445"/>
                <p:cNvGrpSpPr/>
                <p:nvPr/>
              </p:nvGrpSpPr>
              <p:grpSpPr>
                <a:xfrm>
                  <a:off x="2871720" y="5500440"/>
                  <a:ext cx="422280" cy="364680"/>
                  <a:chOff x="2871720" y="5500440"/>
                  <a:chExt cx="422280" cy="364680"/>
                </a:xfrm>
              </p:grpSpPr>
              <p:sp>
                <p:nvSpPr>
                  <p:cNvPr id="6689" name="Oval 446"/>
                  <p:cNvSpPr/>
                  <p:nvPr/>
                </p:nvSpPr>
                <p:spPr>
                  <a:xfrm>
                    <a:off x="2930040" y="5578920"/>
                    <a:ext cx="356040" cy="23148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6690" name="TextBox 447"/>
                  <p:cNvSpPr/>
                  <p:nvPr/>
                </p:nvSpPr>
                <p:spPr>
                  <a:xfrm>
                    <a:off x="2871720" y="5500440"/>
                    <a:ext cx="42228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1c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6691" name="Oval 439"/>
              <p:cNvSpPr/>
              <p:nvPr/>
            </p:nvSpPr>
            <p:spPr>
              <a:xfrm>
                <a:off x="2711520" y="5285880"/>
                <a:ext cx="838800" cy="816120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692" name="Oval 440"/>
              <p:cNvSpPr/>
              <p:nvPr/>
            </p:nvSpPr>
            <p:spPr>
              <a:xfrm>
                <a:off x="4133520" y="2966040"/>
                <a:ext cx="838800" cy="816120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693" name="Oval 441"/>
              <p:cNvSpPr/>
              <p:nvPr/>
            </p:nvSpPr>
            <p:spPr>
              <a:xfrm>
                <a:off x="4943520" y="2143080"/>
                <a:ext cx="838800" cy="816120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6694" name="Oval 442"/>
              <p:cNvSpPr/>
              <p:nvPr/>
            </p:nvSpPr>
            <p:spPr>
              <a:xfrm>
                <a:off x="6728760" y="2227680"/>
                <a:ext cx="838800" cy="816120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rPr>
                  <a:t>∂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95" name="Oval 443"/>
              <p:cNvSpPr/>
              <p:nvPr/>
            </p:nvSpPr>
            <p:spPr>
              <a:xfrm>
                <a:off x="7606800" y="2992320"/>
                <a:ext cx="838800" cy="816120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rPr>
                  <a:t>∂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96" name="TextBox 437"/>
            <p:cNvSpPr/>
            <p:nvPr/>
          </p:nvSpPr>
          <p:spPr>
            <a:xfrm>
              <a:off x="3709080" y="5467320"/>
              <a:ext cx="54075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gateway routers run both eBGP and iBGP protocols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867" dur="indefinite" restart="never" nodeType="tmRoot">
          <p:childTnLst>
            <p:seq>
              <p:cTn id="1868" dur="indefinite" nodeType="mainSeq">
                <p:childTnLst>
                  <p:par>
                    <p:cTn id="1869" fill="hold">
                      <p:stCondLst>
                        <p:cond delay="indefinite"/>
                      </p:stCondLst>
                      <p:childTnLst>
                        <p:par>
                          <p:cTn id="1870" fill="hold">
                            <p:stCondLst>
                              <p:cond delay="0"/>
                            </p:stCondLst>
                            <p:childTnLst>
                              <p:par>
                                <p:cTn id="187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73" dur="500"/>
                                        <p:tgtEl>
                                          <p:spTgt spid="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BGP basics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698" name="PlaceHolder 2"/>
          <p:cNvSpPr>
            <a:spLocks noGrp="1"/>
          </p:cNvSpPr>
          <p:nvPr>
            <p:ph type="sldNum" idx="5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1709960-6A87-4591-B2D4-F9CD11281C3F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63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9" name="Rectangle 4"/>
          <p:cNvSpPr/>
          <p:nvPr/>
        </p:nvSpPr>
        <p:spPr>
          <a:xfrm>
            <a:off x="952560" y="2841480"/>
            <a:ext cx="109720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82600" indent="-2826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 AS3 gateway 3a advertises </a:t>
            </a: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path 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AS3,X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AS2 gateway 2c: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AS3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promises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to AS2 it will forward datagrams towards 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0" name="Rectangle 116"/>
          <p:cNvSpPr/>
          <p:nvPr/>
        </p:nvSpPr>
        <p:spPr>
          <a:xfrm>
            <a:off x="952560" y="1307880"/>
            <a:ext cx="10784160" cy="12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82600" indent="-28260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BGP session: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two BGP routers (“peers”) exchange BGP messages over semi-permanent TCP connection: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advertising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paths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different destination network prefixes (BGP  is a “path vector” protocol)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01" name="Group 7"/>
          <p:cNvGrpSpPr/>
          <p:nvPr/>
        </p:nvGrpSpPr>
        <p:grpSpPr>
          <a:xfrm>
            <a:off x="4626000" y="4850640"/>
            <a:ext cx="2545200" cy="1720080"/>
            <a:chOff x="4626000" y="4850640"/>
            <a:chExt cx="2545200" cy="1720080"/>
          </a:xfrm>
        </p:grpSpPr>
        <p:grpSp>
          <p:nvGrpSpPr>
            <p:cNvPr id="6702" name="Group 961"/>
            <p:cNvGrpSpPr/>
            <p:nvPr/>
          </p:nvGrpSpPr>
          <p:grpSpPr>
            <a:xfrm>
              <a:off x="4626000" y="4850640"/>
              <a:ext cx="2545200" cy="1720080"/>
              <a:chOff x="4626000" y="4850640"/>
              <a:chExt cx="2545200" cy="1720080"/>
            </a:xfrm>
          </p:grpSpPr>
          <p:sp>
            <p:nvSpPr>
              <p:cNvPr id="6703" name="Freeform 2"/>
              <p:cNvSpPr/>
              <p:nvPr/>
            </p:nvSpPr>
            <p:spPr>
              <a:xfrm>
                <a:off x="4626000" y="4850640"/>
                <a:ext cx="2545200" cy="1720080"/>
              </a:xfrm>
              <a:custGeom>
                <a:avLst/>
                <a:gdLst>
                  <a:gd name="textAreaLeft" fmla="*/ 0 w 2545200"/>
                  <a:gd name="textAreaRight" fmla="*/ 2545560 w 2545200"/>
                  <a:gd name="textAreaTop" fmla="*/ 0 h 1720080"/>
                  <a:gd name="textAreaBottom" fmla="*/ 1720440 h 1720080"/>
                  <a:gd name="GluePoint1X" fmla="*/ 45 w 10000"/>
                  <a:gd name="GluePoint1Y" fmla="*/ 5036 h 10795"/>
                  <a:gd name="GluePoint2X" fmla="*/ 2738 w 10000"/>
                  <a:gd name="GluePoint2Y" fmla="*/ 2811 h 10795"/>
                  <a:gd name="GluePoint3X" fmla="*/ 4886 w 10000"/>
                  <a:gd name="GluePoint3Y" fmla="*/ 4 h 10795"/>
                  <a:gd name="GluePoint4X" fmla="*/ 8068 w 10000"/>
                  <a:gd name="GluePoint4Y" fmla="*/ 2813 h 10795"/>
                  <a:gd name="GluePoint5X" fmla="*/ 9996 w 10000"/>
                  <a:gd name="GluePoint5Y" fmla="*/ 5413 h 10795"/>
                  <a:gd name="GluePoint6X" fmla="*/ 8476 w 10000"/>
                  <a:gd name="GluePoint6Y" fmla="*/ 7306 h 10795"/>
                  <a:gd name="GluePoint7X" fmla="*/ 5202 w 10000"/>
                  <a:gd name="GluePoint7Y" fmla="*/ 10795 h 10795"/>
                  <a:gd name="GluePoint8X" fmla="*/ 2753 w 10000"/>
                  <a:gd name="GluePoint8Y" fmla="*/ 7683 h 10795"/>
                  <a:gd name="GluePoint9X" fmla="*/ 1375 w 10000"/>
                  <a:gd name="GluePoint9Y" fmla="*/ 7365 h 10795"/>
                  <a:gd name="GluePoint10X" fmla="*/ 45 w 10000"/>
                  <a:gd name="GluePoint10Y" fmla="*/ 5036 h 1079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</a:cxnLst>
                <a:rect l="textAreaLeft" t="textAreaTop" r="textAreaRight" b="textAreaBottom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704" name="Group 963"/>
              <p:cNvGrpSpPr/>
              <p:nvPr/>
            </p:nvGrpSpPr>
            <p:grpSpPr>
              <a:xfrm>
                <a:off x="4846680" y="4990680"/>
                <a:ext cx="2189880" cy="1497240"/>
                <a:chOff x="4846680" y="4990680"/>
                <a:chExt cx="2189880" cy="1497240"/>
              </a:xfrm>
            </p:grpSpPr>
            <p:grpSp>
              <p:nvGrpSpPr>
                <p:cNvPr id="6705" name="Group 964"/>
                <p:cNvGrpSpPr/>
                <p:nvPr/>
              </p:nvGrpSpPr>
              <p:grpSpPr>
                <a:xfrm>
                  <a:off x="5693760" y="4990680"/>
                  <a:ext cx="530280" cy="363960"/>
                  <a:chOff x="5693760" y="4990680"/>
                  <a:chExt cx="530280" cy="363960"/>
                </a:xfrm>
              </p:grpSpPr>
              <p:grpSp>
                <p:nvGrpSpPr>
                  <p:cNvPr id="6706" name="Group 327"/>
                  <p:cNvGrpSpPr/>
                  <p:nvPr/>
                </p:nvGrpSpPr>
                <p:grpSpPr>
                  <a:xfrm>
                    <a:off x="5693760" y="5009400"/>
                    <a:ext cx="530280" cy="271080"/>
                    <a:chOff x="5693760" y="5009400"/>
                    <a:chExt cx="530280" cy="271080"/>
                  </a:xfrm>
                </p:grpSpPr>
                <p:sp>
                  <p:nvSpPr>
                    <p:cNvPr id="6707" name="Oval 1017"/>
                    <p:cNvSpPr/>
                    <p:nvPr/>
                  </p:nvSpPr>
                  <p:spPr>
                    <a:xfrm flipV="1">
                      <a:off x="5695560" y="5081760"/>
                      <a:ext cx="528480" cy="1987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08" name="Rectangle 1018"/>
                    <p:cNvSpPr/>
                    <p:nvPr/>
                  </p:nvSpPr>
                  <p:spPr>
                    <a:xfrm>
                      <a:off x="5694120" y="5111280"/>
                      <a:ext cx="529920" cy="702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5560" rIns="90000" bIns="255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09" name="Oval 1019"/>
                    <p:cNvSpPr/>
                    <p:nvPr/>
                  </p:nvSpPr>
                  <p:spPr>
                    <a:xfrm flipV="1">
                      <a:off x="5694120" y="5009400"/>
                      <a:ext cx="528480" cy="19872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10" name="Freeform 1020"/>
                    <p:cNvSpPr/>
                    <p:nvPr/>
                  </p:nvSpPr>
                  <p:spPr>
                    <a:xfrm>
                      <a:off x="5829480" y="5069880"/>
                      <a:ext cx="257400" cy="98280"/>
                    </a:xfrm>
                    <a:custGeom>
                      <a:avLst/>
                      <a:gdLst>
                        <a:gd name="textAreaLeft" fmla="*/ 0 w 257400"/>
                        <a:gd name="textAreaRight" fmla="*/ 257760 w 257400"/>
                        <a:gd name="textAreaTop" fmla="*/ 0 h 98280"/>
                        <a:gd name="textAreaBottom" fmla="*/ 98640 h 9828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11" name="Freeform 1021"/>
                    <p:cNvSpPr/>
                    <p:nvPr/>
                  </p:nvSpPr>
                  <p:spPr>
                    <a:xfrm>
                      <a:off x="5802840" y="5044680"/>
                      <a:ext cx="311040" cy="68760"/>
                    </a:xfrm>
                    <a:custGeom>
                      <a:avLst/>
                      <a:gdLst>
                        <a:gd name="textAreaLeft" fmla="*/ 0 w 311040"/>
                        <a:gd name="textAreaRight" fmla="*/ 311400 w 311040"/>
                        <a:gd name="textAreaTop" fmla="*/ 0 h 68760"/>
                        <a:gd name="textAreaBottom" fmla="*/ 69120 h 687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4120" rIns="90000" bIns="241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12" name="Freeform 1022"/>
                    <p:cNvSpPr/>
                    <p:nvPr/>
                  </p:nvSpPr>
                  <p:spPr>
                    <a:xfrm>
                      <a:off x="6006960" y="5103720"/>
                      <a:ext cx="114480" cy="60120"/>
                    </a:xfrm>
                    <a:custGeom>
                      <a:avLst/>
                      <a:gdLst>
                        <a:gd name="textAreaLeft" fmla="*/ 0 w 114480"/>
                        <a:gd name="textAreaRight" fmla="*/ 114840 w 114480"/>
                        <a:gd name="textAreaTop" fmla="*/ 0 h 60120"/>
                        <a:gd name="textAreaBottom" fmla="*/ 60480 h 601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5480" rIns="90000" bIns="154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13" name="Freeform 1023"/>
                    <p:cNvSpPr/>
                    <p:nvPr/>
                  </p:nvSpPr>
                  <p:spPr>
                    <a:xfrm>
                      <a:off x="5796720" y="5105160"/>
                      <a:ext cx="112680" cy="58680"/>
                    </a:xfrm>
                    <a:custGeom>
                      <a:avLst/>
                      <a:gdLst>
                        <a:gd name="textAreaLeft" fmla="*/ 0 w 112680"/>
                        <a:gd name="textAreaRight" fmla="*/ 113040 w 112680"/>
                        <a:gd name="textAreaTop" fmla="*/ 0 h 58680"/>
                        <a:gd name="textAreaBottom" fmla="*/ 59040 h 586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4040" rIns="90000" bIns="140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714" name="Straight Connector 1024"/>
                    <p:cNvCxnSpPr/>
                    <p:nvPr/>
                  </p:nvCxnSpPr>
                  <p:spPr>
                    <a:xfrm flipH="1" flipV="1">
                      <a:off x="5693760" y="510804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715" name="Straight Connector 1025"/>
                    <p:cNvCxnSpPr/>
                    <p:nvPr/>
                  </p:nvCxnSpPr>
                  <p:spPr>
                    <a:xfrm flipH="1" flipV="1">
                      <a:off x="6222600" y="510660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716" name="Group 1014"/>
                  <p:cNvGrpSpPr/>
                  <p:nvPr/>
                </p:nvGrpSpPr>
                <p:grpSpPr>
                  <a:xfrm>
                    <a:off x="5726160" y="4990680"/>
                    <a:ext cx="434160" cy="363960"/>
                    <a:chOff x="5726160" y="4990680"/>
                    <a:chExt cx="434160" cy="363960"/>
                  </a:xfrm>
                </p:grpSpPr>
                <p:sp>
                  <p:nvSpPr>
                    <p:cNvPr id="6717" name="Oval 1015"/>
                    <p:cNvSpPr/>
                    <p:nvPr/>
                  </p:nvSpPr>
                  <p:spPr>
                    <a:xfrm>
                      <a:off x="5780880" y="5063400"/>
                      <a:ext cx="334080" cy="21492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18" name="TextBox 1016"/>
                    <p:cNvSpPr/>
                    <p:nvPr/>
                  </p:nvSpPr>
                  <p:spPr>
                    <a:xfrm>
                      <a:off x="5726160" y="4990680"/>
                      <a:ext cx="4341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2b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719" name="Group 965"/>
                <p:cNvGrpSpPr/>
                <p:nvPr/>
              </p:nvGrpSpPr>
              <p:grpSpPr>
                <a:xfrm>
                  <a:off x="5697720" y="6123960"/>
                  <a:ext cx="530280" cy="363960"/>
                  <a:chOff x="5697720" y="6123960"/>
                  <a:chExt cx="530280" cy="363960"/>
                </a:xfrm>
              </p:grpSpPr>
              <p:grpSp>
                <p:nvGrpSpPr>
                  <p:cNvPr id="6720" name="Group 327"/>
                  <p:cNvGrpSpPr/>
                  <p:nvPr/>
                </p:nvGrpSpPr>
                <p:grpSpPr>
                  <a:xfrm>
                    <a:off x="5697720" y="6143040"/>
                    <a:ext cx="530280" cy="271080"/>
                    <a:chOff x="5697720" y="6143040"/>
                    <a:chExt cx="530280" cy="271080"/>
                  </a:xfrm>
                </p:grpSpPr>
                <p:sp>
                  <p:nvSpPr>
                    <p:cNvPr id="6721" name="Oval 1004"/>
                    <p:cNvSpPr/>
                    <p:nvPr/>
                  </p:nvSpPr>
                  <p:spPr>
                    <a:xfrm flipV="1">
                      <a:off x="5699520" y="6215400"/>
                      <a:ext cx="528480" cy="1987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22" name="Rectangle 1005"/>
                    <p:cNvSpPr/>
                    <p:nvPr/>
                  </p:nvSpPr>
                  <p:spPr>
                    <a:xfrm>
                      <a:off x="5698080" y="6244560"/>
                      <a:ext cx="529920" cy="702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5560" rIns="90000" bIns="255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23" name="Oval 1006"/>
                    <p:cNvSpPr/>
                    <p:nvPr/>
                  </p:nvSpPr>
                  <p:spPr>
                    <a:xfrm flipV="1">
                      <a:off x="5698080" y="6143040"/>
                      <a:ext cx="528480" cy="19872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24" name="Freeform 1007"/>
                    <p:cNvSpPr/>
                    <p:nvPr/>
                  </p:nvSpPr>
                  <p:spPr>
                    <a:xfrm>
                      <a:off x="5833440" y="6203520"/>
                      <a:ext cx="257400" cy="98280"/>
                    </a:xfrm>
                    <a:custGeom>
                      <a:avLst/>
                      <a:gdLst>
                        <a:gd name="textAreaLeft" fmla="*/ 0 w 257400"/>
                        <a:gd name="textAreaRight" fmla="*/ 257760 w 257400"/>
                        <a:gd name="textAreaTop" fmla="*/ 0 h 98280"/>
                        <a:gd name="textAreaBottom" fmla="*/ 98640 h 9828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25" name="Freeform 1008"/>
                    <p:cNvSpPr/>
                    <p:nvPr/>
                  </p:nvSpPr>
                  <p:spPr>
                    <a:xfrm>
                      <a:off x="5806800" y="6178320"/>
                      <a:ext cx="311040" cy="68760"/>
                    </a:xfrm>
                    <a:custGeom>
                      <a:avLst/>
                      <a:gdLst>
                        <a:gd name="textAreaLeft" fmla="*/ 0 w 311040"/>
                        <a:gd name="textAreaRight" fmla="*/ 311400 w 311040"/>
                        <a:gd name="textAreaTop" fmla="*/ 0 h 68760"/>
                        <a:gd name="textAreaBottom" fmla="*/ 69120 h 687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4120" rIns="90000" bIns="241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26" name="Freeform 1009"/>
                    <p:cNvSpPr/>
                    <p:nvPr/>
                  </p:nvSpPr>
                  <p:spPr>
                    <a:xfrm>
                      <a:off x="6010920" y="6237360"/>
                      <a:ext cx="114480" cy="60120"/>
                    </a:xfrm>
                    <a:custGeom>
                      <a:avLst/>
                      <a:gdLst>
                        <a:gd name="textAreaLeft" fmla="*/ 0 w 114480"/>
                        <a:gd name="textAreaRight" fmla="*/ 114840 w 114480"/>
                        <a:gd name="textAreaTop" fmla="*/ 0 h 60120"/>
                        <a:gd name="textAreaBottom" fmla="*/ 60480 h 601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5480" rIns="90000" bIns="154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27" name="Freeform 1010"/>
                    <p:cNvSpPr/>
                    <p:nvPr/>
                  </p:nvSpPr>
                  <p:spPr>
                    <a:xfrm>
                      <a:off x="5800680" y="6238800"/>
                      <a:ext cx="112680" cy="58680"/>
                    </a:xfrm>
                    <a:custGeom>
                      <a:avLst/>
                      <a:gdLst>
                        <a:gd name="textAreaLeft" fmla="*/ 0 w 112680"/>
                        <a:gd name="textAreaRight" fmla="*/ 113040 w 112680"/>
                        <a:gd name="textAreaTop" fmla="*/ 0 h 58680"/>
                        <a:gd name="textAreaBottom" fmla="*/ 59040 h 586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4040" rIns="90000" bIns="140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728" name="Straight Connector 1011"/>
                    <p:cNvCxnSpPr/>
                    <p:nvPr/>
                  </p:nvCxnSpPr>
                  <p:spPr>
                    <a:xfrm flipH="1" flipV="1">
                      <a:off x="5697720" y="624168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729" name="Straight Connector 1012"/>
                    <p:cNvCxnSpPr/>
                    <p:nvPr/>
                  </p:nvCxnSpPr>
                  <p:spPr>
                    <a:xfrm flipH="1" flipV="1">
                      <a:off x="6226560" y="6240240"/>
                      <a:ext cx="1800" cy="766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730" name="Group 1001"/>
                  <p:cNvGrpSpPr/>
                  <p:nvPr/>
                </p:nvGrpSpPr>
                <p:grpSpPr>
                  <a:xfrm>
                    <a:off x="5730120" y="6123960"/>
                    <a:ext cx="434160" cy="363960"/>
                    <a:chOff x="5730120" y="6123960"/>
                    <a:chExt cx="434160" cy="363960"/>
                  </a:xfrm>
                </p:grpSpPr>
                <p:sp>
                  <p:nvSpPr>
                    <p:cNvPr id="6731" name="Oval 1002"/>
                    <p:cNvSpPr/>
                    <p:nvPr/>
                  </p:nvSpPr>
                  <p:spPr>
                    <a:xfrm>
                      <a:off x="5784840" y="6197040"/>
                      <a:ext cx="334080" cy="21492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32" name="TextBox 1003"/>
                    <p:cNvSpPr/>
                    <p:nvPr/>
                  </p:nvSpPr>
                  <p:spPr>
                    <a:xfrm>
                      <a:off x="5730120" y="6123960"/>
                      <a:ext cx="4341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2d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733" name="Group 966"/>
                <p:cNvGrpSpPr/>
                <p:nvPr/>
              </p:nvGrpSpPr>
              <p:grpSpPr>
                <a:xfrm>
                  <a:off x="6506280" y="5558400"/>
                  <a:ext cx="530280" cy="363960"/>
                  <a:chOff x="6506280" y="5558400"/>
                  <a:chExt cx="530280" cy="363960"/>
                </a:xfrm>
              </p:grpSpPr>
              <p:grpSp>
                <p:nvGrpSpPr>
                  <p:cNvPr id="6734" name="Group 327"/>
                  <p:cNvGrpSpPr/>
                  <p:nvPr/>
                </p:nvGrpSpPr>
                <p:grpSpPr>
                  <a:xfrm>
                    <a:off x="6506280" y="5577120"/>
                    <a:ext cx="530280" cy="271080"/>
                    <a:chOff x="6506280" y="5577120"/>
                    <a:chExt cx="530280" cy="271080"/>
                  </a:xfrm>
                </p:grpSpPr>
                <p:sp>
                  <p:nvSpPr>
                    <p:cNvPr id="6735" name="Oval 991"/>
                    <p:cNvSpPr/>
                    <p:nvPr/>
                  </p:nvSpPr>
                  <p:spPr>
                    <a:xfrm flipV="1">
                      <a:off x="6508080" y="5649480"/>
                      <a:ext cx="528480" cy="1987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36" name="Rectangle 992"/>
                    <p:cNvSpPr/>
                    <p:nvPr/>
                  </p:nvSpPr>
                  <p:spPr>
                    <a:xfrm>
                      <a:off x="6506280" y="5679000"/>
                      <a:ext cx="529920" cy="702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5560" rIns="90000" bIns="255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37" name="Oval 993"/>
                    <p:cNvSpPr/>
                    <p:nvPr/>
                  </p:nvSpPr>
                  <p:spPr>
                    <a:xfrm flipV="1">
                      <a:off x="6506280" y="5577120"/>
                      <a:ext cx="528480" cy="19872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38" name="Freeform 994"/>
                    <p:cNvSpPr/>
                    <p:nvPr/>
                  </p:nvSpPr>
                  <p:spPr>
                    <a:xfrm>
                      <a:off x="6642000" y="5637600"/>
                      <a:ext cx="257400" cy="98280"/>
                    </a:xfrm>
                    <a:custGeom>
                      <a:avLst/>
                      <a:gdLst>
                        <a:gd name="textAreaLeft" fmla="*/ 0 w 257400"/>
                        <a:gd name="textAreaRight" fmla="*/ 257760 w 257400"/>
                        <a:gd name="textAreaTop" fmla="*/ 0 h 98280"/>
                        <a:gd name="textAreaBottom" fmla="*/ 98640 h 9828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39" name="Freeform 995"/>
                    <p:cNvSpPr/>
                    <p:nvPr/>
                  </p:nvSpPr>
                  <p:spPr>
                    <a:xfrm>
                      <a:off x="6615000" y="5612760"/>
                      <a:ext cx="311040" cy="68760"/>
                    </a:xfrm>
                    <a:custGeom>
                      <a:avLst/>
                      <a:gdLst>
                        <a:gd name="textAreaLeft" fmla="*/ 0 w 311040"/>
                        <a:gd name="textAreaRight" fmla="*/ 311400 w 311040"/>
                        <a:gd name="textAreaTop" fmla="*/ 0 h 68760"/>
                        <a:gd name="textAreaBottom" fmla="*/ 69120 h 687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4120" rIns="90000" bIns="241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40" name="Freeform 996"/>
                    <p:cNvSpPr/>
                    <p:nvPr/>
                  </p:nvSpPr>
                  <p:spPr>
                    <a:xfrm>
                      <a:off x="6819120" y="5671440"/>
                      <a:ext cx="114480" cy="60120"/>
                    </a:xfrm>
                    <a:custGeom>
                      <a:avLst/>
                      <a:gdLst>
                        <a:gd name="textAreaLeft" fmla="*/ 0 w 114480"/>
                        <a:gd name="textAreaRight" fmla="*/ 114840 w 114480"/>
                        <a:gd name="textAreaTop" fmla="*/ 0 h 60120"/>
                        <a:gd name="textAreaBottom" fmla="*/ 60480 h 601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5480" rIns="90000" bIns="154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41" name="Freeform 997"/>
                    <p:cNvSpPr/>
                    <p:nvPr/>
                  </p:nvSpPr>
                  <p:spPr>
                    <a:xfrm>
                      <a:off x="6609240" y="5672880"/>
                      <a:ext cx="112680" cy="58680"/>
                    </a:xfrm>
                    <a:custGeom>
                      <a:avLst/>
                      <a:gdLst>
                        <a:gd name="textAreaLeft" fmla="*/ 0 w 112680"/>
                        <a:gd name="textAreaRight" fmla="*/ 113040 w 112680"/>
                        <a:gd name="textAreaTop" fmla="*/ 0 h 58680"/>
                        <a:gd name="textAreaBottom" fmla="*/ 59040 h 586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4040" rIns="90000" bIns="140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742" name="Straight Connector 998"/>
                    <p:cNvCxnSpPr/>
                    <p:nvPr/>
                  </p:nvCxnSpPr>
                  <p:spPr>
                    <a:xfrm flipH="1" flipV="1">
                      <a:off x="6506280" y="567576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743" name="Straight Connector 999"/>
                    <p:cNvCxnSpPr/>
                    <p:nvPr/>
                  </p:nvCxnSpPr>
                  <p:spPr>
                    <a:xfrm flipH="1" flipV="1">
                      <a:off x="7035120" y="567432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744" name="Group 988"/>
                  <p:cNvGrpSpPr/>
                  <p:nvPr/>
                </p:nvGrpSpPr>
                <p:grpSpPr>
                  <a:xfrm>
                    <a:off x="6538680" y="5558400"/>
                    <a:ext cx="421560" cy="363960"/>
                    <a:chOff x="6538680" y="5558400"/>
                    <a:chExt cx="421560" cy="363960"/>
                  </a:xfrm>
                </p:grpSpPr>
                <p:sp>
                  <p:nvSpPr>
                    <p:cNvPr id="6745" name="Oval 989"/>
                    <p:cNvSpPr/>
                    <p:nvPr/>
                  </p:nvSpPr>
                  <p:spPr>
                    <a:xfrm>
                      <a:off x="6593400" y="5631120"/>
                      <a:ext cx="334080" cy="21492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46" name="TextBox 990"/>
                    <p:cNvSpPr/>
                    <p:nvPr/>
                  </p:nvSpPr>
                  <p:spPr>
                    <a:xfrm>
                      <a:off x="6538680" y="5558400"/>
                      <a:ext cx="4215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2c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747" name="Group 967"/>
                <p:cNvGrpSpPr/>
                <p:nvPr/>
              </p:nvGrpSpPr>
              <p:grpSpPr>
                <a:xfrm>
                  <a:off x="4846680" y="5552280"/>
                  <a:ext cx="530280" cy="363960"/>
                  <a:chOff x="4846680" y="5552280"/>
                  <a:chExt cx="530280" cy="363960"/>
                </a:xfrm>
              </p:grpSpPr>
              <p:grpSp>
                <p:nvGrpSpPr>
                  <p:cNvPr id="6748" name="Group 327"/>
                  <p:cNvGrpSpPr/>
                  <p:nvPr/>
                </p:nvGrpSpPr>
                <p:grpSpPr>
                  <a:xfrm>
                    <a:off x="4846680" y="5571360"/>
                    <a:ext cx="530280" cy="270720"/>
                    <a:chOff x="4846680" y="5571360"/>
                    <a:chExt cx="530280" cy="270720"/>
                  </a:xfrm>
                </p:grpSpPr>
                <p:sp>
                  <p:nvSpPr>
                    <p:cNvPr id="6749" name="Oval 978"/>
                    <p:cNvSpPr/>
                    <p:nvPr/>
                  </p:nvSpPr>
                  <p:spPr>
                    <a:xfrm flipV="1">
                      <a:off x="4848480" y="5643360"/>
                      <a:ext cx="528480" cy="19872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50" name="Rectangle 979"/>
                    <p:cNvSpPr/>
                    <p:nvPr/>
                  </p:nvSpPr>
                  <p:spPr>
                    <a:xfrm>
                      <a:off x="4847040" y="5672880"/>
                      <a:ext cx="529920" cy="702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5560" rIns="90000" bIns="255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51" name="Oval 980"/>
                    <p:cNvSpPr/>
                    <p:nvPr/>
                  </p:nvSpPr>
                  <p:spPr>
                    <a:xfrm flipV="1">
                      <a:off x="4847040" y="5571360"/>
                      <a:ext cx="528480" cy="19872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52" name="Freeform 981"/>
                    <p:cNvSpPr/>
                    <p:nvPr/>
                  </p:nvSpPr>
                  <p:spPr>
                    <a:xfrm>
                      <a:off x="4982400" y="5631840"/>
                      <a:ext cx="257400" cy="98280"/>
                    </a:xfrm>
                    <a:custGeom>
                      <a:avLst/>
                      <a:gdLst>
                        <a:gd name="textAreaLeft" fmla="*/ 0 w 257400"/>
                        <a:gd name="textAreaRight" fmla="*/ 257760 w 257400"/>
                        <a:gd name="textAreaTop" fmla="*/ 0 h 98280"/>
                        <a:gd name="textAreaBottom" fmla="*/ 98640 h 9828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53" name="Freeform 982"/>
                    <p:cNvSpPr/>
                    <p:nvPr/>
                  </p:nvSpPr>
                  <p:spPr>
                    <a:xfrm>
                      <a:off x="4955760" y="5606640"/>
                      <a:ext cx="311040" cy="68760"/>
                    </a:xfrm>
                    <a:custGeom>
                      <a:avLst/>
                      <a:gdLst>
                        <a:gd name="textAreaLeft" fmla="*/ 0 w 311040"/>
                        <a:gd name="textAreaRight" fmla="*/ 311400 w 311040"/>
                        <a:gd name="textAreaTop" fmla="*/ 0 h 68760"/>
                        <a:gd name="textAreaBottom" fmla="*/ 69120 h 687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4120" rIns="90000" bIns="241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54" name="Freeform 983"/>
                    <p:cNvSpPr/>
                    <p:nvPr/>
                  </p:nvSpPr>
                  <p:spPr>
                    <a:xfrm>
                      <a:off x="5159880" y="5665680"/>
                      <a:ext cx="114480" cy="60120"/>
                    </a:xfrm>
                    <a:custGeom>
                      <a:avLst/>
                      <a:gdLst>
                        <a:gd name="textAreaLeft" fmla="*/ 0 w 114480"/>
                        <a:gd name="textAreaRight" fmla="*/ 114840 w 114480"/>
                        <a:gd name="textAreaTop" fmla="*/ 0 h 60120"/>
                        <a:gd name="textAreaBottom" fmla="*/ 60480 h 601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5480" rIns="90000" bIns="154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55" name="Freeform 984"/>
                    <p:cNvSpPr/>
                    <p:nvPr/>
                  </p:nvSpPr>
                  <p:spPr>
                    <a:xfrm>
                      <a:off x="4949640" y="5667120"/>
                      <a:ext cx="112680" cy="58680"/>
                    </a:xfrm>
                    <a:custGeom>
                      <a:avLst/>
                      <a:gdLst>
                        <a:gd name="textAreaLeft" fmla="*/ 0 w 112680"/>
                        <a:gd name="textAreaRight" fmla="*/ 113040 w 112680"/>
                        <a:gd name="textAreaTop" fmla="*/ 0 h 58680"/>
                        <a:gd name="textAreaBottom" fmla="*/ 59040 h 586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4040" rIns="90000" bIns="140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756" name="Straight Connector 985"/>
                    <p:cNvCxnSpPr/>
                    <p:nvPr/>
                  </p:nvCxnSpPr>
                  <p:spPr>
                    <a:xfrm flipH="1" flipV="1">
                      <a:off x="4846680" y="5670000"/>
                      <a:ext cx="1800" cy="766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757" name="Straight Connector 986"/>
                    <p:cNvCxnSpPr/>
                    <p:nvPr/>
                  </p:nvCxnSpPr>
                  <p:spPr>
                    <a:xfrm flipH="1" flipV="1">
                      <a:off x="5375520" y="5668560"/>
                      <a:ext cx="1800" cy="766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758" name="Group 975"/>
                  <p:cNvGrpSpPr/>
                  <p:nvPr/>
                </p:nvGrpSpPr>
                <p:grpSpPr>
                  <a:xfrm>
                    <a:off x="4879080" y="5552280"/>
                    <a:ext cx="434160" cy="363960"/>
                    <a:chOff x="4879080" y="5552280"/>
                    <a:chExt cx="434160" cy="363960"/>
                  </a:xfrm>
                </p:grpSpPr>
                <p:sp>
                  <p:nvSpPr>
                    <p:cNvPr id="6759" name="Oval 976"/>
                    <p:cNvSpPr/>
                    <p:nvPr/>
                  </p:nvSpPr>
                  <p:spPr>
                    <a:xfrm>
                      <a:off x="4933800" y="5625360"/>
                      <a:ext cx="334080" cy="21492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60" name="TextBox 977"/>
                    <p:cNvSpPr/>
                    <p:nvPr/>
                  </p:nvSpPr>
                  <p:spPr>
                    <a:xfrm>
                      <a:off x="4879080" y="5552280"/>
                      <a:ext cx="4341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2a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cxnSp>
              <p:nvCxnSpPr>
                <p:cNvPr id="6761" name="Straight Connector 970"/>
                <p:cNvCxnSpPr/>
                <p:nvPr/>
              </p:nvCxnSpPr>
              <p:spPr>
                <a:xfrm>
                  <a:off x="6146640" y="5251320"/>
                  <a:ext cx="451080" cy="34344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6762" name="Straight Connector 971"/>
                <p:cNvCxnSpPr/>
                <p:nvPr/>
              </p:nvCxnSpPr>
              <p:spPr>
                <a:xfrm>
                  <a:off x="5284800" y="5837760"/>
                  <a:ext cx="448920" cy="33156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6763" name="Straight Connector 972"/>
                <p:cNvCxnSpPr/>
                <p:nvPr/>
              </p:nvCxnSpPr>
              <p:spPr>
                <a:xfrm flipH="1">
                  <a:off x="6125400" y="5835240"/>
                  <a:ext cx="477000" cy="32436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</p:grpSp>
        </p:grpSp>
        <p:sp>
          <p:nvSpPr>
            <p:cNvPr id="6764" name="TextBox 1092"/>
            <p:cNvSpPr/>
            <p:nvPr/>
          </p:nvSpPr>
          <p:spPr>
            <a:xfrm>
              <a:off x="4833720" y="4910040"/>
              <a:ext cx="732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90"/>
                  </a:solidFill>
                  <a:effectLst/>
                  <a:uFillTx/>
                  <a:latin typeface="Arial"/>
                  <a:ea typeface="ＭＳ Ｐゴシック"/>
                </a:rPr>
                <a:t>AS 2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65" name="Group 10"/>
          <p:cNvGrpSpPr/>
          <p:nvPr/>
        </p:nvGrpSpPr>
        <p:grpSpPr>
          <a:xfrm>
            <a:off x="8100720" y="3694680"/>
            <a:ext cx="2575080" cy="1672200"/>
            <a:chOff x="8100720" y="3694680"/>
            <a:chExt cx="2575080" cy="1672200"/>
          </a:xfrm>
        </p:grpSpPr>
        <p:sp>
          <p:nvSpPr>
            <p:cNvPr id="6766" name="Freeform 2"/>
            <p:cNvSpPr/>
            <p:nvPr/>
          </p:nvSpPr>
          <p:spPr>
            <a:xfrm>
              <a:off x="8100720" y="3694680"/>
              <a:ext cx="2575080" cy="1672200"/>
            </a:xfrm>
            <a:custGeom>
              <a:avLst/>
              <a:gdLst>
                <a:gd name="textAreaLeft" fmla="*/ 0 w 2575080"/>
                <a:gd name="textAreaRight" fmla="*/ 2575440 w 2575080"/>
                <a:gd name="textAreaTop" fmla="*/ 0 h 1672200"/>
                <a:gd name="textAreaBottom" fmla="*/ 1672560 h 1672200"/>
                <a:gd name="GluePoint1X" fmla="*/ 45 w 10000"/>
                <a:gd name="GluePoint1Y" fmla="*/ 5036 h 10795"/>
                <a:gd name="GluePoint2X" fmla="*/ 2738 w 10000"/>
                <a:gd name="GluePoint2Y" fmla="*/ 2811 h 10795"/>
                <a:gd name="GluePoint3X" fmla="*/ 4886 w 10000"/>
                <a:gd name="GluePoint3Y" fmla="*/ 4 h 10795"/>
                <a:gd name="GluePoint4X" fmla="*/ 8068 w 10000"/>
                <a:gd name="GluePoint4Y" fmla="*/ 2813 h 10795"/>
                <a:gd name="GluePoint5X" fmla="*/ 9996 w 10000"/>
                <a:gd name="GluePoint5Y" fmla="*/ 5413 h 10795"/>
                <a:gd name="GluePoint6X" fmla="*/ 8476 w 10000"/>
                <a:gd name="GluePoint6Y" fmla="*/ 7306 h 10795"/>
                <a:gd name="GluePoint7X" fmla="*/ 5202 w 10000"/>
                <a:gd name="GluePoint7Y" fmla="*/ 10795 h 10795"/>
                <a:gd name="GluePoint8X" fmla="*/ 2753 w 10000"/>
                <a:gd name="GluePoint8Y" fmla="*/ 7683 h 10795"/>
                <a:gd name="GluePoint9X" fmla="*/ 1375 w 10000"/>
                <a:gd name="GluePoint9Y" fmla="*/ 7365 h 10795"/>
                <a:gd name="GluePoint10X" fmla="*/ 45 w 10000"/>
                <a:gd name="GluePoint10Y" fmla="*/ 5036 h 107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67" name="Group 9"/>
            <p:cNvGrpSpPr/>
            <p:nvPr/>
          </p:nvGrpSpPr>
          <p:grpSpPr>
            <a:xfrm>
              <a:off x="8136720" y="3735720"/>
              <a:ext cx="2402640" cy="1560960"/>
              <a:chOff x="8136720" y="3735720"/>
              <a:chExt cx="2402640" cy="1560960"/>
            </a:xfrm>
          </p:grpSpPr>
          <p:grpSp>
            <p:nvGrpSpPr>
              <p:cNvPr id="6768" name="Group 1027"/>
              <p:cNvGrpSpPr/>
              <p:nvPr/>
            </p:nvGrpSpPr>
            <p:grpSpPr>
              <a:xfrm>
                <a:off x="8323920" y="3830760"/>
                <a:ext cx="2215440" cy="1465920"/>
                <a:chOff x="8323920" y="3830760"/>
                <a:chExt cx="2215440" cy="1465920"/>
              </a:xfrm>
            </p:grpSpPr>
            <p:grpSp>
              <p:nvGrpSpPr>
                <p:cNvPr id="6769" name="Group 1028"/>
                <p:cNvGrpSpPr/>
                <p:nvPr/>
              </p:nvGrpSpPr>
              <p:grpSpPr>
                <a:xfrm>
                  <a:off x="9181080" y="3830760"/>
                  <a:ext cx="536400" cy="363960"/>
                  <a:chOff x="9181080" y="3830760"/>
                  <a:chExt cx="536400" cy="363960"/>
                </a:xfrm>
              </p:grpSpPr>
              <p:grpSp>
                <p:nvGrpSpPr>
                  <p:cNvPr id="6770" name="Group 327"/>
                  <p:cNvGrpSpPr/>
                  <p:nvPr/>
                </p:nvGrpSpPr>
                <p:grpSpPr>
                  <a:xfrm>
                    <a:off x="9181080" y="3849120"/>
                    <a:ext cx="536400" cy="263160"/>
                    <a:chOff x="9181080" y="3849120"/>
                    <a:chExt cx="536400" cy="263160"/>
                  </a:xfrm>
                </p:grpSpPr>
                <p:sp>
                  <p:nvSpPr>
                    <p:cNvPr id="6771" name="Oval 1081"/>
                    <p:cNvSpPr/>
                    <p:nvPr/>
                  </p:nvSpPr>
                  <p:spPr>
                    <a:xfrm flipV="1">
                      <a:off x="9182520" y="3919320"/>
                      <a:ext cx="534600" cy="192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72" name="Rectangle 1082"/>
                    <p:cNvSpPr/>
                    <p:nvPr/>
                  </p:nvSpPr>
                  <p:spPr>
                    <a:xfrm>
                      <a:off x="9181080" y="3947760"/>
                      <a:ext cx="536040" cy="684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3760" rIns="90000" bIns="237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73" name="Oval 1083"/>
                    <p:cNvSpPr/>
                    <p:nvPr/>
                  </p:nvSpPr>
                  <p:spPr>
                    <a:xfrm flipV="1">
                      <a:off x="9181080" y="3849120"/>
                      <a:ext cx="534600" cy="1929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74" name="Freeform 1084"/>
                    <p:cNvSpPr/>
                    <p:nvPr/>
                  </p:nvSpPr>
                  <p:spPr>
                    <a:xfrm>
                      <a:off x="9318240" y="3907800"/>
                      <a:ext cx="260280" cy="95760"/>
                    </a:xfrm>
                    <a:custGeom>
                      <a:avLst/>
                      <a:gdLst>
                        <a:gd name="textAreaLeft" fmla="*/ 0 w 260280"/>
                        <a:gd name="textAreaRight" fmla="*/ 260640 w 260280"/>
                        <a:gd name="textAreaTop" fmla="*/ 0 h 95760"/>
                        <a:gd name="textAreaBottom" fmla="*/ 96120 h 9576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75" name="Freeform 1085"/>
                    <p:cNvSpPr/>
                    <p:nvPr/>
                  </p:nvSpPr>
                  <p:spPr>
                    <a:xfrm>
                      <a:off x="9291240" y="3883320"/>
                      <a:ext cx="314640" cy="66960"/>
                    </a:xfrm>
                    <a:custGeom>
                      <a:avLst/>
                      <a:gdLst>
                        <a:gd name="textAreaLeft" fmla="*/ 0 w 314640"/>
                        <a:gd name="textAreaRight" fmla="*/ 315000 w 314640"/>
                        <a:gd name="textAreaTop" fmla="*/ 0 h 66960"/>
                        <a:gd name="textAreaBottom" fmla="*/ 67320 h 669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2320" rIns="90000" bIns="223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76" name="Freeform 1086"/>
                    <p:cNvSpPr/>
                    <p:nvPr/>
                  </p:nvSpPr>
                  <p:spPr>
                    <a:xfrm>
                      <a:off x="9497520" y="3940920"/>
                      <a:ext cx="115560" cy="58320"/>
                    </a:xfrm>
                    <a:custGeom>
                      <a:avLst/>
                      <a:gdLst>
                        <a:gd name="textAreaLeft" fmla="*/ 0 w 115560"/>
                        <a:gd name="textAreaRight" fmla="*/ 115920 w 115560"/>
                        <a:gd name="textAreaTop" fmla="*/ 0 h 58320"/>
                        <a:gd name="textAreaBottom" fmla="*/ 58680 h 583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3680" rIns="90000" bIns="136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77" name="Freeform 1087"/>
                    <p:cNvSpPr/>
                    <p:nvPr/>
                  </p:nvSpPr>
                  <p:spPr>
                    <a:xfrm>
                      <a:off x="9285120" y="3942000"/>
                      <a:ext cx="114120" cy="56880"/>
                    </a:xfrm>
                    <a:custGeom>
                      <a:avLst/>
                      <a:gdLst>
                        <a:gd name="textAreaLeft" fmla="*/ 0 w 114120"/>
                        <a:gd name="textAreaRight" fmla="*/ 114480 w 114120"/>
                        <a:gd name="textAreaTop" fmla="*/ 0 h 56880"/>
                        <a:gd name="textAreaBottom" fmla="*/ 57240 h 568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2240" rIns="90000" bIns="122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778" name="Straight Connector 1088"/>
                    <p:cNvCxnSpPr/>
                    <p:nvPr/>
                  </p:nvCxnSpPr>
                  <p:spPr>
                    <a:xfrm flipH="1" flipV="1">
                      <a:off x="9181080" y="3944880"/>
                      <a:ext cx="1800" cy="748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779" name="Straight Connector 1089"/>
                    <p:cNvCxnSpPr/>
                    <p:nvPr/>
                  </p:nvCxnSpPr>
                  <p:spPr>
                    <a:xfrm flipH="1" flipV="1">
                      <a:off x="9716040" y="3943440"/>
                      <a:ext cx="1800" cy="748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780" name="Group 1078"/>
                  <p:cNvGrpSpPr/>
                  <p:nvPr/>
                </p:nvGrpSpPr>
                <p:grpSpPr>
                  <a:xfrm>
                    <a:off x="9213840" y="3830760"/>
                    <a:ext cx="434160" cy="363960"/>
                    <a:chOff x="9213840" y="3830760"/>
                    <a:chExt cx="434160" cy="363960"/>
                  </a:xfrm>
                </p:grpSpPr>
                <p:sp>
                  <p:nvSpPr>
                    <p:cNvPr id="6781" name="Oval 1079"/>
                    <p:cNvSpPr/>
                    <p:nvPr/>
                  </p:nvSpPr>
                  <p:spPr>
                    <a:xfrm>
                      <a:off x="9269280" y="3901680"/>
                      <a:ext cx="338040" cy="20880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82" name="TextBox 1080"/>
                    <p:cNvSpPr/>
                    <p:nvPr/>
                  </p:nvSpPr>
                  <p:spPr>
                    <a:xfrm>
                      <a:off x="9213840" y="3830760"/>
                      <a:ext cx="4341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3b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783" name="Group 1029"/>
                <p:cNvGrpSpPr/>
                <p:nvPr/>
              </p:nvGrpSpPr>
              <p:grpSpPr>
                <a:xfrm>
                  <a:off x="9185040" y="4932720"/>
                  <a:ext cx="536400" cy="363960"/>
                  <a:chOff x="9185040" y="4932720"/>
                  <a:chExt cx="536400" cy="363960"/>
                </a:xfrm>
              </p:grpSpPr>
              <p:grpSp>
                <p:nvGrpSpPr>
                  <p:cNvPr id="6784" name="Group 327"/>
                  <p:cNvGrpSpPr/>
                  <p:nvPr/>
                </p:nvGrpSpPr>
                <p:grpSpPr>
                  <a:xfrm>
                    <a:off x="9185040" y="4951080"/>
                    <a:ext cx="536400" cy="263160"/>
                    <a:chOff x="9185040" y="4951080"/>
                    <a:chExt cx="536400" cy="263160"/>
                  </a:xfrm>
                </p:grpSpPr>
                <p:sp>
                  <p:nvSpPr>
                    <p:cNvPr id="6785" name="Oval 1068"/>
                    <p:cNvSpPr/>
                    <p:nvPr/>
                  </p:nvSpPr>
                  <p:spPr>
                    <a:xfrm flipV="1">
                      <a:off x="9186840" y="5021280"/>
                      <a:ext cx="534600" cy="192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86" name="Rectangle 1069"/>
                    <p:cNvSpPr/>
                    <p:nvPr/>
                  </p:nvSpPr>
                  <p:spPr>
                    <a:xfrm>
                      <a:off x="9185040" y="5049720"/>
                      <a:ext cx="536040" cy="684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3760" rIns="90000" bIns="237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87" name="Oval 1070"/>
                    <p:cNvSpPr/>
                    <p:nvPr/>
                  </p:nvSpPr>
                  <p:spPr>
                    <a:xfrm flipV="1">
                      <a:off x="9185040" y="4951080"/>
                      <a:ext cx="534600" cy="1929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88" name="Freeform 1071"/>
                    <p:cNvSpPr/>
                    <p:nvPr/>
                  </p:nvSpPr>
                  <p:spPr>
                    <a:xfrm>
                      <a:off x="9322200" y="5009760"/>
                      <a:ext cx="260280" cy="95760"/>
                    </a:xfrm>
                    <a:custGeom>
                      <a:avLst/>
                      <a:gdLst>
                        <a:gd name="textAreaLeft" fmla="*/ 0 w 260280"/>
                        <a:gd name="textAreaRight" fmla="*/ 260640 w 260280"/>
                        <a:gd name="textAreaTop" fmla="*/ 0 h 95760"/>
                        <a:gd name="textAreaBottom" fmla="*/ 96120 h 9576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89" name="Freeform 1072"/>
                    <p:cNvSpPr/>
                    <p:nvPr/>
                  </p:nvSpPr>
                  <p:spPr>
                    <a:xfrm>
                      <a:off x="9295200" y="4985280"/>
                      <a:ext cx="314640" cy="66960"/>
                    </a:xfrm>
                    <a:custGeom>
                      <a:avLst/>
                      <a:gdLst>
                        <a:gd name="textAreaLeft" fmla="*/ 0 w 314640"/>
                        <a:gd name="textAreaRight" fmla="*/ 315000 w 314640"/>
                        <a:gd name="textAreaTop" fmla="*/ 0 h 66960"/>
                        <a:gd name="textAreaBottom" fmla="*/ 67320 h 669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2320" rIns="90000" bIns="223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90" name="Freeform 1073"/>
                    <p:cNvSpPr/>
                    <p:nvPr/>
                  </p:nvSpPr>
                  <p:spPr>
                    <a:xfrm>
                      <a:off x="9501840" y="5042520"/>
                      <a:ext cx="115560" cy="58320"/>
                    </a:xfrm>
                    <a:custGeom>
                      <a:avLst/>
                      <a:gdLst>
                        <a:gd name="textAreaLeft" fmla="*/ 0 w 115560"/>
                        <a:gd name="textAreaRight" fmla="*/ 115920 w 115560"/>
                        <a:gd name="textAreaTop" fmla="*/ 0 h 58320"/>
                        <a:gd name="textAreaBottom" fmla="*/ 58680 h 583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3680" rIns="90000" bIns="136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91" name="Freeform 1074"/>
                    <p:cNvSpPr/>
                    <p:nvPr/>
                  </p:nvSpPr>
                  <p:spPr>
                    <a:xfrm>
                      <a:off x="9289080" y="5043960"/>
                      <a:ext cx="114120" cy="56880"/>
                    </a:xfrm>
                    <a:custGeom>
                      <a:avLst/>
                      <a:gdLst>
                        <a:gd name="textAreaLeft" fmla="*/ 0 w 114120"/>
                        <a:gd name="textAreaRight" fmla="*/ 114480 w 114120"/>
                        <a:gd name="textAreaTop" fmla="*/ 0 h 56880"/>
                        <a:gd name="textAreaBottom" fmla="*/ 57240 h 568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2240" rIns="90000" bIns="122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792" name="Straight Connector 1075"/>
                    <p:cNvCxnSpPr/>
                    <p:nvPr/>
                  </p:nvCxnSpPr>
                  <p:spPr>
                    <a:xfrm flipH="1" flipV="1">
                      <a:off x="9185040" y="5046840"/>
                      <a:ext cx="1800" cy="748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793" name="Straight Connector 1076"/>
                    <p:cNvCxnSpPr/>
                    <p:nvPr/>
                  </p:nvCxnSpPr>
                  <p:spPr>
                    <a:xfrm flipH="1" flipV="1">
                      <a:off x="9720000" y="5045400"/>
                      <a:ext cx="1800" cy="748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794" name="Group 1065"/>
                  <p:cNvGrpSpPr/>
                  <p:nvPr/>
                </p:nvGrpSpPr>
                <p:grpSpPr>
                  <a:xfrm>
                    <a:off x="9217800" y="4932720"/>
                    <a:ext cx="434160" cy="363960"/>
                    <a:chOff x="9217800" y="4932720"/>
                    <a:chExt cx="434160" cy="363960"/>
                  </a:xfrm>
                </p:grpSpPr>
                <p:sp>
                  <p:nvSpPr>
                    <p:cNvPr id="6795" name="Oval 1066"/>
                    <p:cNvSpPr/>
                    <p:nvPr/>
                  </p:nvSpPr>
                  <p:spPr>
                    <a:xfrm>
                      <a:off x="9273240" y="5003640"/>
                      <a:ext cx="338040" cy="20880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796" name="TextBox 1067"/>
                    <p:cNvSpPr/>
                    <p:nvPr/>
                  </p:nvSpPr>
                  <p:spPr>
                    <a:xfrm>
                      <a:off x="9217800" y="4932720"/>
                      <a:ext cx="4341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3d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797" name="Group 1030"/>
                <p:cNvGrpSpPr/>
                <p:nvPr/>
              </p:nvGrpSpPr>
              <p:grpSpPr>
                <a:xfrm>
                  <a:off x="10002960" y="4382640"/>
                  <a:ext cx="536400" cy="363960"/>
                  <a:chOff x="10002960" y="4382640"/>
                  <a:chExt cx="536400" cy="363960"/>
                </a:xfrm>
              </p:grpSpPr>
              <p:grpSp>
                <p:nvGrpSpPr>
                  <p:cNvPr id="6798" name="Group 327"/>
                  <p:cNvGrpSpPr/>
                  <p:nvPr/>
                </p:nvGrpSpPr>
                <p:grpSpPr>
                  <a:xfrm>
                    <a:off x="10002960" y="4401000"/>
                    <a:ext cx="536400" cy="263160"/>
                    <a:chOff x="10002960" y="4401000"/>
                    <a:chExt cx="536400" cy="263160"/>
                  </a:xfrm>
                </p:grpSpPr>
                <p:sp>
                  <p:nvSpPr>
                    <p:cNvPr id="6799" name="Oval 1055"/>
                    <p:cNvSpPr/>
                    <p:nvPr/>
                  </p:nvSpPr>
                  <p:spPr>
                    <a:xfrm flipV="1">
                      <a:off x="10004400" y="4471200"/>
                      <a:ext cx="534600" cy="192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00" name="Rectangle 1056"/>
                    <p:cNvSpPr/>
                    <p:nvPr/>
                  </p:nvSpPr>
                  <p:spPr>
                    <a:xfrm>
                      <a:off x="10002960" y="4500000"/>
                      <a:ext cx="536040" cy="684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3760" rIns="90000" bIns="237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01" name="Oval 1057"/>
                    <p:cNvSpPr/>
                    <p:nvPr/>
                  </p:nvSpPr>
                  <p:spPr>
                    <a:xfrm flipV="1">
                      <a:off x="10002960" y="4401000"/>
                      <a:ext cx="534600" cy="1929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02" name="Freeform 1058"/>
                    <p:cNvSpPr/>
                    <p:nvPr/>
                  </p:nvSpPr>
                  <p:spPr>
                    <a:xfrm>
                      <a:off x="10140120" y="4459680"/>
                      <a:ext cx="260280" cy="95760"/>
                    </a:xfrm>
                    <a:custGeom>
                      <a:avLst/>
                      <a:gdLst>
                        <a:gd name="textAreaLeft" fmla="*/ 0 w 260280"/>
                        <a:gd name="textAreaRight" fmla="*/ 260640 w 260280"/>
                        <a:gd name="textAreaTop" fmla="*/ 0 h 95760"/>
                        <a:gd name="textAreaBottom" fmla="*/ 96120 h 9576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03" name="Freeform 1059"/>
                    <p:cNvSpPr/>
                    <p:nvPr/>
                  </p:nvSpPr>
                  <p:spPr>
                    <a:xfrm>
                      <a:off x="10113120" y="4435200"/>
                      <a:ext cx="314640" cy="66960"/>
                    </a:xfrm>
                    <a:custGeom>
                      <a:avLst/>
                      <a:gdLst>
                        <a:gd name="textAreaLeft" fmla="*/ 0 w 314640"/>
                        <a:gd name="textAreaRight" fmla="*/ 315000 w 314640"/>
                        <a:gd name="textAreaTop" fmla="*/ 0 h 66960"/>
                        <a:gd name="textAreaBottom" fmla="*/ 67320 h 669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2320" rIns="90000" bIns="223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04" name="Freeform 1060"/>
                    <p:cNvSpPr/>
                    <p:nvPr/>
                  </p:nvSpPr>
                  <p:spPr>
                    <a:xfrm>
                      <a:off x="10319400" y="4492800"/>
                      <a:ext cx="115560" cy="58320"/>
                    </a:xfrm>
                    <a:custGeom>
                      <a:avLst/>
                      <a:gdLst>
                        <a:gd name="textAreaLeft" fmla="*/ 0 w 115560"/>
                        <a:gd name="textAreaRight" fmla="*/ 115920 w 115560"/>
                        <a:gd name="textAreaTop" fmla="*/ 0 h 58320"/>
                        <a:gd name="textAreaBottom" fmla="*/ 58680 h 583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3680" rIns="90000" bIns="136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05" name="Freeform 1061"/>
                    <p:cNvSpPr/>
                    <p:nvPr/>
                  </p:nvSpPr>
                  <p:spPr>
                    <a:xfrm>
                      <a:off x="10107000" y="4494240"/>
                      <a:ext cx="114120" cy="56880"/>
                    </a:xfrm>
                    <a:custGeom>
                      <a:avLst/>
                      <a:gdLst>
                        <a:gd name="textAreaLeft" fmla="*/ 0 w 114120"/>
                        <a:gd name="textAreaRight" fmla="*/ 114480 w 114120"/>
                        <a:gd name="textAreaTop" fmla="*/ 0 h 56880"/>
                        <a:gd name="textAreaBottom" fmla="*/ 57240 h 568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2240" rIns="90000" bIns="122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806" name="Straight Connector 1062"/>
                    <p:cNvCxnSpPr/>
                    <p:nvPr/>
                  </p:nvCxnSpPr>
                  <p:spPr>
                    <a:xfrm flipH="1" flipV="1">
                      <a:off x="10002960" y="4496760"/>
                      <a:ext cx="1800" cy="748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807" name="Straight Connector 1063"/>
                    <p:cNvCxnSpPr/>
                    <p:nvPr/>
                  </p:nvCxnSpPr>
                  <p:spPr>
                    <a:xfrm flipH="1" flipV="1">
                      <a:off x="10537920" y="4495320"/>
                      <a:ext cx="1800" cy="748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808" name="Group 1052"/>
                  <p:cNvGrpSpPr/>
                  <p:nvPr/>
                </p:nvGrpSpPr>
                <p:grpSpPr>
                  <a:xfrm>
                    <a:off x="10035720" y="4382640"/>
                    <a:ext cx="421560" cy="363960"/>
                    <a:chOff x="10035720" y="4382640"/>
                    <a:chExt cx="421560" cy="363960"/>
                  </a:xfrm>
                </p:grpSpPr>
                <p:sp>
                  <p:nvSpPr>
                    <p:cNvPr id="6809" name="Oval 1053"/>
                    <p:cNvSpPr/>
                    <p:nvPr/>
                  </p:nvSpPr>
                  <p:spPr>
                    <a:xfrm>
                      <a:off x="10091160" y="4453560"/>
                      <a:ext cx="338040" cy="20880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10" name="TextBox 1054"/>
                    <p:cNvSpPr/>
                    <p:nvPr/>
                  </p:nvSpPr>
                  <p:spPr>
                    <a:xfrm>
                      <a:off x="10035720" y="4382640"/>
                      <a:ext cx="4215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3c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811" name="Group 1031"/>
                <p:cNvGrpSpPr/>
                <p:nvPr/>
              </p:nvGrpSpPr>
              <p:grpSpPr>
                <a:xfrm>
                  <a:off x="8323920" y="4376880"/>
                  <a:ext cx="536400" cy="363960"/>
                  <a:chOff x="8323920" y="4376880"/>
                  <a:chExt cx="536400" cy="363960"/>
                </a:xfrm>
              </p:grpSpPr>
              <p:grpSp>
                <p:nvGrpSpPr>
                  <p:cNvPr id="6812" name="Group 327"/>
                  <p:cNvGrpSpPr/>
                  <p:nvPr/>
                </p:nvGrpSpPr>
                <p:grpSpPr>
                  <a:xfrm>
                    <a:off x="8323920" y="4395240"/>
                    <a:ext cx="536400" cy="263160"/>
                    <a:chOff x="8323920" y="4395240"/>
                    <a:chExt cx="536400" cy="263160"/>
                  </a:xfrm>
                </p:grpSpPr>
                <p:sp>
                  <p:nvSpPr>
                    <p:cNvPr id="6813" name="Oval 1042"/>
                    <p:cNvSpPr/>
                    <p:nvPr/>
                  </p:nvSpPr>
                  <p:spPr>
                    <a:xfrm flipV="1">
                      <a:off x="8325720" y="4465440"/>
                      <a:ext cx="534600" cy="192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14" name="Rectangle 1043"/>
                    <p:cNvSpPr/>
                    <p:nvPr/>
                  </p:nvSpPr>
                  <p:spPr>
                    <a:xfrm>
                      <a:off x="8323920" y="4494240"/>
                      <a:ext cx="536040" cy="684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3760" rIns="90000" bIns="237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15" name="Oval 1044"/>
                    <p:cNvSpPr/>
                    <p:nvPr/>
                  </p:nvSpPr>
                  <p:spPr>
                    <a:xfrm flipV="1">
                      <a:off x="8323920" y="4395240"/>
                      <a:ext cx="534600" cy="1929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16" name="Freeform 1045"/>
                    <p:cNvSpPr/>
                    <p:nvPr/>
                  </p:nvSpPr>
                  <p:spPr>
                    <a:xfrm>
                      <a:off x="8461080" y="4453920"/>
                      <a:ext cx="260280" cy="95760"/>
                    </a:xfrm>
                    <a:custGeom>
                      <a:avLst/>
                      <a:gdLst>
                        <a:gd name="textAreaLeft" fmla="*/ 0 w 260280"/>
                        <a:gd name="textAreaRight" fmla="*/ 260640 w 260280"/>
                        <a:gd name="textAreaTop" fmla="*/ 0 h 95760"/>
                        <a:gd name="textAreaBottom" fmla="*/ 96120 h 9576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17" name="Freeform 1046"/>
                    <p:cNvSpPr/>
                    <p:nvPr/>
                  </p:nvSpPr>
                  <p:spPr>
                    <a:xfrm>
                      <a:off x="8434080" y="4429800"/>
                      <a:ext cx="314640" cy="66960"/>
                    </a:xfrm>
                    <a:custGeom>
                      <a:avLst/>
                      <a:gdLst>
                        <a:gd name="textAreaLeft" fmla="*/ 0 w 314640"/>
                        <a:gd name="textAreaRight" fmla="*/ 315000 w 314640"/>
                        <a:gd name="textAreaTop" fmla="*/ 0 h 66960"/>
                        <a:gd name="textAreaBottom" fmla="*/ 67320 h 669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2320" rIns="90000" bIns="223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18" name="Freeform 1047"/>
                    <p:cNvSpPr/>
                    <p:nvPr/>
                  </p:nvSpPr>
                  <p:spPr>
                    <a:xfrm>
                      <a:off x="8640720" y="4487040"/>
                      <a:ext cx="115560" cy="58320"/>
                    </a:xfrm>
                    <a:custGeom>
                      <a:avLst/>
                      <a:gdLst>
                        <a:gd name="textAreaLeft" fmla="*/ 0 w 115560"/>
                        <a:gd name="textAreaRight" fmla="*/ 115920 w 115560"/>
                        <a:gd name="textAreaTop" fmla="*/ 0 h 58320"/>
                        <a:gd name="textAreaBottom" fmla="*/ 58680 h 583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3680" rIns="90000" bIns="136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19" name="Freeform 1048"/>
                    <p:cNvSpPr/>
                    <p:nvPr/>
                  </p:nvSpPr>
                  <p:spPr>
                    <a:xfrm>
                      <a:off x="8427960" y="4488480"/>
                      <a:ext cx="114120" cy="56880"/>
                    </a:xfrm>
                    <a:custGeom>
                      <a:avLst/>
                      <a:gdLst>
                        <a:gd name="textAreaLeft" fmla="*/ 0 w 114120"/>
                        <a:gd name="textAreaRight" fmla="*/ 114480 w 114120"/>
                        <a:gd name="textAreaTop" fmla="*/ 0 h 56880"/>
                        <a:gd name="textAreaBottom" fmla="*/ 57240 h 568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2240" rIns="90000" bIns="122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820" name="Straight Connector 1049"/>
                    <p:cNvCxnSpPr/>
                    <p:nvPr/>
                  </p:nvCxnSpPr>
                  <p:spPr>
                    <a:xfrm flipH="1" flipV="1">
                      <a:off x="8323920" y="4491000"/>
                      <a:ext cx="1800" cy="748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821" name="Straight Connector 1050"/>
                    <p:cNvCxnSpPr/>
                    <p:nvPr/>
                  </p:nvCxnSpPr>
                  <p:spPr>
                    <a:xfrm flipH="1" flipV="1">
                      <a:off x="8858880" y="4489560"/>
                      <a:ext cx="1800" cy="748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822" name="Group 1039"/>
                  <p:cNvGrpSpPr/>
                  <p:nvPr/>
                </p:nvGrpSpPr>
                <p:grpSpPr>
                  <a:xfrm>
                    <a:off x="8356680" y="4376880"/>
                    <a:ext cx="434160" cy="363960"/>
                    <a:chOff x="8356680" y="4376880"/>
                    <a:chExt cx="434160" cy="363960"/>
                  </a:xfrm>
                </p:grpSpPr>
                <p:sp>
                  <p:nvSpPr>
                    <p:cNvPr id="6823" name="Oval 1040"/>
                    <p:cNvSpPr/>
                    <p:nvPr/>
                  </p:nvSpPr>
                  <p:spPr>
                    <a:xfrm>
                      <a:off x="8412120" y="4447800"/>
                      <a:ext cx="338040" cy="20880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24" name="TextBox 1041"/>
                    <p:cNvSpPr/>
                    <p:nvPr/>
                  </p:nvSpPr>
                  <p:spPr>
                    <a:xfrm>
                      <a:off x="8356680" y="4376880"/>
                      <a:ext cx="4341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3a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cxnSp>
              <p:nvCxnSpPr>
                <p:cNvPr id="6825" name="Straight Connector 1032"/>
                <p:cNvCxnSpPr/>
                <p:nvPr/>
              </p:nvCxnSpPr>
              <p:spPr>
                <a:xfrm>
                  <a:off x="9423000" y="4163760"/>
                  <a:ext cx="4320" cy="768960"/>
                </a:xfrm>
                <a:prstGeom prst="straightConnector1">
                  <a:avLst/>
                </a:prstGeom>
                <a:ln w="19050">
                  <a:solidFill>
                    <a:srgbClr val="000090"/>
                  </a:solidFill>
                  <a:prstDash val="dash"/>
                  <a:round/>
                </a:ln>
              </p:spPr>
            </p:cxnSp>
            <p:cxnSp>
              <p:nvCxnSpPr>
                <p:cNvPr id="6826" name="Straight Connector 1033"/>
                <p:cNvCxnSpPr/>
                <p:nvPr/>
              </p:nvCxnSpPr>
              <p:spPr>
                <a:xfrm>
                  <a:off x="8868960" y="4529880"/>
                  <a:ext cx="1144440" cy="612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6827" name="Straight Connector 1034"/>
                <p:cNvCxnSpPr/>
                <p:nvPr/>
              </p:nvCxnSpPr>
              <p:spPr>
                <a:xfrm>
                  <a:off x="9639000" y="4084200"/>
                  <a:ext cx="456120" cy="33408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6828" name="Straight Connector 1035"/>
                <p:cNvCxnSpPr/>
                <p:nvPr/>
              </p:nvCxnSpPr>
              <p:spPr>
                <a:xfrm>
                  <a:off x="8767080" y="4654080"/>
                  <a:ext cx="453960" cy="32256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6829" name="Straight Connector 1037"/>
                <p:cNvCxnSpPr/>
                <p:nvPr/>
              </p:nvCxnSpPr>
              <p:spPr>
                <a:xfrm flipH="1">
                  <a:off x="8755200" y="4095360"/>
                  <a:ext cx="482760" cy="31536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6830" name="TextBox 1093"/>
              <p:cNvSpPr/>
              <p:nvPr/>
            </p:nvSpPr>
            <p:spPr>
              <a:xfrm>
                <a:off x="8136720" y="3735720"/>
                <a:ext cx="73260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0" u="none" strike="noStrike">
                    <a:solidFill>
                      <a:srgbClr val="000090"/>
                    </a:solidFill>
                    <a:effectLst/>
                    <a:uFillTx/>
                    <a:latin typeface="Arial"/>
                    <a:ea typeface="ＭＳ Ｐゴシック"/>
                  </a:rPr>
                  <a:t>AS 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831" name="Group 6"/>
          <p:cNvGrpSpPr/>
          <p:nvPr/>
        </p:nvGrpSpPr>
        <p:grpSpPr>
          <a:xfrm>
            <a:off x="1426680" y="4136400"/>
            <a:ext cx="3452400" cy="1718640"/>
            <a:chOff x="1426680" y="4136400"/>
            <a:chExt cx="3452400" cy="1718640"/>
          </a:xfrm>
        </p:grpSpPr>
        <p:grpSp>
          <p:nvGrpSpPr>
            <p:cNvPr id="6832" name="Group 896"/>
            <p:cNvGrpSpPr/>
            <p:nvPr/>
          </p:nvGrpSpPr>
          <p:grpSpPr>
            <a:xfrm>
              <a:off x="1426680" y="4136400"/>
              <a:ext cx="2557080" cy="1718640"/>
              <a:chOff x="1426680" y="4136400"/>
              <a:chExt cx="2557080" cy="1718640"/>
            </a:xfrm>
          </p:grpSpPr>
          <p:sp>
            <p:nvSpPr>
              <p:cNvPr id="6833" name="Freeform 2"/>
              <p:cNvSpPr/>
              <p:nvPr/>
            </p:nvSpPr>
            <p:spPr>
              <a:xfrm>
                <a:off x="1426680" y="4136400"/>
                <a:ext cx="2557080" cy="1718640"/>
              </a:xfrm>
              <a:custGeom>
                <a:avLst/>
                <a:gdLst>
                  <a:gd name="textAreaLeft" fmla="*/ 0 w 2557080"/>
                  <a:gd name="textAreaRight" fmla="*/ 2557440 w 2557080"/>
                  <a:gd name="textAreaTop" fmla="*/ 0 h 1718640"/>
                  <a:gd name="textAreaBottom" fmla="*/ 1719000 h 1718640"/>
                  <a:gd name="GluePoint1X" fmla="*/ 45 w 10000"/>
                  <a:gd name="GluePoint1Y" fmla="*/ 5036 h 10795"/>
                  <a:gd name="GluePoint2X" fmla="*/ 2738 w 10000"/>
                  <a:gd name="GluePoint2Y" fmla="*/ 2811 h 10795"/>
                  <a:gd name="GluePoint3X" fmla="*/ 4886 w 10000"/>
                  <a:gd name="GluePoint3Y" fmla="*/ 4 h 10795"/>
                  <a:gd name="GluePoint4X" fmla="*/ 8068 w 10000"/>
                  <a:gd name="GluePoint4Y" fmla="*/ 2813 h 10795"/>
                  <a:gd name="GluePoint5X" fmla="*/ 9996 w 10000"/>
                  <a:gd name="GluePoint5Y" fmla="*/ 5413 h 10795"/>
                  <a:gd name="GluePoint6X" fmla="*/ 8476 w 10000"/>
                  <a:gd name="GluePoint6Y" fmla="*/ 7306 h 10795"/>
                  <a:gd name="GluePoint7X" fmla="*/ 5202 w 10000"/>
                  <a:gd name="GluePoint7Y" fmla="*/ 10795 h 10795"/>
                  <a:gd name="GluePoint8X" fmla="*/ 2753 w 10000"/>
                  <a:gd name="GluePoint8Y" fmla="*/ 7683 h 10795"/>
                  <a:gd name="GluePoint9X" fmla="*/ 1375 w 10000"/>
                  <a:gd name="GluePoint9Y" fmla="*/ 7365 h 10795"/>
                  <a:gd name="GluePoint10X" fmla="*/ 45 w 10000"/>
                  <a:gd name="GluePoint10Y" fmla="*/ 5036 h 1079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</a:cxnLst>
                <a:rect l="textAreaLeft" t="textAreaTop" r="textAreaRight" b="textAreaBottom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834" name="Group 898"/>
              <p:cNvGrpSpPr/>
              <p:nvPr/>
            </p:nvGrpSpPr>
            <p:grpSpPr>
              <a:xfrm>
                <a:off x="1648440" y="4276080"/>
                <a:ext cx="2199600" cy="1496520"/>
                <a:chOff x="1648440" y="4276080"/>
                <a:chExt cx="2199600" cy="1496520"/>
              </a:xfrm>
            </p:grpSpPr>
            <p:grpSp>
              <p:nvGrpSpPr>
                <p:cNvPr id="6835" name="Group 899"/>
                <p:cNvGrpSpPr/>
                <p:nvPr/>
              </p:nvGrpSpPr>
              <p:grpSpPr>
                <a:xfrm>
                  <a:off x="2499480" y="4276080"/>
                  <a:ext cx="532440" cy="363960"/>
                  <a:chOff x="2499480" y="4276080"/>
                  <a:chExt cx="532440" cy="363960"/>
                </a:xfrm>
              </p:grpSpPr>
              <p:grpSp>
                <p:nvGrpSpPr>
                  <p:cNvPr id="6836" name="Group 327"/>
                  <p:cNvGrpSpPr/>
                  <p:nvPr/>
                </p:nvGrpSpPr>
                <p:grpSpPr>
                  <a:xfrm>
                    <a:off x="2499480" y="4294800"/>
                    <a:ext cx="532440" cy="270360"/>
                    <a:chOff x="2499480" y="4294800"/>
                    <a:chExt cx="532440" cy="270360"/>
                  </a:xfrm>
                </p:grpSpPr>
                <p:sp>
                  <p:nvSpPr>
                    <p:cNvPr id="6837" name="Oval 952"/>
                    <p:cNvSpPr/>
                    <p:nvPr/>
                  </p:nvSpPr>
                  <p:spPr>
                    <a:xfrm flipV="1">
                      <a:off x="2500920" y="4366440"/>
                      <a:ext cx="531000" cy="1983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38" name="Rectangle 953"/>
                    <p:cNvSpPr/>
                    <p:nvPr/>
                  </p:nvSpPr>
                  <p:spPr>
                    <a:xfrm>
                      <a:off x="2499480" y="4396680"/>
                      <a:ext cx="532440" cy="702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5560" rIns="90000" bIns="255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39" name="Oval 954"/>
                    <p:cNvSpPr/>
                    <p:nvPr/>
                  </p:nvSpPr>
                  <p:spPr>
                    <a:xfrm flipV="1">
                      <a:off x="2499480" y="4294440"/>
                      <a:ext cx="531000" cy="1983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40" name="Freeform 955"/>
                    <p:cNvSpPr/>
                    <p:nvPr/>
                  </p:nvSpPr>
                  <p:spPr>
                    <a:xfrm>
                      <a:off x="2635560" y="4355280"/>
                      <a:ext cx="258480" cy="98280"/>
                    </a:xfrm>
                    <a:custGeom>
                      <a:avLst/>
                      <a:gdLst>
                        <a:gd name="textAreaLeft" fmla="*/ 0 w 258480"/>
                        <a:gd name="textAreaRight" fmla="*/ 258840 w 258480"/>
                        <a:gd name="textAreaTop" fmla="*/ 0 h 98280"/>
                        <a:gd name="textAreaBottom" fmla="*/ 98640 h 9828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41" name="Freeform 956"/>
                    <p:cNvSpPr/>
                    <p:nvPr/>
                  </p:nvSpPr>
                  <p:spPr>
                    <a:xfrm>
                      <a:off x="2608920" y="4330440"/>
                      <a:ext cx="312480" cy="68760"/>
                    </a:xfrm>
                    <a:custGeom>
                      <a:avLst/>
                      <a:gdLst>
                        <a:gd name="textAreaLeft" fmla="*/ 0 w 312480"/>
                        <a:gd name="textAreaRight" fmla="*/ 312840 w 312480"/>
                        <a:gd name="textAreaTop" fmla="*/ 0 h 68760"/>
                        <a:gd name="textAreaBottom" fmla="*/ 69120 h 687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4120" rIns="90000" bIns="241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42" name="Freeform 957"/>
                    <p:cNvSpPr/>
                    <p:nvPr/>
                  </p:nvSpPr>
                  <p:spPr>
                    <a:xfrm>
                      <a:off x="2813760" y="4389120"/>
                      <a:ext cx="114840" cy="60120"/>
                    </a:xfrm>
                    <a:custGeom>
                      <a:avLst/>
                      <a:gdLst>
                        <a:gd name="textAreaLeft" fmla="*/ 0 w 114840"/>
                        <a:gd name="textAreaRight" fmla="*/ 115200 w 114840"/>
                        <a:gd name="textAreaTop" fmla="*/ 0 h 60120"/>
                        <a:gd name="textAreaBottom" fmla="*/ 60480 h 601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5480" rIns="90000" bIns="154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43" name="Freeform 958"/>
                    <p:cNvSpPr/>
                    <p:nvPr/>
                  </p:nvSpPr>
                  <p:spPr>
                    <a:xfrm>
                      <a:off x="2602800" y="4390920"/>
                      <a:ext cx="113400" cy="58680"/>
                    </a:xfrm>
                    <a:custGeom>
                      <a:avLst/>
                      <a:gdLst>
                        <a:gd name="textAreaLeft" fmla="*/ 0 w 113400"/>
                        <a:gd name="textAreaRight" fmla="*/ 113760 w 113400"/>
                        <a:gd name="textAreaTop" fmla="*/ 0 h 58680"/>
                        <a:gd name="textAreaBottom" fmla="*/ 59040 h 586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4040" rIns="90000" bIns="140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844" name="Straight Connector 959"/>
                    <p:cNvCxnSpPr/>
                    <p:nvPr/>
                  </p:nvCxnSpPr>
                  <p:spPr>
                    <a:xfrm flipH="1" flipV="1">
                      <a:off x="2499480" y="439344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845" name="Straight Connector 960"/>
                    <p:cNvCxnSpPr/>
                    <p:nvPr/>
                  </p:nvCxnSpPr>
                  <p:spPr>
                    <a:xfrm flipH="1" flipV="1">
                      <a:off x="3030480" y="439200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846" name="Group 949"/>
                  <p:cNvGrpSpPr/>
                  <p:nvPr/>
                </p:nvGrpSpPr>
                <p:grpSpPr>
                  <a:xfrm>
                    <a:off x="2531880" y="4276080"/>
                    <a:ext cx="434160" cy="363960"/>
                    <a:chOff x="2531880" y="4276080"/>
                    <a:chExt cx="434160" cy="363960"/>
                  </a:xfrm>
                </p:grpSpPr>
                <p:sp>
                  <p:nvSpPr>
                    <p:cNvPr id="6847" name="Oval 950"/>
                    <p:cNvSpPr/>
                    <p:nvPr/>
                  </p:nvSpPr>
                  <p:spPr>
                    <a:xfrm>
                      <a:off x="2586960" y="4349160"/>
                      <a:ext cx="335520" cy="21492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48" name="TextBox 951"/>
                    <p:cNvSpPr/>
                    <p:nvPr/>
                  </p:nvSpPr>
                  <p:spPr>
                    <a:xfrm>
                      <a:off x="2531880" y="4276080"/>
                      <a:ext cx="4341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1b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849" name="Group 900"/>
                <p:cNvGrpSpPr/>
                <p:nvPr/>
              </p:nvGrpSpPr>
              <p:grpSpPr>
                <a:xfrm>
                  <a:off x="2503440" y="5408640"/>
                  <a:ext cx="532800" cy="363960"/>
                  <a:chOff x="2503440" y="5408640"/>
                  <a:chExt cx="532800" cy="363960"/>
                </a:xfrm>
              </p:grpSpPr>
              <p:grpSp>
                <p:nvGrpSpPr>
                  <p:cNvPr id="6850" name="Group 327"/>
                  <p:cNvGrpSpPr/>
                  <p:nvPr/>
                </p:nvGrpSpPr>
                <p:grpSpPr>
                  <a:xfrm>
                    <a:off x="2503440" y="5427360"/>
                    <a:ext cx="532800" cy="270360"/>
                    <a:chOff x="2503440" y="5427360"/>
                    <a:chExt cx="532800" cy="270360"/>
                  </a:xfrm>
                </p:grpSpPr>
                <p:sp>
                  <p:nvSpPr>
                    <p:cNvPr id="6851" name="Oval 939"/>
                    <p:cNvSpPr/>
                    <p:nvPr/>
                  </p:nvSpPr>
                  <p:spPr>
                    <a:xfrm flipV="1">
                      <a:off x="2504880" y="5499000"/>
                      <a:ext cx="531000" cy="1983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52" name="Rectangle 940"/>
                    <p:cNvSpPr/>
                    <p:nvPr/>
                  </p:nvSpPr>
                  <p:spPr>
                    <a:xfrm>
                      <a:off x="2503440" y="5529240"/>
                      <a:ext cx="532440" cy="702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5560" rIns="90000" bIns="255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53" name="Oval 941"/>
                    <p:cNvSpPr/>
                    <p:nvPr/>
                  </p:nvSpPr>
                  <p:spPr>
                    <a:xfrm flipV="1">
                      <a:off x="2503440" y="5427000"/>
                      <a:ext cx="531000" cy="1983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54" name="Freeform 942"/>
                    <p:cNvSpPr/>
                    <p:nvPr/>
                  </p:nvSpPr>
                  <p:spPr>
                    <a:xfrm>
                      <a:off x="2639520" y="5487840"/>
                      <a:ext cx="258480" cy="98280"/>
                    </a:xfrm>
                    <a:custGeom>
                      <a:avLst/>
                      <a:gdLst>
                        <a:gd name="textAreaLeft" fmla="*/ 0 w 258480"/>
                        <a:gd name="textAreaRight" fmla="*/ 258840 w 258480"/>
                        <a:gd name="textAreaTop" fmla="*/ 0 h 98280"/>
                        <a:gd name="textAreaBottom" fmla="*/ 98640 h 9828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55" name="Freeform 943"/>
                    <p:cNvSpPr/>
                    <p:nvPr/>
                  </p:nvSpPr>
                  <p:spPr>
                    <a:xfrm>
                      <a:off x="2612880" y="5463000"/>
                      <a:ext cx="312480" cy="68760"/>
                    </a:xfrm>
                    <a:custGeom>
                      <a:avLst/>
                      <a:gdLst>
                        <a:gd name="textAreaLeft" fmla="*/ 0 w 312480"/>
                        <a:gd name="textAreaRight" fmla="*/ 312840 w 312480"/>
                        <a:gd name="textAreaTop" fmla="*/ 0 h 68760"/>
                        <a:gd name="textAreaBottom" fmla="*/ 69120 h 687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4120" rIns="90000" bIns="241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56" name="Freeform 944"/>
                    <p:cNvSpPr/>
                    <p:nvPr/>
                  </p:nvSpPr>
                  <p:spPr>
                    <a:xfrm>
                      <a:off x="2817720" y="5522040"/>
                      <a:ext cx="114840" cy="60120"/>
                    </a:xfrm>
                    <a:custGeom>
                      <a:avLst/>
                      <a:gdLst>
                        <a:gd name="textAreaLeft" fmla="*/ 0 w 114840"/>
                        <a:gd name="textAreaRight" fmla="*/ 115200 w 114840"/>
                        <a:gd name="textAreaTop" fmla="*/ 0 h 60120"/>
                        <a:gd name="textAreaBottom" fmla="*/ 60480 h 601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5480" rIns="90000" bIns="154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57" name="Freeform 945"/>
                    <p:cNvSpPr/>
                    <p:nvPr/>
                  </p:nvSpPr>
                  <p:spPr>
                    <a:xfrm>
                      <a:off x="2606760" y="5523480"/>
                      <a:ext cx="113400" cy="58680"/>
                    </a:xfrm>
                    <a:custGeom>
                      <a:avLst/>
                      <a:gdLst>
                        <a:gd name="textAreaLeft" fmla="*/ 0 w 113400"/>
                        <a:gd name="textAreaRight" fmla="*/ 113760 w 113400"/>
                        <a:gd name="textAreaTop" fmla="*/ 0 h 58680"/>
                        <a:gd name="textAreaBottom" fmla="*/ 59040 h 586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4040" rIns="90000" bIns="140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858" name="Straight Connector 946"/>
                    <p:cNvCxnSpPr/>
                    <p:nvPr/>
                  </p:nvCxnSpPr>
                  <p:spPr>
                    <a:xfrm flipH="1" flipV="1">
                      <a:off x="2503440" y="552600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859" name="Straight Connector 947"/>
                    <p:cNvCxnSpPr/>
                    <p:nvPr/>
                  </p:nvCxnSpPr>
                  <p:spPr>
                    <a:xfrm flipH="1" flipV="1">
                      <a:off x="3034440" y="5524560"/>
                      <a:ext cx="216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860" name="Group 936"/>
                  <p:cNvGrpSpPr/>
                  <p:nvPr/>
                </p:nvGrpSpPr>
                <p:grpSpPr>
                  <a:xfrm>
                    <a:off x="2535840" y="5408640"/>
                    <a:ext cx="434160" cy="363960"/>
                    <a:chOff x="2535840" y="5408640"/>
                    <a:chExt cx="434160" cy="363960"/>
                  </a:xfrm>
                </p:grpSpPr>
                <p:sp>
                  <p:nvSpPr>
                    <p:cNvPr id="6861" name="Oval 937"/>
                    <p:cNvSpPr/>
                    <p:nvPr/>
                  </p:nvSpPr>
                  <p:spPr>
                    <a:xfrm>
                      <a:off x="2590920" y="5481720"/>
                      <a:ext cx="335520" cy="21492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62" name="TextBox 938"/>
                    <p:cNvSpPr/>
                    <p:nvPr/>
                  </p:nvSpPr>
                  <p:spPr>
                    <a:xfrm>
                      <a:off x="2535840" y="5408640"/>
                      <a:ext cx="4341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1d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863" name="Group 901"/>
                <p:cNvGrpSpPr/>
                <p:nvPr/>
              </p:nvGrpSpPr>
              <p:grpSpPr>
                <a:xfrm>
                  <a:off x="3315600" y="4843440"/>
                  <a:ext cx="532440" cy="363960"/>
                  <a:chOff x="3315600" y="4843440"/>
                  <a:chExt cx="532440" cy="363960"/>
                </a:xfrm>
              </p:grpSpPr>
              <p:grpSp>
                <p:nvGrpSpPr>
                  <p:cNvPr id="6864" name="Group 327"/>
                  <p:cNvGrpSpPr/>
                  <p:nvPr/>
                </p:nvGrpSpPr>
                <p:grpSpPr>
                  <a:xfrm>
                    <a:off x="3315600" y="4862160"/>
                    <a:ext cx="532440" cy="270360"/>
                    <a:chOff x="3315600" y="4862160"/>
                    <a:chExt cx="532440" cy="270360"/>
                  </a:xfrm>
                </p:grpSpPr>
                <p:sp>
                  <p:nvSpPr>
                    <p:cNvPr id="6865" name="Oval 926"/>
                    <p:cNvSpPr/>
                    <p:nvPr/>
                  </p:nvSpPr>
                  <p:spPr>
                    <a:xfrm flipV="1">
                      <a:off x="3317040" y="4933800"/>
                      <a:ext cx="531000" cy="1983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66" name="Rectangle 927"/>
                    <p:cNvSpPr/>
                    <p:nvPr/>
                  </p:nvSpPr>
                  <p:spPr>
                    <a:xfrm>
                      <a:off x="3315600" y="4964040"/>
                      <a:ext cx="532440" cy="702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5560" rIns="90000" bIns="255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67" name="Oval 928"/>
                    <p:cNvSpPr/>
                    <p:nvPr/>
                  </p:nvSpPr>
                  <p:spPr>
                    <a:xfrm flipV="1">
                      <a:off x="3315600" y="4861800"/>
                      <a:ext cx="531000" cy="1983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68" name="Freeform 929"/>
                    <p:cNvSpPr/>
                    <p:nvPr/>
                  </p:nvSpPr>
                  <p:spPr>
                    <a:xfrm>
                      <a:off x="3451680" y="4922640"/>
                      <a:ext cx="258480" cy="98280"/>
                    </a:xfrm>
                    <a:custGeom>
                      <a:avLst/>
                      <a:gdLst>
                        <a:gd name="textAreaLeft" fmla="*/ 0 w 258480"/>
                        <a:gd name="textAreaRight" fmla="*/ 258840 w 258480"/>
                        <a:gd name="textAreaTop" fmla="*/ 0 h 98280"/>
                        <a:gd name="textAreaBottom" fmla="*/ 98640 h 9828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69" name="Freeform 930"/>
                    <p:cNvSpPr/>
                    <p:nvPr/>
                  </p:nvSpPr>
                  <p:spPr>
                    <a:xfrm>
                      <a:off x="3424680" y="4897800"/>
                      <a:ext cx="312480" cy="68760"/>
                    </a:xfrm>
                    <a:custGeom>
                      <a:avLst/>
                      <a:gdLst>
                        <a:gd name="textAreaLeft" fmla="*/ 0 w 312480"/>
                        <a:gd name="textAreaRight" fmla="*/ 312840 w 312480"/>
                        <a:gd name="textAreaTop" fmla="*/ 0 h 68760"/>
                        <a:gd name="textAreaBottom" fmla="*/ 69120 h 687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4120" rIns="90000" bIns="241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70" name="Freeform 931"/>
                    <p:cNvSpPr/>
                    <p:nvPr/>
                  </p:nvSpPr>
                  <p:spPr>
                    <a:xfrm>
                      <a:off x="3629880" y="4956480"/>
                      <a:ext cx="114840" cy="60120"/>
                    </a:xfrm>
                    <a:custGeom>
                      <a:avLst/>
                      <a:gdLst>
                        <a:gd name="textAreaLeft" fmla="*/ 0 w 114840"/>
                        <a:gd name="textAreaRight" fmla="*/ 115200 w 114840"/>
                        <a:gd name="textAreaTop" fmla="*/ 0 h 60120"/>
                        <a:gd name="textAreaBottom" fmla="*/ 60480 h 601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5480" rIns="90000" bIns="154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71" name="Freeform 932"/>
                    <p:cNvSpPr/>
                    <p:nvPr/>
                  </p:nvSpPr>
                  <p:spPr>
                    <a:xfrm>
                      <a:off x="3418920" y="4957920"/>
                      <a:ext cx="113400" cy="58680"/>
                    </a:xfrm>
                    <a:custGeom>
                      <a:avLst/>
                      <a:gdLst>
                        <a:gd name="textAreaLeft" fmla="*/ 0 w 113400"/>
                        <a:gd name="textAreaRight" fmla="*/ 113760 w 113400"/>
                        <a:gd name="textAreaTop" fmla="*/ 0 h 58680"/>
                        <a:gd name="textAreaBottom" fmla="*/ 59040 h 586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4040" rIns="90000" bIns="140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872" name="Straight Connector 933"/>
                    <p:cNvCxnSpPr/>
                    <p:nvPr/>
                  </p:nvCxnSpPr>
                  <p:spPr>
                    <a:xfrm flipH="1" flipV="1">
                      <a:off x="3315600" y="496080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873" name="Straight Connector 934"/>
                    <p:cNvCxnSpPr/>
                    <p:nvPr/>
                  </p:nvCxnSpPr>
                  <p:spPr>
                    <a:xfrm flipH="1" flipV="1">
                      <a:off x="3846600" y="4959360"/>
                      <a:ext cx="1800" cy="7704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874" name="Group 923"/>
                  <p:cNvGrpSpPr/>
                  <p:nvPr/>
                </p:nvGrpSpPr>
                <p:grpSpPr>
                  <a:xfrm>
                    <a:off x="3348000" y="4843440"/>
                    <a:ext cx="421560" cy="363960"/>
                    <a:chOff x="3348000" y="4843440"/>
                    <a:chExt cx="421560" cy="363960"/>
                  </a:xfrm>
                </p:grpSpPr>
                <p:sp>
                  <p:nvSpPr>
                    <p:cNvPr id="6875" name="Oval 924"/>
                    <p:cNvSpPr/>
                    <p:nvPr/>
                  </p:nvSpPr>
                  <p:spPr>
                    <a:xfrm>
                      <a:off x="3403080" y="4916160"/>
                      <a:ext cx="335520" cy="21492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76" name="TextBox 925"/>
                    <p:cNvSpPr/>
                    <p:nvPr/>
                  </p:nvSpPr>
                  <p:spPr>
                    <a:xfrm>
                      <a:off x="3348000" y="4843440"/>
                      <a:ext cx="4215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1c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6877" name="Group 902"/>
                <p:cNvGrpSpPr/>
                <p:nvPr/>
              </p:nvGrpSpPr>
              <p:grpSpPr>
                <a:xfrm>
                  <a:off x="1648440" y="4837680"/>
                  <a:ext cx="532440" cy="363960"/>
                  <a:chOff x="1648440" y="4837680"/>
                  <a:chExt cx="532440" cy="363960"/>
                </a:xfrm>
              </p:grpSpPr>
              <p:grpSp>
                <p:nvGrpSpPr>
                  <p:cNvPr id="6878" name="Group 327"/>
                  <p:cNvGrpSpPr/>
                  <p:nvPr/>
                </p:nvGrpSpPr>
                <p:grpSpPr>
                  <a:xfrm>
                    <a:off x="1648440" y="4856040"/>
                    <a:ext cx="532440" cy="270720"/>
                    <a:chOff x="1648440" y="4856040"/>
                    <a:chExt cx="532440" cy="270720"/>
                  </a:xfrm>
                </p:grpSpPr>
                <p:sp>
                  <p:nvSpPr>
                    <p:cNvPr id="6879" name="Oval 913"/>
                    <p:cNvSpPr/>
                    <p:nvPr/>
                  </p:nvSpPr>
                  <p:spPr>
                    <a:xfrm flipV="1">
                      <a:off x="1649880" y="4928040"/>
                      <a:ext cx="531000" cy="1983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80" name="Rectangle 914"/>
                    <p:cNvSpPr/>
                    <p:nvPr/>
                  </p:nvSpPr>
                  <p:spPr>
                    <a:xfrm>
                      <a:off x="1648440" y="4957920"/>
                      <a:ext cx="532440" cy="702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5560" rIns="90000" bIns="255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81" name="Oval 915"/>
                    <p:cNvSpPr/>
                    <p:nvPr/>
                  </p:nvSpPr>
                  <p:spPr>
                    <a:xfrm flipV="1">
                      <a:off x="1648440" y="4855680"/>
                      <a:ext cx="531000" cy="1983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82" name="Freeform 916"/>
                    <p:cNvSpPr/>
                    <p:nvPr/>
                  </p:nvSpPr>
                  <p:spPr>
                    <a:xfrm>
                      <a:off x="1784520" y="4916880"/>
                      <a:ext cx="258480" cy="98280"/>
                    </a:xfrm>
                    <a:custGeom>
                      <a:avLst/>
                      <a:gdLst>
                        <a:gd name="textAreaLeft" fmla="*/ 0 w 258480"/>
                        <a:gd name="textAreaRight" fmla="*/ 258840 w 258480"/>
                        <a:gd name="textAreaTop" fmla="*/ 0 h 98280"/>
                        <a:gd name="textAreaBottom" fmla="*/ 98640 h 9828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83" name="Freeform 917"/>
                    <p:cNvSpPr/>
                    <p:nvPr/>
                  </p:nvSpPr>
                  <p:spPr>
                    <a:xfrm>
                      <a:off x="1757880" y="4891680"/>
                      <a:ext cx="312480" cy="68760"/>
                    </a:xfrm>
                    <a:custGeom>
                      <a:avLst/>
                      <a:gdLst>
                        <a:gd name="textAreaLeft" fmla="*/ 0 w 312480"/>
                        <a:gd name="textAreaRight" fmla="*/ 312840 w 312480"/>
                        <a:gd name="textAreaTop" fmla="*/ 0 h 68760"/>
                        <a:gd name="textAreaBottom" fmla="*/ 69120 h 687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4120" rIns="90000" bIns="241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84" name="Freeform 918"/>
                    <p:cNvSpPr/>
                    <p:nvPr/>
                  </p:nvSpPr>
                  <p:spPr>
                    <a:xfrm>
                      <a:off x="1962720" y="4950720"/>
                      <a:ext cx="114840" cy="60120"/>
                    </a:xfrm>
                    <a:custGeom>
                      <a:avLst/>
                      <a:gdLst>
                        <a:gd name="textAreaLeft" fmla="*/ 0 w 114840"/>
                        <a:gd name="textAreaRight" fmla="*/ 115200 w 114840"/>
                        <a:gd name="textAreaTop" fmla="*/ 0 h 60120"/>
                        <a:gd name="textAreaBottom" fmla="*/ 60480 h 601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5480" rIns="90000" bIns="154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85" name="Freeform 919"/>
                    <p:cNvSpPr/>
                    <p:nvPr/>
                  </p:nvSpPr>
                  <p:spPr>
                    <a:xfrm>
                      <a:off x="1751760" y="4952160"/>
                      <a:ext cx="113400" cy="58680"/>
                    </a:xfrm>
                    <a:custGeom>
                      <a:avLst/>
                      <a:gdLst>
                        <a:gd name="textAreaLeft" fmla="*/ 0 w 113400"/>
                        <a:gd name="textAreaRight" fmla="*/ 113760 w 113400"/>
                        <a:gd name="textAreaTop" fmla="*/ 0 h 58680"/>
                        <a:gd name="textAreaBottom" fmla="*/ 59040 h 586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4040" rIns="90000" bIns="140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6886" name="Straight Connector 920"/>
                    <p:cNvCxnSpPr/>
                    <p:nvPr/>
                  </p:nvCxnSpPr>
                  <p:spPr>
                    <a:xfrm flipH="1" flipV="1">
                      <a:off x="1648440" y="4955040"/>
                      <a:ext cx="1800" cy="766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887" name="Straight Connector 921"/>
                    <p:cNvCxnSpPr/>
                    <p:nvPr/>
                  </p:nvCxnSpPr>
                  <p:spPr>
                    <a:xfrm flipH="1" flipV="1">
                      <a:off x="2179440" y="4953600"/>
                      <a:ext cx="1800" cy="7668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6888" name="Group 910"/>
                  <p:cNvGrpSpPr/>
                  <p:nvPr/>
                </p:nvGrpSpPr>
                <p:grpSpPr>
                  <a:xfrm>
                    <a:off x="1680840" y="4837680"/>
                    <a:ext cx="434160" cy="363960"/>
                    <a:chOff x="1680840" y="4837680"/>
                    <a:chExt cx="434160" cy="363960"/>
                  </a:xfrm>
                </p:grpSpPr>
                <p:sp>
                  <p:nvSpPr>
                    <p:cNvPr id="6889" name="Oval 911"/>
                    <p:cNvSpPr/>
                    <p:nvPr/>
                  </p:nvSpPr>
                  <p:spPr>
                    <a:xfrm>
                      <a:off x="1735920" y="4910400"/>
                      <a:ext cx="335520" cy="21492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6890" name="TextBox 912"/>
                    <p:cNvSpPr/>
                    <p:nvPr/>
                  </p:nvSpPr>
                  <p:spPr>
                    <a:xfrm>
                      <a:off x="1680840" y="4837680"/>
                      <a:ext cx="434160" cy="3639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1a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cxnSp>
              <p:nvCxnSpPr>
                <p:cNvPr id="6891" name="Straight Connector 905"/>
                <p:cNvCxnSpPr/>
                <p:nvPr/>
              </p:nvCxnSpPr>
              <p:spPr>
                <a:xfrm>
                  <a:off x="2954160" y="4536720"/>
                  <a:ext cx="452880" cy="34308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6892" name="Straight Connector 906"/>
                <p:cNvCxnSpPr/>
                <p:nvPr/>
              </p:nvCxnSpPr>
              <p:spPr>
                <a:xfrm>
                  <a:off x="2088360" y="5122440"/>
                  <a:ext cx="450720" cy="33156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6893" name="Straight Connector 907"/>
                <p:cNvCxnSpPr/>
                <p:nvPr/>
              </p:nvCxnSpPr>
              <p:spPr>
                <a:xfrm flipH="1">
                  <a:off x="2932920" y="5119920"/>
                  <a:ext cx="479160" cy="32436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6894" name="Straight Connector 908"/>
                <p:cNvCxnSpPr/>
                <p:nvPr/>
              </p:nvCxnSpPr>
              <p:spPr>
                <a:xfrm flipH="1">
                  <a:off x="2076480" y="4548240"/>
                  <a:ext cx="479160" cy="32436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</p:grpSp>
        </p:grpSp>
        <p:sp>
          <p:nvSpPr>
            <p:cNvPr id="6895" name="TextBox 1094"/>
            <p:cNvSpPr/>
            <p:nvPr/>
          </p:nvSpPr>
          <p:spPr>
            <a:xfrm>
              <a:off x="1430640" y="4246920"/>
              <a:ext cx="75312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90"/>
                  </a:solidFill>
                  <a:effectLst/>
                  <a:uFillTx/>
                  <a:latin typeface="Arial"/>
                  <a:ea typeface="ＭＳ Ｐゴシック"/>
                </a:rPr>
                <a:t>AS 1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896" name="Straight Connector 1090"/>
            <p:cNvCxnSpPr>
              <a:stCxn id="6760" idx="1"/>
            </p:cNvCxnSpPr>
            <p:nvPr/>
          </p:nvCxnSpPr>
          <p:spPr>
            <a:xfrm flipH="1" flipV="1">
              <a:off x="3848040" y="5024520"/>
              <a:ext cx="1031400" cy="69948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</a:ln>
          </p:spPr>
        </p:cxnSp>
      </p:grpSp>
      <p:grpSp>
        <p:nvGrpSpPr>
          <p:cNvPr id="6897" name="Group 1095"/>
          <p:cNvGrpSpPr/>
          <p:nvPr/>
        </p:nvGrpSpPr>
        <p:grpSpPr>
          <a:xfrm>
            <a:off x="10343520" y="5542560"/>
            <a:ext cx="1701360" cy="615960"/>
            <a:chOff x="10343520" y="5542560"/>
            <a:chExt cx="1701360" cy="615960"/>
          </a:xfrm>
        </p:grpSpPr>
        <p:grpSp>
          <p:nvGrpSpPr>
            <p:cNvPr id="6898" name="Group 1096"/>
            <p:cNvGrpSpPr/>
            <p:nvPr/>
          </p:nvGrpSpPr>
          <p:grpSpPr>
            <a:xfrm>
              <a:off x="10343520" y="5542560"/>
              <a:ext cx="1701360" cy="615960"/>
              <a:chOff x="10343520" y="5542560"/>
              <a:chExt cx="1701360" cy="615960"/>
            </a:xfrm>
          </p:grpSpPr>
          <p:sp>
            <p:nvSpPr>
              <p:cNvPr id="6899" name="Freeform 2"/>
              <p:cNvSpPr/>
              <p:nvPr/>
            </p:nvSpPr>
            <p:spPr>
              <a:xfrm>
                <a:off x="10343520" y="5542560"/>
                <a:ext cx="1701360" cy="615960"/>
              </a:xfrm>
              <a:custGeom>
                <a:avLst/>
                <a:gdLst>
                  <a:gd name="textAreaLeft" fmla="*/ 0 w 1701360"/>
                  <a:gd name="textAreaRight" fmla="*/ 1701720 w 1701360"/>
                  <a:gd name="textAreaTop" fmla="*/ 0 h 615960"/>
                  <a:gd name="textAreaBottom" fmla="*/ 616320 h 615960"/>
                  <a:gd name="GluePoint1X" fmla="*/ 40 w 11293"/>
                  <a:gd name="GluePoint1Y" fmla="*/ 9082 h 11127"/>
                  <a:gd name="GluePoint2X" fmla="*/ 4577 w 11293"/>
                  <a:gd name="GluePoint2Y" fmla="*/ 470 h 11127"/>
                  <a:gd name="GluePoint3X" fmla="*/ 7822 w 11293"/>
                  <a:gd name="GluePoint3Y" fmla="*/ 1336 h 11127"/>
                  <a:gd name="GluePoint4X" fmla="*/ 10740 w 11293"/>
                  <a:gd name="GluePoint4Y" fmla="*/ 3004 h 11127"/>
                  <a:gd name="GluePoint5X" fmla="*/ 11102 w 11293"/>
                  <a:gd name="GluePoint5Y" fmla="*/ 7683 h 11127"/>
                  <a:gd name="GluePoint6X" fmla="*/ 8541 w 11293"/>
                  <a:gd name="GluePoint6Y" fmla="*/ 11085 h 11127"/>
                  <a:gd name="GluePoint7X" fmla="*/ 2705 w 11293"/>
                  <a:gd name="GluePoint7Y" fmla="*/ 9564 h 11127"/>
                  <a:gd name="GluePoint8X" fmla="*/ 40 w 11293"/>
                  <a:gd name="GluePoint8Y" fmla="*/ 9082 h 111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</a:cxnLst>
                <a:rect l="textAreaLeft" t="textAreaTop" r="textAreaRight" b="textAreaBottom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9CE0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900" name="Group 327"/>
              <p:cNvGrpSpPr/>
              <p:nvPr/>
            </p:nvGrpSpPr>
            <p:grpSpPr>
              <a:xfrm>
                <a:off x="11442960" y="5675400"/>
                <a:ext cx="536400" cy="263160"/>
                <a:chOff x="11442960" y="5675400"/>
                <a:chExt cx="536400" cy="263160"/>
              </a:xfrm>
            </p:grpSpPr>
            <p:sp>
              <p:nvSpPr>
                <p:cNvPr id="6901" name="Oval 1103"/>
                <p:cNvSpPr/>
                <p:nvPr/>
              </p:nvSpPr>
              <p:spPr>
                <a:xfrm flipV="1">
                  <a:off x="11444400" y="5745600"/>
                  <a:ext cx="534600" cy="1929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902" name="Rectangle 1104"/>
                <p:cNvSpPr/>
                <p:nvPr/>
              </p:nvSpPr>
              <p:spPr>
                <a:xfrm>
                  <a:off x="11442960" y="5774400"/>
                  <a:ext cx="536040" cy="6840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3760" rIns="90000" bIns="237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903" name="Oval 1105"/>
                <p:cNvSpPr/>
                <p:nvPr/>
              </p:nvSpPr>
              <p:spPr>
                <a:xfrm flipV="1">
                  <a:off x="11442960" y="5675400"/>
                  <a:ext cx="534600" cy="19296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904" name="Freeform 1106"/>
                <p:cNvSpPr/>
                <p:nvPr/>
              </p:nvSpPr>
              <p:spPr>
                <a:xfrm>
                  <a:off x="11580120" y="5734080"/>
                  <a:ext cx="260280" cy="95760"/>
                </a:xfrm>
                <a:custGeom>
                  <a:avLst/>
                  <a:gdLst>
                    <a:gd name="textAreaLeft" fmla="*/ 0 w 260280"/>
                    <a:gd name="textAreaRight" fmla="*/ 260640 w 260280"/>
                    <a:gd name="textAreaTop" fmla="*/ 0 h 95760"/>
                    <a:gd name="textAreaBottom" fmla="*/ 96120 h 957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905" name="Freeform 1107"/>
                <p:cNvSpPr/>
                <p:nvPr/>
              </p:nvSpPr>
              <p:spPr>
                <a:xfrm>
                  <a:off x="11553120" y="5709960"/>
                  <a:ext cx="314640" cy="66960"/>
                </a:xfrm>
                <a:custGeom>
                  <a:avLst/>
                  <a:gdLst>
                    <a:gd name="textAreaLeft" fmla="*/ 0 w 314640"/>
                    <a:gd name="textAreaRight" fmla="*/ 315000 w 314640"/>
                    <a:gd name="textAreaTop" fmla="*/ 0 h 66960"/>
                    <a:gd name="textAreaBottom" fmla="*/ 67320 h 66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2320" rIns="90000" bIns="223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906" name="Freeform 1108"/>
                <p:cNvSpPr/>
                <p:nvPr/>
              </p:nvSpPr>
              <p:spPr>
                <a:xfrm>
                  <a:off x="11759400" y="5767200"/>
                  <a:ext cx="115560" cy="5832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58320"/>
                    <a:gd name="textAreaBottom" fmla="*/ 58680 h 5832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3680" rIns="90000" bIns="13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907" name="Freeform 1109"/>
                <p:cNvSpPr/>
                <p:nvPr/>
              </p:nvSpPr>
              <p:spPr>
                <a:xfrm>
                  <a:off x="11547000" y="5768640"/>
                  <a:ext cx="114120" cy="56880"/>
                </a:xfrm>
                <a:custGeom>
                  <a:avLst/>
                  <a:gdLst>
                    <a:gd name="textAreaLeft" fmla="*/ 0 w 114120"/>
                    <a:gd name="textAreaRight" fmla="*/ 114480 w 114120"/>
                    <a:gd name="textAreaTop" fmla="*/ 0 h 56880"/>
                    <a:gd name="textAreaBottom" fmla="*/ 57240 h 568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2240" rIns="90000" bIns="122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6908" name="Straight Connector 1110"/>
                <p:cNvCxnSpPr/>
                <p:nvPr/>
              </p:nvCxnSpPr>
              <p:spPr>
                <a:xfrm flipH="1" flipV="1">
                  <a:off x="11442960" y="5771160"/>
                  <a:ext cx="1800" cy="748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6909" name="Straight Connector 1111"/>
                <p:cNvCxnSpPr/>
                <p:nvPr/>
              </p:nvCxnSpPr>
              <p:spPr>
                <a:xfrm flipH="1" flipV="1">
                  <a:off x="11977920" y="5769720"/>
                  <a:ext cx="1800" cy="748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6910" name="Group 1100"/>
              <p:cNvGrpSpPr/>
              <p:nvPr/>
            </p:nvGrpSpPr>
            <p:grpSpPr>
              <a:xfrm>
                <a:off x="11414520" y="5657040"/>
                <a:ext cx="460440" cy="364680"/>
                <a:chOff x="11414520" y="5657040"/>
                <a:chExt cx="460440" cy="364680"/>
              </a:xfrm>
            </p:grpSpPr>
            <p:sp>
              <p:nvSpPr>
                <p:cNvPr id="6911" name="Oval 1101"/>
                <p:cNvSpPr/>
                <p:nvPr/>
              </p:nvSpPr>
              <p:spPr>
                <a:xfrm>
                  <a:off x="11531160" y="5727960"/>
                  <a:ext cx="338040" cy="20880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6912" name="TextBox 1102"/>
                <p:cNvSpPr/>
                <p:nvPr/>
              </p:nvSpPr>
              <p:spPr>
                <a:xfrm>
                  <a:off x="11414520" y="5657040"/>
                  <a:ext cx="460440" cy="364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  X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cxnSp>
          <p:nvCxnSpPr>
            <p:cNvPr id="6913" name="Straight Connector 1097"/>
            <p:cNvCxnSpPr/>
            <p:nvPr/>
          </p:nvCxnSpPr>
          <p:spPr>
            <a:xfrm flipH="1">
              <a:off x="10566000" y="5824080"/>
              <a:ext cx="870480" cy="1044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</a:ln>
          </p:spPr>
        </p:cxnSp>
      </p:grpSp>
      <p:grpSp>
        <p:nvGrpSpPr>
          <p:cNvPr id="6914" name="Group 117"/>
          <p:cNvGrpSpPr/>
          <p:nvPr/>
        </p:nvGrpSpPr>
        <p:grpSpPr>
          <a:xfrm>
            <a:off x="7225560" y="5005800"/>
            <a:ext cx="2481840" cy="1074600"/>
            <a:chOff x="7225560" y="5005800"/>
            <a:chExt cx="2481840" cy="1074600"/>
          </a:xfrm>
        </p:grpSpPr>
        <p:sp>
          <p:nvSpPr>
            <p:cNvPr id="6915" name="AutoShape 118"/>
            <p:cNvSpPr/>
            <p:nvPr/>
          </p:nvSpPr>
          <p:spPr>
            <a:xfrm rot="19396800">
              <a:off x="7226640" y="5209560"/>
              <a:ext cx="767880" cy="25848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939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6" name="Text Box 119"/>
            <p:cNvSpPr/>
            <p:nvPr/>
          </p:nvSpPr>
          <p:spPr>
            <a:xfrm>
              <a:off x="7245720" y="5576040"/>
              <a:ext cx="2461680" cy="50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BGP advertisement: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600" b="0" u="none" strike="noStrike">
                  <a:solidFill>
                    <a:srgbClr val="0000A8"/>
                  </a:solidFill>
                  <a:effectLst/>
                  <a:uFillTx/>
                  <a:latin typeface="Arial"/>
                  <a:ea typeface="ＭＳ Ｐゴシック"/>
                </a:rPr>
                <a:t>AS3, X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917" name="Straight Connector 1091"/>
          <p:cNvCxnSpPr>
            <a:stCxn id="6737" idx="5"/>
            <a:endCxn id="6824" idx="1"/>
          </p:cNvCxnSpPr>
          <p:nvPr/>
        </p:nvCxnSpPr>
        <p:spPr>
          <a:xfrm flipV="1">
            <a:off x="6957360" y="4543560"/>
            <a:ext cx="1399680" cy="106308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874" dur="indefinite" restart="never" nodeType="tmRoot">
          <p:childTnLst>
            <p:seq>
              <p:cTn id="1875" dur="indefinite" nodeType="mainSeq">
                <p:childTnLst>
                  <p:par>
                    <p:cTn id="1876" fill="hold">
                      <p:stCondLst>
                        <p:cond delay="indefinite"/>
                      </p:stCondLst>
                      <p:childTnLst>
                        <p:par>
                          <p:cTn id="1877" fill="hold">
                            <p:stCondLst>
                              <p:cond delay="0"/>
                            </p:stCondLst>
                            <p:childTnLst>
                              <p:par>
                                <p:cTn id="187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80" dur="500"/>
                                        <p:tgtEl>
                                          <p:spTgt spid="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1" presetID="42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1 7.40741E-007 L -0.0681 -0.10556 E">
                                      <p:cBhvr>
                                        <p:cTn id="1882" dur="1000" fill="hold"/>
                                        <p:tgtEl>
                                          <p:spTgt spid="68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4" presetID="2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886" dur="1000"/>
                                        <p:tgtEl>
                                          <p:spTgt spid="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88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90" dur="1000"/>
                                        <p:tgtEl>
                                          <p:spTgt spid="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8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BGP protocol messages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919" name="Rectangle 3"/>
          <p:cNvSpPr/>
          <p:nvPr/>
        </p:nvSpPr>
        <p:spPr>
          <a:xfrm>
            <a:off x="830160" y="1409760"/>
            <a:ext cx="10956600" cy="50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52440" indent="-2905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BGP messages exchanged between peers over TCP connection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905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BGP messages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[RFC 4371]: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90520" defTabSz="914400">
              <a:lnSpc>
                <a:spcPct val="100000"/>
              </a:lnSpc>
              <a:spcBef>
                <a:spcPts val="7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OPEN: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opens TCP connection to remote BGP peer and authenticates sending BGP peer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90520" defTabSz="914400">
              <a:lnSpc>
                <a:spcPct val="100000"/>
              </a:lnSpc>
              <a:spcBef>
                <a:spcPts val="7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UPDATE:</a:t>
            </a: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advertises new path (or withdraws old)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90520" defTabSz="914400">
              <a:lnSpc>
                <a:spcPct val="100000"/>
              </a:lnSpc>
              <a:spcBef>
                <a:spcPts val="7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KEEPALIVE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: keeps connection alive in absence of UPDATES; also ACKs OPEN request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90520" defTabSz="914400">
              <a:lnSpc>
                <a:spcPct val="100000"/>
              </a:lnSpc>
              <a:spcBef>
                <a:spcPts val="7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NOTIFICATION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: reports errors in previous msg; also used to close connection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891" dur="indefinite" restart="never" nodeType="tmRoot">
          <p:childTnLst>
            <p:seq>
              <p:cTn id="1892" dur="indefinite" nodeType="mainSeq">
                <p:childTnLst>
                  <p:par>
                    <p:cTn id="1893" fill="hold">
                      <p:stCondLst>
                        <p:cond delay="indefinite"/>
                      </p:stCondLst>
                      <p:childTnLst>
                        <p:par>
                          <p:cTn id="1894" fill="hold">
                            <p:stCondLst>
                              <p:cond delay="0"/>
                            </p:stCondLst>
                            <p:childTnLst>
                              <p:par>
                                <p:cTn id="189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97" dur="500"/>
                                        <p:tgtEl>
                                          <p:spTgt spid="6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00" dur="500"/>
                                        <p:tgtEl>
                                          <p:spTgt spid="6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03" dur="500"/>
                                        <p:tgtEl>
                                          <p:spTgt spid="6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06" dur="500"/>
                                        <p:tgtEl>
                                          <p:spTgt spid="6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09" dur="500"/>
                                        <p:tgtEl>
                                          <p:spTgt spid="69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0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Path attributes and BGP routes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6921" name="PlaceHolder 2"/>
          <p:cNvSpPr>
            <a:spLocks noGrp="1"/>
          </p:cNvSpPr>
          <p:nvPr>
            <p:ph type="sldNum" idx="6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5D8DFF01-0AF5-4874-B4DC-6C4228627A22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66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2" name="Rectangle 3"/>
          <p:cNvSpPr/>
          <p:nvPr/>
        </p:nvSpPr>
        <p:spPr>
          <a:xfrm>
            <a:off x="767520" y="1547640"/>
            <a:ext cx="10956600" cy="50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52440" indent="-2905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BGP advertised route:  prefix + attributes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90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prefix: destination being advertised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90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two important attributes: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0880" lvl="1" indent="-21096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90"/>
                </a:solidFill>
                <a:effectLst/>
                <a:uFillTx/>
                <a:latin typeface="Calibri"/>
              </a:rPr>
              <a:t>AS-PATH: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list of ASes through which prefix advertisement has passed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0880" lvl="1" indent="-21096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90"/>
                </a:solidFill>
                <a:effectLst/>
                <a:uFillTx/>
                <a:latin typeface="Calibri"/>
              </a:rPr>
              <a:t>NEXT-HO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P: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indicates specific internal-AS router to next-hop 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7760" indent="-28584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policy-based routing: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gateway receiving route advertisement uses </a:t>
            </a:r>
            <a:r>
              <a:rPr lang="en-US" sz="28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import policy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accept/decline path (e.g., never route through AS Y).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 policy also determines whether to </a:t>
            </a:r>
            <a:r>
              <a:rPr lang="en-US" sz="28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advertise</a:t>
            </a: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path to other other neighboring ASes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910" dur="indefinite" restart="never" nodeType="tmRoot">
          <p:childTnLst>
            <p:seq>
              <p:cTn id="1911" dur="indefinite" nodeType="mainSeq">
                <p:childTnLst>
                  <p:par>
                    <p:cTn id="1912" fill="hold">
                      <p:stCondLst>
                        <p:cond delay="indefinite"/>
                      </p:stCondLst>
                      <p:childTnLst>
                        <p:par>
                          <p:cTn id="1913" fill="hold">
                            <p:stCondLst>
                              <p:cond delay="0"/>
                            </p:stCondLst>
                            <p:childTnLst>
                              <p:par>
                                <p:cTn id="191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16" dur="500"/>
                                        <p:tgtEl>
                                          <p:spTgt spid="6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19" dur="500"/>
                                        <p:tgtEl>
                                          <p:spTgt spid="6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22" dur="500"/>
                                        <p:tgtEl>
                                          <p:spTgt spid="6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25" dur="500"/>
                                        <p:tgtEl>
                                          <p:spTgt spid="6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28" dur="500"/>
                                        <p:tgtEl>
                                          <p:spTgt spid="6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9" fill="hold">
                      <p:stCondLst>
                        <p:cond delay="indefinite"/>
                      </p:stCondLst>
                      <p:childTnLst>
                        <p:par>
                          <p:cTn id="1930" fill="hold">
                            <p:stCondLst>
                              <p:cond delay="0"/>
                            </p:stCondLst>
                            <p:childTnLst>
                              <p:par>
                                <p:cTn id="193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33" dur="500"/>
                                        <p:tgtEl>
                                          <p:spTgt spid="69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36" dur="500"/>
                                        <p:tgtEl>
                                          <p:spTgt spid="6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39" dur="500"/>
                                        <p:tgtEl>
                                          <p:spTgt spid="69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3" name="Group 2"/>
          <p:cNvGrpSpPr/>
          <p:nvPr/>
        </p:nvGrpSpPr>
        <p:grpSpPr>
          <a:xfrm>
            <a:off x="1113480" y="1064160"/>
            <a:ext cx="9800640" cy="2876040"/>
            <a:chOff x="1113480" y="1064160"/>
            <a:chExt cx="9800640" cy="2876040"/>
          </a:xfrm>
        </p:grpSpPr>
        <p:grpSp>
          <p:nvGrpSpPr>
            <p:cNvPr id="6924" name="Group 1"/>
            <p:cNvGrpSpPr/>
            <p:nvPr/>
          </p:nvGrpSpPr>
          <p:grpSpPr>
            <a:xfrm>
              <a:off x="1113480" y="1064160"/>
              <a:ext cx="9249120" cy="2876040"/>
              <a:chOff x="1113480" y="1064160"/>
              <a:chExt cx="9249120" cy="2876040"/>
            </a:xfrm>
          </p:grpSpPr>
          <p:grpSp>
            <p:nvGrpSpPr>
              <p:cNvPr id="6925" name="Group 325"/>
              <p:cNvGrpSpPr/>
              <p:nvPr/>
            </p:nvGrpSpPr>
            <p:grpSpPr>
              <a:xfrm>
                <a:off x="4312800" y="2220120"/>
                <a:ext cx="2545200" cy="1720080"/>
                <a:chOff x="4312800" y="2220120"/>
                <a:chExt cx="2545200" cy="1720080"/>
              </a:xfrm>
            </p:grpSpPr>
            <p:grpSp>
              <p:nvGrpSpPr>
                <p:cNvPr id="6926" name="Group 326"/>
                <p:cNvGrpSpPr/>
                <p:nvPr/>
              </p:nvGrpSpPr>
              <p:grpSpPr>
                <a:xfrm>
                  <a:off x="4312800" y="2220120"/>
                  <a:ext cx="2545200" cy="1720080"/>
                  <a:chOff x="4312800" y="2220120"/>
                  <a:chExt cx="2545200" cy="1720080"/>
                </a:xfrm>
              </p:grpSpPr>
              <p:sp>
                <p:nvSpPr>
                  <p:cNvPr id="6927" name="Freeform 2"/>
                  <p:cNvSpPr/>
                  <p:nvPr/>
                </p:nvSpPr>
                <p:spPr>
                  <a:xfrm>
                    <a:off x="4312800" y="2220120"/>
                    <a:ext cx="2545200" cy="1720080"/>
                  </a:xfrm>
                  <a:custGeom>
                    <a:avLst/>
                    <a:gdLst>
                      <a:gd name="textAreaLeft" fmla="*/ 0 w 2545200"/>
                      <a:gd name="textAreaRight" fmla="*/ 2545560 w 2545200"/>
                      <a:gd name="textAreaTop" fmla="*/ 0 h 1720080"/>
                      <a:gd name="textAreaBottom" fmla="*/ 1720440 h 1720080"/>
                      <a:gd name="GluePoint1X" fmla="*/ 45 w 10000"/>
                      <a:gd name="GluePoint1Y" fmla="*/ 5036 h 10795"/>
                      <a:gd name="GluePoint2X" fmla="*/ 2738 w 10000"/>
                      <a:gd name="GluePoint2Y" fmla="*/ 2811 h 10795"/>
                      <a:gd name="GluePoint3X" fmla="*/ 4886 w 10000"/>
                      <a:gd name="GluePoint3Y" fmla="*/ 4 h 10795"/>
                      <a:gd name="GluePoint4X" fmla="*/ 8068 w 10000"/>
                      <a:gd name="GluePoint4Y" fmla="*/ 2813 h 10795"/>
                      <a:gd name="GluePoint5X" fmla="*/ 9996 w 10000"/>
                      <a:gd name="GluePoint5Y" fmla="*/ 5413 h 10795"/>
                      <a:gd name="GluePoint6X" fmla="*/ 8476 w 10000"/>
                      <a:gd name="GluePoint6Y" fmla="*/ 7306 h 10795"/>
                      <a:gd name="GluePoint7X" fmla="*/ 5202 w 10000"/>
                      <a:gd name="GluePoint7Y" fmla="*/ 10795 h 10795"/>
                      <a:gd name="GluePoint8X" fmla="*/ 2753 w 10000"/>
                      <a:gd name="GluePoint8Y" fmla="*/ 7683 h 10795"/>
                      <a:gd name="GluePoint9X" fmla="*/ 1375 w 10000"/>
                      <a:gd name="GluePoint9Y" fmla="*/ 7365 h 10795"/>
                      <a:gd name="GluePoint10X" fmla="*/ 45 w 10000"/>
                      <a:gd name="GluePoint10Y" fmla="*/ 5036 h 10795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</a:cxnLst>
                    <a:rect l="textAreaLeft" t="textAreaTop" r="textAreaRight" b="textAreaBottom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6928" name="Group 329"/>
                  <p:cNvGrpSpPr/>
                  <p:nvPr/>
                </p:nvGrpSpPr>
                <p:grpSpPr>
                  <a:xfrm>
                    <a:off x="4533480" y="2360160"/>
                    <a:ext cx="2189880" cy="1497240"/>
                    <a:chOff x="4533480" y="2360160"/>
                    <a:chExt cx="2189880" cy="1497240"/>
                  </a:xfrm>
                </p:grpSpPr>
                <p:grpSp>
                  <p:nvGrpSpPr>
                    <p:cNvPr id="6929" name="Group 330"/>
                    <p:cNvGrpSpPr/>
                    <p:nvPr/>
                  </p:nvGrpSpPr>
                  <p:grpSpPr>
                    <a:xfrm>
                      <a:off x="5380560" y="2360160"/>
                      <a:ext cx="530640" cy="363960"/>
                      <a:chOff x="5380560" y="2360160"/>
                      <a:chExt cx="530640" cy="363960"/>
                    </a:xfrm>
                  </p:grpSpPr>
                  <p:grpSp>
                    <p:nvGrpSpPr>
                      <p:cNvPr id="6930" name="Group 327"/>
                      <p:cNvGrpSpPr/>
                      <p:nvPr/>
                    </p:nvGrpSpPr>
                    <p:grpSpPr>
                      <a:xfrm>
                        <a:off x="5380560" y="2378880"/>
                        <a:ext cx="530640" cy="271080"/>
                        <a:chOff x="5380560" y="2378880"/>
                        <a:chExt cx="530640" cy="271080"/>
                      </a:xfrm>
                    </p:grpSpPr>
                    <p:sp>
                      <p:nvSpPr>
                        <p:cNvPr id="6931" name="Oval 380"/>
                        <p:cNvSpPr/>
                        <p:nvPr/>
                      </p:nvSpPr>
                      <p:spPr>
                        <a:xfrm flipV="1">
                          <a:off x="5382360" y="2451240"/>
                          <a:ext cx="528480" cy="1987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32" name="Rectangle 381"/>
                        <p:cNvSpPr/>
                        <p:nvPr/>
                      </p:nvSpPr>
                      <p:spPr>
                        <a:xfrm>
                          <a:off x="5380920" y="2480760"/>
                          <a:ext cx="529920" cy="702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5560" rIns="90000" bIns="255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33" name="Oval 382"/>
                        <p:cNvSpPr/>
                        <p:nvPr/>
                      </p:nvSpPr>
                      <p:spPr>
                        <a:xfrm flipV="1">
                          <a:off x="5380920" y="2378880"/>
                          <a:ext cx="528480" cy="19872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34" name="Freeform 383"/>
                        <p:cNvSpPr/>
                        <p:nvPr/>
                      </p:nvSpPr>
                      <p:spPr>
                        <a:xfrm>
                          <a:off x="5516280" y="2439360"/>
                          <a:ext cx="257400" cy="98280"/>
                        </a:xfrm>
                        <a:custGeom>
                          <a:avLst/>
                          <a:gdLst>
                            <a:gd name="textAreaLeft" fmla="*/ 0 w 257400"/>
                            <a:gd name="textAreaRight" fmla="*/ 257760 w 257400"/>
                            <a:gd name="textAreaTop" fmla="*/ 0 h 98280"/>
                            <a:gd name="textAreaBottom" fmla="*/ 98640 h 9828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35" name="Freeform 384"/>
                        <p:cNvSpPr/>
                        <p:nvPr/>
                      </p:nvSpPr>
                      <p:spPr>
                        <a:xfrm>
                          <a:off x="5489640" y="2414520"/>
                          <a:ext cx="311040" cy="68760"/>
                        </a:xfrm>
                        <a:custGeom>
                          <a:avLst/>
                          <a:gdLst>
                            <a:gd name="textAreaLeft" fmla="*/ 0 w 311040"/>
                            <a:gd name="textAreaRight" fmla="*/ 311400 w 311040"/>
                            <a:gd name="textAreaTop" fmla="*/ 0 h 68760"/>
                            <a:gd name="textAreaBottom" fmla="*/ 69120 h 687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4120" rIns="90000" bIns="241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36" name="Freeform 385"/>
                        <p:cNvSpPr/>
                        <p:nvPr/>
                      </p:nvSpPr>
                      <p:spPr>
                        <a:xfrm>
                          <a:off x="5693760" y="2473200"/>
                          <a:ext cx="114480" cy="60120"/>
                        </a:xfrm>
                        <a:custGeom>
                          <a:avLst/>
                          <a:gdLst>
                            <a:gd name="textAreaLeft" fmla="*/ 0 w 114480"/>
                            <a:gd name="textAreaRight" fmla="*/ 114840 w 114480"/>
                            <a:gd name="textAreaTop" fmla="*/ 0 h 60120"/>
                            <a:gd name="textAreaBottom" fmla="*/ 60480 h 601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5480" rIns="90000" bIns="154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37" name="Freeform 386"/>
                        <p:cNvSpPr/>
                        <p:nvPr/>
                      </p:nvSpPr>
                      <p:spPr>
                        <a:xfrm>
                          <a:off x="5483520" y="2474640"/>
                          <a:ext cx="112680" cy="58680"/>
                        </a:xfrm>
                        <a:custGeom>
                          <a:avLst/>
                          <a:gdLst>
                            <a:gd name="textAreaLeft" fmla="*/ 0 w 112680"/>
                            <a:gd name="textAreaRight" fmla="*/ 113040 w 112680"/>
                            <a:gd name="textAreaTop" fmla="*/ 0 h 58680"/>
                            <a:gd name="textAreaBottom" fmla="*/ 59040 h 586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4040" rIns="90000" bIns="140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6938" name="Straight Connector 387"/>
                        <p:cNvCxnSpPr/>
                        <p:nvPr/>
                      </p:nvCxnSpPr>
                      <p:spPr>
                        <a:xfrm flipH="1" flipV="1">
                          <a:off x="5380560" y="2477520"/>
                          <a:ext cx="216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6939" name="Straight Connector 388"/>
                        <p:cNvCxnSpPr/>
                        <p:nvPr/>
                      </p:nvCxnSpPr>
                      <p:spPr>
                        <a:xfrm flipH="1" flipV="1">
                          <a:off x="5909400" y="2476080"/>
                          <a:ext cx="216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6940" name="Group 377"/>
                      <p:cNvGrpSpPr/>
                      <p:nvPr/>
                    </p:nvGrpSpPr>
                    <p:grpSpPr>
                      <a:xfrm>
                        <a:off x="5412960" y="2360160"/>
                        <a:ext cx="434160" cy="363960"/>
                        <a:chOff x="5412960" y="2360160"/>
                        <a:chExt cx="434160" cy="363960"/>
                      </a:xfrm>
                    </p:grpSpPr>
                    <p:sp>
                      <p:nvSpPr>
                        <p:cNvPr id="6941" name="Oval 378"/>
                        <p:cNvSpPr/>
                        <p:nvPr/>
                      </p:nvSpPr>
                      <p:spPr>
                        <a:xfrm>
                          <a:off x="5467680" y="2432880"/>
                          <a:ext cx="334080" cy="21492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42" name="TextBox 379"/>
                        <p:cNvSpPr/>
                        <p:nvPr/>
                      </p:nvSpPr>
                      <p:spPr>
                        <a:xfrm>
                          <a:off x="5412960" y="2360160"/>
                          <a:ext cx="4341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2b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6943" name="Group 331"/>
                    <p:cNvGrpSpPr/>
                    <p:nvPr/>
                  </p:nvGrpSpPr>
                  <p:grpSpPr>
                    <a:xfrm>
                      <a:off x="5384520" y="3493440"/>
                      <a:ext cx="530640" cy="363960"/>
                      <a:chOff x="5384520" y="3493440"/>
                      <a:chExt cx="530640" cy="363960"/>
                    </a:xfrm>
                  </p:grpSpPr>
                  <p:grpSp>
                    <p:nvGrpSpPr>
                      <p:cNvPr id="6944" name="Group 327"/>
                      <p:cNvGrpSpPr/>
                      <p:nvPr/>
                    </p:nvGrpSpPr>
                    <p:grpSpPr>
                      <a:xfrm>
                        <a:off x="5384520" y="3512520"/>
                        <a:ext cx="530640" cy="271080"/>
                        <a:chOff x="5384520" y="3512520"/>
                        <a:chExt cx="530640" cy="271080"/>
                      </a:xfrm>
                    </p:grpSpPr>
                    <p:sp>
                      <p:nvSpPr>
                        <p:cNvPr id="6945" name="Oval 367"/>
                        <p:cNvSpPr/>
                        <p:nvPr/>
                      </p:nvSpPr>
                      <p:spPr>
                        <a:xfrm flipV="1">
                          <a:off x="5386320" y="3584880"/>
                          <a:ext cx="528480" cy="1987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46" name="Rectangle 368"/>
                        <p:cNvSpPr/>
                        <p:nvPr/>
                      </p:nvSpPr>
                      <p:spPr>
                        <a:xfrm>
                          <a:off x="5384880" y="3614400"/>
                          <a:ext cx="529920" cy="702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5560" rIns="90000" bIns="255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47" name="Oval 369"/>
                        <p:cNvSpPr/>
                        <p:nvPr/>
                      </p:nvSpPr>
                      <p:spPr>
                        <a:xfrm flipV="1">
                          <a:off x="5384880" y="3512520"/>
                          <a:ext cx="528480" cy="19872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48" name="Freeform 370"/>
                        <p:cNvSpPr/>
                        <p:nvPr/>
                      </p:nvSpPr>
                      <p:spPr>
                        <a:xfrm>
                          <a:off x="5520240" y="3573000"/>
                          <a:ext cx="257400" cy="98280"/>
                        </a:xfrm>
                        <a:custGeom>
                          <a:avLst/>
                          <a:gdLst>
                            <a:gd name="textAreaLeft" fmla="*/ 0 w 257400"/>
                            <a:gd name="textAreaRight" fmla="*/ 257760 w 257400"/>
                            <a:gd name="textAreaTop" fmla="*/ 0 h 98280"/>
                            <a:gd name="textAreaBottom" fmla="*/ 98640 h 9828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49" name="Freeform 371"/>
                        <p:cNvSpPr/>
                        <p:nvPr/>
                      </p:nvSpPr>
                      <p:spPr>
                        <a:xfrm>
                          <a:off x="5493600" y="3547800"/>
                          <a:ext cx="311040" cy="68760"/>
                        </a:xfrm>
                        <a:custGeom>
                          <a:avLst/>
                          <a:gdLst>
                            <a:gd name="textAreaLeft" fmla="*/ 0 w 311040"/>
                            <a:gd name="textAreaRight" fmla="*/ 311400 w 311040"/>
                            <a:gd name="textAreaTop" fmla="*/ 0 h 68760"/>
                            <a:gd name="textAreaBottom" fmla="*/ 69120 h 687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4120" rIns="90000" bIns="241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50" name="Freeform 372"/>
                        <p:cNvSpPr/>
                        <p:nvPr/>
                      </p:nvSpPr>
                      <p:spPr>
                        <a:xfrm>
                          <a:off x="5697720" y="3606840"/>
                          <a:ext cx="114480" cy="60120"/>
                        </a:xfrm>
                        <a:custGeom>
                          <a:avLst/>
                          <a:gdLst>
                            <a:gd name="textAreaLeft" fmla="*/ 0 w 114480"/>
                            <a:gd name="textAreaRight" fmla="*/ 114840 w 114480"/>
                            <a:gd name="textAreaTop" fmla="*/ 0 h 60120"/>
                            <a:gd name="textAreaBottom" fmla="*/ 60480 h 601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5480" rIns="90000" bIns="154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51" name="Freeform 373"/>
                        <p:cNvSpPr/>
                        <p:nvPr/>
                      </p:nvSpPr>
                      <p:spPr>
                        <a:xfrm>
                          <a:off x="5487480" y="3608280"/>
                          <a:ext cx="112680" cy="58680"/>
                        </a:xfrm>
                        <a:custGeom>
                          <a:avLst/>
                          <a:gdLst>
                            <a:gd name="textAreaLeft" fmla="*/ 0 w 112680"/>
                            <a:gd name="textAreaRight" fmla="*/ 113040 w 112680"/>
                            <a:gd name="textAreaTop" fmla="*/ 0 h 58680"/>
                            <a:gd name="textAreaBottom" fmla="*/ 59040 h 586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4040" rIns="90000" bIns="140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6952" name="Straight Connector 374"/>
                        <p:cNvCxnSpPr/>
                        <p:nvPr/>
                      </p:nvCxnSpPr>
                      <p:spPr>
                        <a:xfrm flipH="1" flipV="1">
                          <a:off x="5384520" y="3611160"/>
                          <a:ext cx="216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6953" name="Straight Connector 375"/>
                        <p:cNvCxnSpPr/>
                        <p:nvPr/>
                      </p:nvCxnSpPr>
                      <p:spPr>
                        <a:xfrm flipH="1" flipV="1">
                          <a:off x="5913360" y="3609720"/>
                          <a:ext cx="216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6954" name="Group 364"/>
                      <p:cNvGrpSpPr/>
                      <p:nvPr/>
                    </p:nvGrpSpPr>
                    <p:grpSpPr>
                      <a:xfrm>
                        <a:off x="5416920" y="3493440"/>
                        <a:ext cx="434160" cy="363960"/>
                        <a:chOff x="5416920" y="3493440"/>
                        <a:chExt cx="434160" cy="363960"/>
                      </a:xfrm>
                    </p:grpSpPr>
                    <p:sp>
                      <p:nvSpPr>
                        <p:cNvPr id="6955" name="Oval 365"/>
                        <p:cNvSpPr/>
                        <p:nvPr/>
                      </p:nvSpPr>
                      <p:spPr>
                        <a:xfrm>
                          <a:off x="5471640" y="3566520"/>
                          <a:ext cx="334080" cy="21492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56" name="TextBox 366"/>
                        <p:cNvSpPr/>
                        <p:nvPr/>
                      </p:nvSpPr>
                      <p:spPr>
                        <a:xfrm>
                          <a:off x="5416920" y="3493440"/>
                          <a:ext cx="4341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2d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6957" name="Group 332"/>
                    <p:cNvGrpSpPr/>
                    <p:nvPr/>
                  </p:nvGrpSpPr>
                  <p:grpSpPr>
                    <a:xfrm>
                      <a:off x="6193080" y="2927880"/>
                      <a:ext cx="530280" cy="363960"/>
                      <a:chOff x="6193080" y="2927880"/>
                      <a:chExt cx="530280" cy="363960"/>
                    </a:xfrm>
                  </p:grpSpPr>
                  <p:grpSp>
                    <p:nvGrpSpPr>
                      <p:cNvPr id="6958" name="Group 327"/>
                      <p:cNvGrpSpPr/>
                      <p:nvPr/>
                    </p:nvGrpSpPr>
                    <p:grpSpPr>
                      <a:xfrm>
                        <a:off x="6193080" y="2946600"/>
                        <a:ext cx="530280" cy="271080"/>
                        <a:chOff x="6193080" y="2946600"/>
                        <a:chExt cx="530280" cy="271080"/>
                      </a:xfrm>
                    </p:grpSpPr>
                    <p:sp>
                      <p:nvSpPr>
                        <p:cNvPr id="6959" name="Oval 354"/>
                        <p:cNvSpPr/>
                        <p:nvPr/>
                      </p:nvSpPr>
                      <p:spPr>
                        <a:xfrm flipV="1">
                          <a:off x="6194880" y="3018960"/>
                          <a:ext cx="528480" cy="1987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60" name="Rectangle 355"/>
                        <p:cNvSpPr/>
                        <p:nvPr/>
                      </p:nvSpPr>
                      <p:spPr>
                        <a:xfrm>
                          <a:off x="6193440" y="3048480"/>
                          <a:ext cx="529920" cy="702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5560" rIns="90000" bIns="255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61" name="Oval 356"/>
                        <p:cNvSpPr/>
                        <p:nvPr/>
                      </p:nvSpPr>
                      <p:spPr>
                        <a:xfrm flipV="1">
                          <a:off x="6193440" y="2946600"/>
                          <a:ext cx="528480" cy="19872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62" name="Freeform 357"/>
                        <p:cNvSpPr/>
                        <p:nvPr/>
                      </p:nvSpPr>
                      <p:spPr>
                        <a:xfrm>
                          <a:off x="6328800" y="3007080"/>
                          <a:ext cx="257400" cy="98280"/>
                        </a:xfrm>
                        <a:custGeom>
                          <a:avLst/>
                          <a:gdLst>
                            <a:gd name="textAreaLeft" fmla="*/ 0 w 257400"/>
                            <a:gd name="textAreaRight" fmla="*/ 257760 w 257400"/>
                            <a:gd name="textAreaTop" fmla="*/ 0 h 98280"/>
                            <a:gd name="textAreaBottom" fmla="*/ 98640 h 9828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63" name="Freeform 358"/>
                        <p:cNvSpPr/>
                        <p:nvPr/>
                      </p:nvSpPr>
                      <p:spPr>
                        <a:xfrm>
                          <a:off x="6302160" y="2982240"/>
                          <a:ext cx="311040" cy="68760"/>
                        </a:xfrm>
                        <a:custGeom>
                          <a:avLst/>
                          <a:gdLst>
                            <a:gd name="textAreaLeft" fmla="*/ 0 w 311040"/>
                            <a:gd name="textAreaRight" fmla="*/ 311400 w 311040"/>
                            <a:gd name="textAreaTop" fmla="*/ 0 h 68760"/>
                            <a:gd name="textAreaBottom" fmla="*/ 69120 h 687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4120" rIns="90000" bIns="241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64" name="Freeform 359"/>
                        <p:cNvSpPr/>
                        <p:nvPr/>
                      </p:nvSpPr>
                      <p:spPr>
                        <a:xfrm>
                          <a:off x="6506280" y="3040920"/>
                          <a:ext cx="114480" cy="60120"/>
                        </a:xfrm>
                        <a:custGeom>
                          <a:avLst/>
                          <a:gdLst>
                            <a:gd name="textAreaLeft" fmla="*/ 0 w 114480"/>
                            <a:gd name="textAreaRight" fmla="*/ 114840 w 114480"/>
                            <a:gd name="textAreaTop" fmla="*/ 0 h 60120"/>
                            <a:gd name="textAreaBottom" fmla="*/ 60480 h 601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5480" rIns="90000" bIns="154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65" name="Freeform 360"/>
                        <p:cNvSpPr/>
                        <p:nvPr/>
                      </p:nvSpPr>
                      <p:spPr>
                        <a:xfrm>
                          <a:off x="6296040" y="3042360"/>
                          <a:ext cx="112680" cy="58680"/>
                        </a:xfrm>
                        <a:custGeom>
                          <a:avLst/>
                          <a:gdLst>
                            <a:gd name="textAreaLeft" fmla="*/ 0 w 112680"/>
                            <a:gd name="textAreaRight" fmla="*/ 113040 w 112680"/>
                            <a:gd name="textAreaTop" fmla="*/ 0 h 58680"/>
                            <a:gd name="textAreaBottom" fmla="*/ 59040 h 586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4040" rIns="90000" bIns="140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6966" name="Straight Connector 361"/>
                        <p:cNvCxnSpPr/>
                        <p:nvPr/>
                      </p:nvCxnSpPr>
                      <p:spPr>
                        <a:xfrm flipH="1" flipV="1">
                          <a:off x="6193080" y="3045240"/>
                          <a:ext cx="180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6967" name="Straight Connector 362"/>
                        <p:cNvCxnSpPr/>
                        <p:nvPr/>
                      </p:nvCxnSpPr>
                      <p:spPr>
                        <a:xfrm flipH="1" flipV="1">
                          <a:off x="6721920" y="3043800"/>
                          <a:ext cx="180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6968" name="Group 351"/>
                      <p:cNvGrpSpPr/>
                      <p:nvPr/>
                    </p:nvGrpSpPr>
                    <p:grpSpPr>
                      <a:xfrm>
                        <a:off x="6225480" y="2927880"/>
                        <a:ext cx="421560" cy="363960"/>
                        <a:chOff x="6225480" y="2927880"/>
                        <a:chExt cx="421560" cy="363960"/>
                      </a:xfrm>
                    </p:grpSpPr>
                    <p:sp>
                      <p:nvSpPr>
                        <p:cNvPr id="6969" name="Oval 352"/>
                        <p:cNvSpPr/>
                        <p:nvPr/>
                      </p:nvSpPr>
                      <p:spPr>
                        <a:xfrm>
                          <a:off x="6280200" y="3000600"/>
                          <a:ext cx="334080" cy="21492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70" name="TextBox 353"/>
                        <p:cNvSpPr/>
                        <p:nvPr/>
                      </p:nvSpPr>
                      <p:spPr>
                        <a:xfrm>
                          <a:off x="6225480" y="2927880"/>
                          <a:ext cx="4215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2c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6971" name="Group 333"/>
                    <p:cNvGrpSpPr/>
                    <p:nvPr/>
                  </p:nvGrpSpPr>
                  <p:grpSpPr>
                    <a:xfrm>
                      <a:off x="4533480" y="2921760"/>
                      <a:ext cx="530280" cy="363960"/>
                      <a:chOff x="4533480" y="2921760"/>
                      <a:chExt cx="530280" cy="363960"/>
                    </a:xfrm>
                  </p:grpSpPr>
                  <p:grpSp>
                    <p:nvGrpSpPr>
                      <p:cNvPr id="6972" name="Group 327"/>
                      <p:cNvGrpSpPr/>
                      <p:nvPr/>
                    </p:nvGrpSpPr>
                    <p:grpSpPr>
                      <a:xfrm>
                        <a:off x="4533480" y="2940840"/>
                        <a:ext cx="530280" cy="271080"/>
                        <a:chOff x="4533480" y="2940840"/>
                        <a:chExt cx="530280" cy="271080"/>
                      </a:xfrm>
                    </p:grpSpPr>
                    <p:sp>
                      <p:nvSpPr>
                        <p:cNvPr id="6973" name="Oval 341"/>
                        <p:cNvSpPr/>
                        <p:nvPr/>
                      </p:nvSpPr>
                      <p:spPr>
                        <a:xfrm flipV="1">
                          <a:off x="4535280" y="3013200"/>
                          <a:ext cx="528480" cy="19872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74" name="Rectangle 342"/>
                        <p:cNvSpPr/>
                        <p:nvPr/>
                      </p:nvSpPr>
                      <p:spPr>
                        <a:xfrm>
                          <a:off x="4533840" y="3042360"/>
                          <a:ext cx="529920" cy="702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5560" rIns="90000" bIns="255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75" name="Oval 343"/>
                        <p:cNvSpPr/>
                        <p:nvPr/>
                      </p:nvSpPr>
                      <p:spPr>
                        <a:xfrm flipV="1">
                          <a:off x="4533840" y="2940840"/>
                          <a:ext cx="528480" cy="19872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76" name="Freeform 344"/>
                        <p:cNvSpPr/>
                        <p:nvPr/>
                      </p:nvSpPr>
                      <p:spPr>
                        <a:xfrm>
                          <a:off x="4669200" y="3001320"/>
                          <a:ext cx="257400" cy="98280"/>
                        </a:xfrm>
                        <a:custGeom>
                          <a:avLst/>
                          <a:gdLst>
                            <a:gd name="textAreaLeft" fmla="*/ 0 w 257400"/>
                            <a:gd name="textAreaRight" fmla="*/ 257760 w 257400"/>
                            <a:gd name="textAreaTop" fmla="*/ 0 h 98280"/>
                            <a:gd name="textAreaBottom" fmla="*/ 98640 h 9828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77" name="Freeform 345"/>
                        <p:cNvSpPr/>
                        <p:nvPr/>
                      </p:nvSpPr>
                      <p:spPr>
                        <a:xfrm>
                          <a:off x="4642560" y="2976120"/>
                          <a:ext cx="311040" cy="68760"/>
                        </a:xfrm>
                        <a:custGeom>
                          <a:avLst/>
                          <a:gdLst>
                            <a:gd name="textAreaLeft" fmla="*/ 0 w 311040"/>
                            <a:gd name="textAreaRight" fmla="*/ 311400 w 311040"/>
                            <a:gd name="textAreaTop" fmla="*/ 0 h 68760"/>
                            <a:gd name="textAreaBottom" fmla="*/ 69120 h 687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4120" rIns="90000" bIns="241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78" name="Freeform 346"/>
                        <p:cNvSpPr/>
                        <p:nvPr/>
                      </p:nvSpPr>
                      <p:spPr>
                        <a:xfrm>
                          <a:off x="4846680" y="3035160"/>
                          <a:ext cx="114480" cy="60120"/>
                        </a:xfrm>
                        <a:custGeom>
                          <a:avLst/>
                          <a:gdLst>
                            <a:gd name="textAreaLeft" fmla="*/ 0 w 114480"/>
                            <a:gd name="textAreaRight" fmla="*/ 114840 w 114480"/>
                            <a:gd name="textAreaTop" fmla="*/ 0 h 60120"/>
                            <a:gd name="textAreaBottom" fmla="*/ 60480 h 601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5480" rIns="90000" bIns="154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79" name="Freeform 347"/>
                        <p:cNvSpPr/>
                        <p:nvPr/>
                      </p:nvSpPr>
                      <p:spPr>
                        <a:xfrm>
                          <a:off x="4636440" y="3036600"/>
                          <a:ext cx="112680" cy="58680"/>
                        </a:xfrm>
                        <a:custGeom>
                          <a:avLst/>
                          <a:gdLst>
                            <a:gd name="textAreaLeft" fmla="*/ 0 w 112680"/>
                            <a:gd name="textAreaRight" fmla="*/ 113040 w 112680"/>
                            <a:gd name="textAreaTop" fmla="*/ 0 h 58680"/>
                            <a:gd name="textAreaBottom" fmla="*/ 59040 h 586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4040" rIns="90000" bIns="140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6980" name="Straight Connector 348"/>
                        <p:cNvCxnSpPr/>
                        <p:nvPr/>
                      </p:nvCxnSpPr>
                      <p:spPr>
                        <a:xfrm flipH="1" flipV="1">
                          <a:off x="4533480" y="3039480"/>
                          <a:ext cx="180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6981" name="Straight Connector 349"/>
                        <p:cNvCxnSpPr/>
                        <p:nvPr/>
                      </p:nvCxnSpPr>
                      <p:spPr>
                        <a:xfrm flipH="1" flipV="1">
                          <a:off x="5062320" y="3038040"/>
                          <a:ext cx="180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6982" name="Group 338"/>
                      <p:cNvGrpSpPr/>
                      <p:nvPr/>
                    </p:nvGrpSpPr>
                    <p:grpSpPr>
                      <a:xfrm>
                        <a:off x="4565880" y="2921760"/>
                        <a:ext cx="434160" cy="363960"/>
                        <a:chOff x="4565880" y="2921760"/>
                        <a:chExt cx="434160" cy="363960"/>
                      </a:xfrm>
                    </p:grpSpPr>
                    <p:sp>
                      <p:nvSpPr>
                        <p:cNvPr id="6983" name="Oval 339"/>
                        <p:cNvSpPr/>
                        <p:nvPr/>
                      </p:nvSpPr>
                      <p:spPr>
                        <a:xfrm>
                          <a:off x="4620600" y="2994840"/>
                          <a:ext cx="334080" cy="21492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84" name="TextBox 340"/>
                        <p:cNvSpPr/>
                        <p:nvPr/>
                      </p:nvSpPr>
                      <p:spPr>
                        <a:xfrm>
                          <a:off x="4565880" y="2921760"/>
                          <a:ext cx="4341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2a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6985" name="Straight Connector 334"/>
                    <p:cNvCxnSpPr/>
                    <p:nvPr/>
                  </p:nvCxnSpPr>
                  <p:spPr>
                    <a:xfrm>
                      <a:off x="5833440" y="2620800"/>
                      <a:ext cx="451080" cy="34344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986" name="Straight Connector 335"/>
                    <p:cNvCxnSpPr/>
                    <p:nvPr/>
                  </p:nvCxnSpPr>
                  <p:spPr>
                    <a:xfrm>
                      <a:off x="4971600" y="3207240"/>
                      <a:ext cx="448920" cy="33192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6987" name="Straight Connector 336"/>
                    <p:cNvCxnSpPr/>
                    <p:nvPr/>
                  </p:nvCxnSpPr>
                  <p:spPr>
                    <a:xfrm flipH="1">
                      <a:off x="5812200" y="3204720"/>
                      <a:ext cx="477360" cy="32436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</p:grpSp>
            <p:sp>
              <p:nvSpPr>
                <p:cNvPr id="6988" name="TextBox 327"/>
                <p:cNvSpPr/>
                <p:nvPr/>
              </p:nvSpPr>
              <p:spPr>
                <a:xfrm>
                  <a:off x="4520520" y="2279520"/>
                  <a:ext cx="73260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lang="en-US" sz="2000" b="0" u="none" strike="noStrike">
                      <a:solidFill>
                        <a:srgbClr val="00009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AS 2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989" name="Group 389"/>
              <p:cNvGrpSpPr/>
              <p:nvPr/>
            </p:nvGrpSpPr>
            <p:grpSpPr>
              <a:xfrm>
                <a:off x="7787520" y="1064160"/>
                <a:ext cx="2575080" cy="1672200"/>
                <a:chOff x="7787520" y="1064160"/>
                <a:chExt cx="2575080" cy="1672200"/>
              </a:xfrm>
            </p:grpSpPr>
            <p:sp>
              <p:nvSpPr>
                <p:cNvPr id="6990" name="Freeform 2"/>
                <p:cNvSpPr/>
                <p:nvPr/>
              </p:nvSpPr>
              <p:spPr>
                <a:xfrm>
                  <a:off x="7787520" y="1064160"/>
                  <a:ext cx="2575080" cy="1672200"/>
                </a:xfrm>
                <a:custGeom>
                  <a:avLst/>
                  <a:gdLst>
                    <a:gd name="textAreaLeft" fmla="*/ 0 w 2575080"/>
                    <a:gd name="textAreaRight" fmla="*/ 2575440 w 2575080"/>
                    <a:gd name="textAreaTop" fmla="*/ 0 h 1672200"/>
                    <a:gd name="textAreaBottom" fmla="*/ 1672560 h 1672200"/>
                    <a:gd name="GluePoint1X" fmla="*/ 45 w 10000"/>
                    <a:gd name="GluePoint1Y" fmla="*/ 5036 h 10795"/>
                    <a:gd name="GluePoint2X" fmla="*/ 2738 w 10000"/>
                    <a:gd name="GluePoint2Y" fmla="*/ 2811 h 10795"/>
                    <a:gd name="GluePoint3X" fmla="*/ 4886 w 10000"/>
                    <a:gd name="GluePoint3Y" fmla="*/ 4 h 10795"/>
                    <a:gd name="GluePoint4X" fmla="*/ 8068 w 10000"/>
                    <a:gd name="GluePoint4Y" fmla="*/ 2813 h 10795"/>
                    <a:gd name="GluePoint5X" fmla="*/ 9996 w 10000"/>
                    <a:gd name="GluePoint5Y" fmla="*/ 5413 h 10795"/>
                    <a:gd name="GluePoint6X" fmla="*/ 8476 w 10000"/>
                    <a:gd name="GluePoint6Y" fmla="*/ 7306 h 10795"/>
                    <a:gd name="GluePoint7X" fmla="*/ 5202 w 10000"/>
                    <a:gd name="GluePoint7Y" fmla="*/ 10795 h 10795"/>
                    <a:gd name="GluePoint8X" fmla="*/ 2753 w 10000"/>
                    <a:gd name="GluePoint8Y" fmla="*/ 7683 h 10795"/>
                    <a:gd name="GluePoint9X" fmla="*/ 1375 w 10000"/>
                    <a:gd name="GluePoint9Y" fmla="*/ 7365 h 10795"/>
                    <a:gd name="GluePoint10X" fmla="*/ 45 w 10000"/>
                    <a:gd name="GluePoint10Y" fmla="*/ 5036 h 1079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</a:cxnLst>
                  <a:rect l="textAreaLeft" t="textAreaTop" r="textAreaRight" b="textAreaBottom"/>
                  <a:pathLst>
                    <a:path w="10000" h="10795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6991" name="Group 391"/>
                <p:cNvGrpSpPr/>
                <p:nvPr/>
              </p:nvGrpSpPr>
              <p:grpSpPr>
                <a:xfrm>
                  <a:off x="7823520" y="1105200"/>
                  <a:ext cx="2402640" cy="1560960"/>
                  <a:chOff x="7823520" y="1105200"/>
                  <a:chExt cx="2402640" cy="1560960"/>
                </a:xfrm>
              </p:grpSpPr>
              <p:grpSp>
                <p:nvGrpSpPr>
                  <p:cNvPr id="6992" name="Group 392"/>
                  <p:cNvGrpSpPr/>
                  <p:nvPr/>
                </p:nvGrpSpPr>
                <p:grpSpPr>
                  <a:xfrm>
                    <a:off x="8010720" y="1200240"/>
                    <a:ext cx="2215440" cy="1465920"/>
                    <a:chOff x="8010720" y="1200240"/>
                    <a:chExt cx="2215440" cy="1465920"/>
                  </a:xfrm>
                </p:grpSpPr>
                <p:grpSp>
                  <p:nvGrpSpPr>
                    <p:cNvPr id="6993" name="Group 394"/>
                    <p:cNvGrpSpPr/>
                    <p:nvPr/>
                  </p:nvGrpSpPr>
                  <p:grpSpPr>
                    <a:xfrm>
                      <a:off x="8867880" y="1200240"/>
                      <a:ext cx="536400" cy="363960"/>
                      <a:chOff x="8867880" y="1200240"/>
                      <a:chExt cx="536400" cy="363960"/>
                    </a:xfrm>
                  </p:grpSpPr>
                  <p:grpSp>
                    <p:nvGrpSpPr>
                      <p:cNvPr id="6994" name="Group 327"/>
                      <p:cNvGrpSpPr/>
                      <p:nvPr/>
                    </p:nvGrpSpPr>
                    <p:grpSpPr>
                      <a:xfrm>
                        <a:off x="8867880" y="1218600"/>
                        <a:ext cx="536400" cy="263160"/>
                        <a:chOff x="8867880" y="1218600"/>
                        <a:chExt cx="536400" cy="263160"/>
                      </a:xfrm>
                    </p:grpSpPr>
                    <p:sp>
                      <p:nvSpPr>
                        <p:cNvPr id="6995" name="Oval 446"/>
                        <p:cNvSpPr/>
                        <p:nvPr/>
                      </p:nvSpPr>
                      <p:spPr>
                        <a:xfrm flipV="1">
                          <a:off x="8869680" y="1288800"/>
                          <a:ext cx="534600" cy="19296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96" name="Rectangle 447"/>
                        <p:cNvSpPr/>
                        <p:nvPr/>
                      </p:nvSpPr>
                      <p:spPr>
                        <a:xfrm>
                          <a:off x="8867880" y="1317600"/>
                          <a:ext cx="536040" cy="684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3760" rIns="90000" bIns="237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97" name="Oval 448"/>
                        <p:cNvSpPr/>
                        <p:nvPr/>
                      </p:nvSpPr>
                      <p:spPr>
                        <a:xfrm flipV="1">
                          <a:off x="8867880" y="1218600"/>
                          <a:ext cx="534600" cy="19296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98" name="Freeform 449"/>
                        <p:cNvSpPr/>
                        <p:nvPr/>
                      </p:nvSpPr>
                      <p:spPr>
                        <a:xfrm>
                          <a:off x="9005040" y="1277280"/>
                          <a:ext cx="260280" cy="95760"/>
                        </a:xfrm>
                        <a:custGeom>
                          <a:avLst/>
                          <a:gdLst>
                            <a:gd name="textAreaLeft" fmla="*/ 0 w 260280"/>
                            <a:gd name="textAreaRight" fmla="*/ 260640 w 260280"/>
                            <a:gd name="textAreaTop" fmla="*/ 0 h 95760"/>
                            <a:gd name="textAreaBottom" fmla="*/ 96120 h 9576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6999" name="Freeform 450"/>
                        <p:cNvSpPr/>
                        <p:nvPr/>
                      </p:nvSpPr>
                      <p:spPr>
                        <a:xfrm>
                          <a:off x="8978040" y="1253160"/>
                          <a:ext cx="314640" cy="66960"/>
                        </a:xfrm>
                        <a:custGeom>
                          <a:avLst/>
                          <a:gdLst>
                            <a:gd name="textAreaLeft" fmla="*/ 0 w 314640"/>
                            <a:gd name="textAreaRight" fmla="*/ 315000 w 314640"/>
                            <a:gd name="textAreaTop" fmla="*/ 0 h 66960"/>
                            <a:gd name="textAreaBottom" fmla="*/ 67320 h 669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2320" rIns="90000" bIns="223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00" name="Freeform 451"/>
                        <p:cNvSpPr/>
                        <p:nvPr/>
                      </p:nvSpPr>
                      <p:spPr>
                        <a:xfrm>
                          <a:off x="9184680" y="1310400"/>
                          <a:ext cx="115560" cy="58320"/>
                        </a:xfrm>
                        <a:custGeom>
                          <a:avLst/>
                          <a:gdLst>
                            <a:gd name="textAreaLeft" fmla="*/ 0 w 115560"/>
                            <a:gd name="textAreaRight" fmla="*/ 115920 w 115560"/>
                            <a:gd name="textAreaTop" fmla="*/ 0 h 58320"/>
                            <a:gd name="textAreaBottom" fmla="*/ 58680 h 583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3680" rIns="90000" bIns="136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01" name="Freeform 452"/>
                        <p:cNvSpPr/>
                        <p:nvPr/>
                      </p:nvSpPr>
                      <p:spPr>
                        <a:xfrm>
                          <a:off x="8971920" y="1311840"/>
                          <a:ext cx="114120" cy="56880"/>
                        </a:xfrm>
                        <a:custGeom>
                          <a:avLst/>
                          <a:gdLst>
                            <a:gd name="textAreaLeft" fmla="*/ 0 w 114120"/>
                            <a:gd name="textAreaRight" fmla="*/ 114480 w 114120"/>
                            <a:gd name="textAreaTop" fmla="*/ 0 h 56880"/>
                            <a:gd name="textAreaBottom" fmla="*/ 57240 h 568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2240" rIns="90000" bIns="122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7002" name="Straight Connector 453"/>
                        <p:cNvCxnSpPr/>
                        <p:nvPr/>
                      </p:nvCxnSpPr>
                      <p:spPr>
                        <a:xfrm flipH="1" flipV="1">
                          <a:off x="8867880" y="1314360"/>
                          <a:ext cx="1800" cy="748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7003" name="Straight Connector 454"/>
                        <p:cNvCxnSpPr/>
                        <p:nvPr/>
                      </p:nvCxnSpPr>
                      <p:spPr>
                        <a:xfrm flipH="1" flipV="1">
                          <a:off x="9402840" y="1312920"/>
                          <a:ext cx="1800" cy="748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7004" name="Group 443"/>
                      <p:cNvGrpSpPr/>
                      <p:nvPr/>
                    </p:nvGrpSpPr>
                    <p:grpSpPr>
                      <a:xfrm>
                        <a:off x="8900640" y="1200240"/>
                        <a:ext cx="434160" cy="363960"/>
                        <a:chOff x="8900640" y="1200240"/>
                        <a:chExt cx="434160" cy="363960"/>
                      </a:xfrm>
                    </p:grpSpPr>
                    <p:sp>
                      <p:nvSpPr>
                        <p:cNvPr id="7005" name="Oval 444"/>
                        <p:cNvSpPr/>
                        <p:nvPr/>
                      </p:nvSpPr>
                      <p:spPr>
                        <a:xfrm>
                          <a:off x="8956080" y="1271160"/>
                          <a:ext cx="338040" cy="20880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06" name="TextBox 445"/>
                        <p:cNvSpPr/>
                        <p:nvPr/>
                      </p:nvSpPr>
                      <p:spPr>
                        <a:xfrm>
                          <a:off x="8900640" y="1200240"/>
                          <a:ext cx="4341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3b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007" name="Group 395"/>
                    <p:cNvGrpSpPr/>
                    <p:nvPr/>
                  </p:nvGrpSpPr>
                  <p:grpSpPr>
                    <a:xfrm>
                      <a:off x="8871840" y="2302200"/>
                      <a:ext cx="536400" cy="363960"/>
                      <a:chOff x="8871840" y="2302200"/>
                      <a:chExt cx="536400" cy="363960"/>
                    </a:xfrm>
                  </p:grpSpPr>
                  <p:grpSp>
                    <p:nvGrpSpPr>
                      <p:cNvPr id="7008" name="Group 327"/>
                      <p:cNvGrpSpPr/>
                      <p:nvPr/>
                    </p:nvGrpSpPr>
                    <p:grpSpPr>
                      <a:xfrm>
                        <a:off x="8871840" y="2320560"/>
                        <a:ext cx="536400" cy="263160"/>
                        <a:chOff x="8871840" y="2320560"/>
                        <a:chExt cx="536400" cy="263160"/>
                      </a:xfrm>
                    </p:grpSpPr>
                    <p:sp>
                      <p:nvSpPr>
                        <p:cNvPr id="7009" name="Oval 433"/>
                        <p:cNvSpPr/>
                        <p:nvPr/>
                      </p:nvSpPr>
                      <p:spPr>
                        <a:xfrm flipV="1">
                          <a:off x="8873640" y="2390760"/>
                          <a:ext cx="534600" cy="19296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10" name="Rectangle 434"/>
                        <p:cNvSpPr/>
                        <p:nvPr/>
                      </p:nvSpPr>
                      <p:spPr>
                        <a:xfrm>
                          <a:off x="8871840" y="2419200"/>
                          <a:ext cx="536040" cy="684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3760" rIns="90000" bIns="237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11" name="Oval 435"/>
                        <p:cNvSpPr/>
                        <p:nvPr/>
                      </p:nvSpPr>
                      <p:spPr>
                        <a:xfrm flipV="1">
                          <a:off x="8871840" y="2320560"/>
                          <a:ext cx="534600" cy="19296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12" name="Freeform 436"/>
                        <p:cNvSpPr/>
                        <p:nvPr/>
                      </p:nvSpPr>
                      <p:spPr>
                        <a:xfrm>
                          <a:off x="9009000" y="2379240"/>
                          <a:ext cx="260280" cy="95760"/>
                        </a:xfrm>
                        <a:custGeom>
                          <a:avLst/>
                          <a:gdLst>
                            <a:gd name="textAreaLeft" fmla="*/ 0 w 260280"/>
                            <a:gd name="textAreaRight" fmla="*/ 260640 w 260280"/>
                            <a:gd name="textAreaTop" fmla="*/ 0 h 95760"/>
                            <a:gd name="textAreaBottom" fmla="*/ 96120 h 9576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13" name="Freeform 437"/>
                        <p:cNvSpPr/>
                        <p:nvPr/>
                      </p:nvSpPr>
                      <p:spPr>
                        <a:xfrm>
                          <a:off x="8982000" y="2354760"/>
                          <a:ext cx="314640" cy="66960"/>
                        </a:xfrm>
                        <a:custGeom>
                          <a:avLst/>
                          <a:gdLst>
                            <a:gd name="textAreaLeft" fmla="*/ 0 w 314640"/>
                            <a:gd name="textAreaRight" fmla="*/ 315000 w 314640"/>
                            <a:gd name="textAreaTop" fmla="*/ 0 h 66960"/>
                            <a:gd name="textAreaBottom" fmla="*/ 67320 h 669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2320" rIns="90000" bIns="223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14" name="Freeform 438"/>
                        <p:cNvSpPr/>
                        <p:nvPr/>
                      </p:nvSpPr>
                      <p:spPr>
                        <a:xfrm>
                          <a:off x="9188640" y="2412360"/>
                          <a:ext cx="115560" cy="58320"/>
                        </a:xfrm>
                        <a:custGeom>
                          <a:avLst/>
                          <a:gdLst>
                            <a:gd name="textAreaLeft" fmla="*/ 0 w 115560"/>
                            <a:gd name="textAreaRight" fmla="*/ 115920 w 115560"/>
                            <a:gd name="textAreaTop" fmla="*/ 0 h 58320"/>
                            <a:gd name="textAreaBottom" fmla="*/ 58680 h 583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3680" rIns="90000" bIns="136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15" name="Freeform 439"/>
                        <p:cNvSpPr/>
                        <p:nvPr/>
                      </p:nvSpPr>
                      <p:spPr>
                        <a:xfrm>
                          <a:off x="8975880" y="2413800"/>
                          <a:ext cx="114120" cy="56880"/>
                        </a:xfrm>
                        <a:custGeom>
                          <a:avLst/>
                          <a:gdLst>
                            <a:gd name="textAreaLeft" fmla="*/ 0 w 114120"/>
                            <a:gd name="textAreaRight" fmla="*/ 114480 w 114120"/>
                            <a:gd name="textAreaTop" fmla="*/ 0 h 56880"/>
                            <a:gd name="textAreaBottom" fmla="*/ 57240 h 568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2240" rIns="90000" bIns="122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7016" name="Straight Connector 440"/>
                        <p:cNvCxnSpPr/>
                        <p:nvPr/>
                      </p:nvCxnSpPr>
                      <p:spPr>
                        <a:xfrm flipH="1" flipV="1">
                          <a:off x="8871840" y="2416320"/>
                          <a:ext cx="1800" cy="748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7017" name="Straight Connector 441"/>
                        <p:cNvCxnSpPr/>
                        <p:nvPr/>
                      </p:nvCxnSpPr>
                      <p:spPr>
                        <a:xfrm flipH="1" flipV="1">
                          <a:off x="9406800" y="2414880"/>
                          <a:ext cx="1800" cy="748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7018" name="Group 430"/>
                      <p:cNvGrpSpPr/>
                      <p:nvPr/>
                    </p:nvGrpSpPr>
                    <p:grpSpPr>
                      <a:xfrm>
                        <a:off x="8904600" y="2302200"/>
                        <a:ext cx="434160" cy="363960"/>
                        <a:chOff x="8904600" y="2302200"/>
                        <a:chExt cx="434160" cy="363960"/>
                      </a:xfrm>
                    </p:grpSpPr>
                    <p:sp>
                      <p:nvSpPr>
                        <p:cNvPr id="7019" name="Oval 431"/>
                        <p:cNvSpPr/>
                        <p:nvPr/>
                      </p:nvSpPr>
                      <p:spPr>
                        <a:xfrm>
                          <a:off x="8960040" y="2373120"/>
                          <a:ext cx="338040" cy="20880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20" name="TextBox 432"/>
                        <p:cNvSpPr/>
                        <p:nvPr/>
                      </p:nvSpPr>
                      <p:spPr>
                        <a:xfrm>
                          <a:off x="8904600" y="2302200"/>
                          <a:ext cx="4341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3d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021" name="Group 396"/>
                    <p:cNvGrpSpPr/>
                    <p:nvPr/>
                  </p:nvGrpSpPr>
                  <p:grpSpPr>
                    <a:xfrm>
                      <a:off x="9689760" y="1752120"/>
                      <a:ext cx="536400" cy="363960"/>
                      <a:chOff x="9689760" y="1752120"/>
                      <a:chExt cx="536400" cy="363960"/>
                    </a:xfrm>
                  </p:grpSpPr>
                  <p:grpSp>
                    <p:nvGrpSpPr>
                      <p:cNvPr id="7022" name="Group 327"/>
                      <p:cNvGrpSpPr/>
                      <p:nvPr/>
                    </p:nvGrpSpPr>
                    <p:grpSpPr>
                      <a:xfrm>
                        <a:off x="9689760" y="1770480"/>
                        <a:ext cx="536400" cy="263160"/>
                        <a:chOff x="9689760" y="1770480"/>
                        <a:chExt cx="536400" cy="263160"/>
                      </a:xfrm>
                    </p:grpSpPr>
                    <p:sp>
                      <p:nvSpPr>
                        <p:cNvPr id="7023" name="Oval 420"/>
                        <p:cNvSpPr/>
                        <p:nvPr/>
                      </p:nvSpPr>
                      <p:spPr>
                        <a:xfrm flipV="1">
                          <a:off x="9691560" y="1840680"/>
                          <a:ext cx="534600" cy="19296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24" name="Rectangle 421"/>
                        <p:cNvSpPr/>
                        <p:nvPr/>
                      </p:nvSpPr>
                      <p:spPr>
                        <a:xfrm>
                          <a:off x="9689760" y="1869480"/>
                          <a:ext cx="536040" cy="684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3760" rIns="90000" bIns="237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25" name="Oval 422"/>
                        <p:cNvSpPr/>
                        <p:nvPr/>
                      </p:nvSpPr>
                      <p:spPr>
                        <a:xfrm flipV="1">
                          <a:off x="9689760" y="1770480"/>
                          <a:ext cx="534600" cy="19296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26" name="Freeform 423"/>
                        <p:cNvSpPr/>
                        <p:nvPr/>
                      </p:nvSpPr>
                      <p:spPr>
                        <a:xfrm>
                          <a:off x="9826920" y="1829160"/>
                          <a:ext cx="260280" cy="95760"/>
                        </a:xfrm>
                        <a:custGeom>
                          <a:avLst/>
                          <a:gdLst>
                            <a:gd name="textAreaLeft" fmla="*/ 0 w 260280"/>
                            <a:gd name="textAreaRight" fmla="*/ 260640 w 260280"/>
                            <a:gd name="textAreaTop" fmla="*/ 0 h 95760"/>
                            <a:gd name="textAreaBottom" fmla="*/ 96120 h 9576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27" name="Freeform 424"/>
                        <p:cNvSpPr/>
                        <p:nvPr/>
                      </p:nvSpPr>
                      <p:spPr>
                        <a:xfrm>
                          <a:off x="9799920" y="1805040"/>
                          <a:ext cx="314640" cy="66960"/>
                        </a:xfrm>
                        <a:custGeom>
                          <a:avLst/>
                          <a:gdLst>
                            <a:gd name="textAreaLeft" fmla="*/ 0 w 314640"/>
                            <a:gd name="textAreaRight" fmla="*/ 315000 w 314640"/>
                            <a:gd name="textAreaTop" fmla="*/ 0 h 66960"/>
                            <a:gd name="textAreaBottom" fmla="*/ 67320 h 669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2320" rIns="90000" bIns="223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28" name="Freeform 425"/>
                        <p:cNvSpPr/>
                        <p:nvPr/>
                      </p:nvSpPr>
                      <p:spPr>
                        <a:xfrm>
                          <a:off x="10006560" y="1862280"/>
                          <a:ext cx="115560" cy="58320"/>
                        </a:xfrm>
                        <a:custGeom>
                          <a:avLst/>
                          <a:gdLst>
                            <a:gd name="textAreaLeft" fmla="*/ 0 w 115560"/>
                            <a:gd name="textAreaRight" fmla="*/ 115920 w 115560"/>
                            <a:gd name="textAreaTop" fmla="*/ 0 h 58320"/>
                            <a:gd name="textAreaBottom" fmla="*/ 58680 h 583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3680" rIns="90000" bIns="136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29" name="Freeform 426"/>
                        <p:cNvSpPr/>
                        <p:nvPr/>
                      </p:nvSpPr>
                      <p:spPr>
                        <a:xfrm>
                          <a:off x="9793800" y="1863720"/>
                          <a:ext cx="114120" cy="56880"/>
                        </a:xfrm>
                        <a:custGeom>
                          <a:avLst/>
                          <a:gdLst>
                            <a:gd name="textAreaLeft" fmla="*/ 0 w 114120"/>
                            <a:gd name="textAreaRight" fmla="*/ 114480 w 114120"/>
                            <a:gd name="textAreaTop" fmla="*/ 0 h 56880"/>
                            <a:gd name="textAreaBottom" fmla="*/ 57240 h 568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2240" rIns="90000" bIns="122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7030" name="Straight Connector 427"/>
                        <p:cNvCxnSpPr/>
                        <p:nvPr/>
                      </p:nvCxnSpPr>
                      <p:spPr>
                        <a:xfrm flipH="1" flipV="1">
                          <a:off x="9689760" y="1866240"/>
                          <a:ext cx="1800" cy="748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7031" name="Straight Connector 428"/>
                        <p:cNvCxnSpPr/>
                        <p:nvPr/>
                      </p:nvCxnSpPr>
                      <p:spPr>
                        <a:xfrm flipH="1" flipV="1">
                          <a:off x="10224720" y="1864800"/>
                          <a:ext cx="1800" cy="748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7032" name="Group 417"/>
                      <p:cNvGrpSpPr/>
                      <p:nvPr/>
                    </p:nvGrpSpPr>
                    <p:grpSpPr>
                      <a:xfrm>
                        <a:off x="9722520" y="1752120"/>
                        <a:ext cx="421560" cy="363960"/>
                        <a:chOff x="9722520" y="1752120"/>
                        <a:chExt cx="421560" cy="363960"/>
                      </a:xfrm>
                    </p:grpSpPr>
                    <p:sp>
                      <p:nvSpPr>
                        <p:cNvPr id="7033" name="Oval 418"/>
                        <p:cNvSpPr/>
                        <p:nvPr/>
                      </p:nvSpPr>
                      <p:spPr>
                        <a:xfrm>
                          <a:off x="9777960" y="1823040"/>
                          <a:ext cx="338040" cy="20880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34" name="TextBox 419"/>
                        <p:cNvSpPr/>
                        <p:nvPr/>
                      </p:nvSpPr>
                      <p:spPr>
                        <a:xfrm>
                          <a:off x="9722520" y="1752120"/>
                          <a:ext cx="4215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3c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035" name="Group 397"/>
                    <p:cNvGrpSpPr/>
                    <p:nvPr/>
                  </p:nvGrpSpPr>
                  <p:grpSpPr>
                    <a:xfrm>
                      <a:off x="8010720" y="1746360"/>
                      <a:ext cx="536400" cy="363960"/>
                      <a:chOff x="8010720" y="1746360"/>
                      <a:chExt cx="536400" cy="363960"/>
                    </a:xfrm>
                  </p:grpSpPr>
                  <p:grpSp>
                    <p:nvGrpSpPr>
                      <p:cNvPr id="7036" name="Group 327"/>
                      <p:cNvGrpSpPr/>
                      <p:nvPr/>
                    </p:nvGrpSpPr>
                    <p:grpSpPr>
                      <a:xfrm>
                        <a:off x="8010720" y="1764720"/>
                        <a:ext cx="536400" cy="263160"/>
                        <a:chOff x="8010720" y="1764720"/>
                        <a:chExt cx="536400" cy="263160"/>
                      </a:xfrm>
                    </p:grpSpPr>
                    <p:sp>
                      <p:nvSpPr>
                        <p:cNvPr id="7037" name="Oval 407"/>
                        <p:cNvSpPr/>
                        <p:nvPr/>
                      </p:nvSpPr>
                      <p:spPr>
                        <a:xfrm flipV="1">
                          <a:off x="8012520" y="1834920"/>
                          <a:ext cx="534600" cy="19296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38" name="Rectangle 408"/>
                        <p:cNvSpPr/>
                        <p:nvPr/>
                      </p:nvSpPr>
                      <p:spPr>
                        <a:xfrm>
                          <a:off x="8011080" y="1863720"/>
                          <a:ext cx="536040" cy="684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3760" rIns="90000" bIns="237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39" name="Oval 409"/>
                        <p:cNvSpPr/>
                        <p:nvPr/>
                      </p:nvSpPr>
                      <p:spPr>
                        <a:xfrm flipV="1">
                          <a:off x="8011080" y="1764720"/>
                          <a:ext cx="534600" cy="19296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40" name="Freeform 410"/>
                        <p:cNvSpPr/>
                        <p:nvPr/>
                      </p:nvSpPr>
                      <p:spPr>
                        <a:xfrm>
                          <a:off x="8148240" y="1823400"/>
                          <a:ext cx="260280" cy="95760"/>
                        </a:xfrm>
                        <a:custGeom>
                          <a:avLst/>
                          <a:gdLst>
                            <a:gd name="textAreaLeft" fmla="*/ 0 w 260280"/>
                            <a:gd name="textAreaRight" fmla="*/ 260640 w 260280"/>
                            <a:gd name="textAreaTop" fmla="*/ 0 h 95760"/>
                            <a:gd name="textAreaBottom" fmla="*/ 96120 h 9576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41" name="Freeform 411"/>
                        <p:cNvSpPr/>
                        <p:nvPr/>
                      </p:nvSpPr>
                      <p:spPr>
                        <a:xfrm>
                          <a:off x="8120880" y="1799280"/>
                          <a:ext cx="314640" cy="66960"/>
                        </a:xfrm>
                        <a:custGeom>
                          <a:avLst/>
                          <a:gdLst>
                            <a:gd name="textAreaLeft" fmla="*/ 0 w 314640"/>
                            <a:gd name="textAreaRight" fmla="*/ 315000 w 314640"/>
                            <a:gd name="textAreaTop" fmla="*/ 0 h 66960"/>
                            <a:gd name="textAreaBottom" fmla="*/ 67320 h 669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2320" rIns="90000" bIns="223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42" name="Freeform 412"/>
                        <p:cNvSpPr/>
                        <p:nvPr/>
                      </p:nvSpPr>
                      <p:spPr>
                        <a:xfrm>
                          <a:off x="8327520" y="1856520"/>
                          <a:ext cx="115560" cy="58320"/>
                        </a:xfrm>
                        <a:custGeom>
                          <a:avLst/>
                          <a:gdLst>
                            <a:gd name="textAreaLeft" fmla="*/ 0 w 115560"/>
                            <a:gd name="textAreaRight" fmla="*/ 115920 w 115560"/>
                            <a:gd name="textAreaTop" fmla="*/ 0 h 58320"/>
                            <a:gd name="textAreaBottom" fmla="*/ 58680 h 583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3680" rIns="90000" bIns="136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43" name="Freeform 413"/>
                        <p:cNvSpPr/>
                        <p:nvPr/>
                      </p:nvSpPr>
                      <p:spPr>
                        <a:xfrm>
                          <a:off x="8114760" y="1857960"/>
                          <a:ext cx="114120" cy="56880"/>
                        </a:xfrm>
                        <a:custGeom>
                          <a:avLst/>
                          <a:gdLst>
                            <a:gd name="textAreaLeft" fmla="*/ 0 w 114120"/>
                            <a:gd name="textAreaRight" fmla="*/ 114480 w 114120"/>
                            <a:gd name="textAreaTop" fmla="*/ 0 h 56880"/>
                            <a:gd name="textAreaBottom" fmla="*/ 57240 h 568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2240" rIns="90000" bIns="122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7044" name="Straight Connector 414"/>
                        <p:cNvCxnSpPr/>
                        <p:nvPr/>
                      </p:nvCxnSpPr>
                      <p:spPr>
                        <a:xfrm flipH="1" flipV="1">
                          <a:off x="8010720" y="1860480"/>
                          <a:ext cx="1800" cy="748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7045" name="Straight Connector 415"/>
                        <p:cNvCxnSpPr/>
                        <p:nvPr/>
                      </p:nvCxnSpPr>
                      <p:spPr>
                        <a:xfrm flipH="1" flipV="1">
                          <a:off x="8545680" y="1859040"/>
                          <a:ext cx="1800" cy="748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7046" name="Group 404"/>
                      <p:cNvGrpSpPr/>
                      <p:nvPr/>
                    </p:nvGrpSpPr>
                    <p:grpSpPr>
                      <a:xfrm>
                        <a:off x="8043480" y="1746360"/>
                        <a:ext cx="434160" cy="363960"/>
                        <a:chOff x="8043480" y="1746360"/>
                        <a:chExt cx="434160" cy="363960"/>
                      </a:xfrm>
                    </p:grpSpPr>
                    <p:sp>
                      <p:nvSpPr>
                        <p:cNvPr id="7047" name="Oval 405"/>
                        <p:cNvSpPr/>
                        <p:nvPr/>
                      </p:nvSpPr>
                      <p:spPr>
                        <a:xfrm>
                          <a:off x="8098920" y="1817280"/>
                          <a:ext cx="338040" cy="20880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48" name="TextBox 406"/>
                        <p:cNvSpPr/>
                        <p:nvPr/>
                      </p:nvSpPr>
                      <p:spPr>
                        <a:xfrm>
                          <a:off x="8043480" y="1746360"/>
                          <a:ext cx="4341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3a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7049" name="Straight Connector 398"/>
                    <p:cNvCxnSpPr/>
                    <p:nvPr/>
                  </p:nvCxnSpPr>
                  <p:spPr>
                    <a:xfrm>
                      <a:off x="9109800" y="1533240"/>
                      <a:ext cx="4320" cy="768960"/>
                    </a:xfrm>
                    <a:prstGeom prst="straightConnector1">
                      <a:avLst/>
                    </a:prstGeom>
                    <a:ln w="19050">
                      <a:solidFill>
                        <a:srgbClr val="000090"/>
                      </a:solidFill>
                      <a:prstDash val="dash"/>
                      <a:round/>
                    </a:ln>
                  </p:spPr>
                </p:cxnSp>
                <p:cxnSp>
                  <p:nvCxnSpPr>
                    <p:cNvPr id="7050" name="Straight Connector 399"/>
                    <p:cNvCxnSpPr/>
                    <p:nvPr/>
                  </p:nvCxnSpPr>
                  <p:spPr>
                    <a:xfrm>
                      <a:off x="8555760" y="1899360"/>
                      <a:ext cx="1144440" cy="612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7051" name="Straight Connector 400"/>
                    <p:cNvCxnSpPr/>
                    <p:nvPr/>
                  </p:nvCxnSpPr>
                  <p:spPr>
                    <a:xfrm>
                      <a:off x="9326160" y="1453680"/>
                      <a:ext cx="456120" cy="33408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7052" name="Straight Connector 401"/>
                    <p:cNvCxnSpPr/>
                    <p:nvPr/>
                  </p:nvCxnSpPr>
                  <p:spPr>
                    <a:xfrm>
                      <a:off x="8453880" y="2023560"/>
                      <a:ext cx="453960" cy="32256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7053" name="Straight Connector 402"/>
                    <p:cNvCxnSpPr/>
                    <p:nvPr/>
                  </p:nvCxnSpPr>
                  <p:spPr>
                    <a:xfrm flipH="1">
                      <a:off x="8442000" y="1464840"/>
                      <a:ext cx="482760" cy="31536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sp>
                <p:nvSpPr>
                  <p:cNvPr id="7054" name="TextBox 393"/>
                  <p:cNvSpPr/>
                  <p:nvPr/>
                </p:nvSpPr>
                <p:spPr>
                  <a:xfrm>
                    <a:off x="7823520" y="1105200"/>
                    <a:ext cx="73260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</a:pPr>
                    <a:r>
                      <a:rPr lang="en-US" sz="2000" b="0" u="none" strike="noStrike">
                        <a:solidFill>
                          <a:srgbClr val="00009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AS 3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7055" name="Group 455"/>
              <p:cNvGrpSpPr/>
              <p:nvPr/>
            </p:nvGrpSpPr>
            <p:grpSpPr>
              <a:xfrm>
                <a:off x="1113480" y="1505880"/>
                <a:ext cx="3452400" cy="1718640"/>
                <a:chOff x="1113480" y="1505880"/>
                <a:chExt cx="3452400" cy="1718640"/>
              </a:xfrm>
            </p:grpSpPr>
            <p:grpSp>
              <p:nvGrpSpPr>
                <p:cNvPr id="7056" name="Group 456"/>
                <p:cNvGrpSpPr/>
                <p:nvPr/>
              </p:nvGrpSpPr>
              <p:grpSpPr>
                <a:xfrm>
                  <a:off x="1113480" y="1505880"/>
                  <a:ext cx="2557080" cy="1718640"/>
                  <a:chOff x="1113480" y="1505880"/>
                  <a:chExt cx="2557080" cy="1718640"/>
                </a:xfrm>
              </p:grpSpPr>
              <p:sp>
                <p:nvSpPr>
                  <p:cNvPr id="7057" name="Freeform 2"/>
                  <p:cNvSpPr/>
                  <p:nvPr/>
                </p:nvSpPr>
                <p:spPr>
                  <a:xfrm>
                    <a:off x="1113480" y="1505880"/>
                    <a:ext cx="2557080" cy="1718640"/>
                  </a:xfrm>
                  <a:custGeom>
                    <a:avLst/>
                    <a:gdLst>
                      <a:gd name="textAreaLeft" fmla="*/ 0 w 2557080"/>
                      <a:gd name="textAreaRight" fmla="*/ 2557440 w 2557080"/>
                      <a:gd name="textAreaTop" fmla="*/ 0 h 1718640"/>
                      <a:gd name="textAreaBottom" fmla="*/ 1719000 h 1718640"/>
                      <a:gd name="GluePoint1X" fmla="*/ 45 w 10000"/>
                      <a:gd name="GluePoint1Y" fmla="*/ 5036 h 10795"/>
                      <a:gd name="GluePoint2X" fmla="*/ 2738 w 10000"/>
                      <a:gd name="GluePoint2Y" fmla="*/ 2811 h 10795"/>
                      <a:gd name="GluePoint3X" fmla="*/ 4886 w 10000"/>
                      <a:gd name="GluePoint3Y" fmla="*/ 4 h 10795"/>
                      <a:gd name="GluePoint4X" fmla="*/ 8068 w 10000"/>
                      <a:gd name="GluePoint4Y" fmla="*/ 2813 h 10795"/>
                      <a:gd name="GluePoint5X" fmla="*/ 9996 w 10000"/>
                      <a:gd name="GluePoint5Y" fmla="*/ 5413 h 10795"/>
                      <a:gd name="GluePoint6X" fmla="*/ 8476 w 10000"/>
                      <a:gd name="GluePoint6Y" fmla="*/ 7306 h 10795"/>
                      <a:gd name="GluePoint7X" fmla="*/ 5202 w 10000"/>
                      <a:gd name="GluePoint7Y" fmla="*/ 10795 h 10795"/>
                      <a:gd name="GluePoint8X" fmla="*/ 2753 w 10000"/>
                      <a:gd name="GluePoint8Y" fmla="*/ 7683 h 10795"/>
                      <a:gd name="GluePoint9X" fmla="*/ 1375 w 10000"/>
                      <a:gd name="GluePoint9Y" fmla="*/ 7365 h 10795"/>
                      <a:gd name="GluePoint10X" fmla="*/ 45 w 10000"/>
                      <a:gd name="GluePoint10Y" fmla="*/ 5036 h 10795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</a:cxnLst>
                    <a:rect l="textAreaLeft" t="textAreaTop" r="textAreaRight" b="textAreaBottom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7058" name="Group 460"/>
                  <p:cNvGrpSpPr/>
                  <p:nvPr/>
                </p:nvGrpSpPr>
                <p:grpSpPr>
                  <a:xfrm>
                    <a:off x="1335240" y="1645560"/>
                    <a:ext cx="2199960" cy="1496520"/>
                    <a:chOff x="1335240" y="1645560"/>
                    <a:chExt cx="2199960" cy="1496520"/>
                  </a:xfrm>
                </p:grpSpPr>
                <p:grpSp>
                  <p:nvGrpSpPr>
                    <p:cNvPr id="7059" name="Group 461"/>
                    <p:cNvGrpSpPr/>
                    <p:nvPr/>
                  </p:nvGrpSpPr>
                  <p:grpSpPr>
                    <a:xfrm>
                      <a:off x="2186280" y="1645560"/>
                      <a:ext cx="532800" cy="363960"/>
                      <a:chOff x="2186280" y="1645560"/>
                      <a:chExt cx="532800" cy="363960"/>
                    </a:xfrm>
                  </p:grpSpPr>
                  <p:grpSp>
                    <p:nvGrpSpPr>
                      <p:cNvPr id="7060" name="Group 327"/>
                      <p:cNvGrpSpPr/>
                      <p:nvPr/>
                    </p:nvGrpSpPr>
                    <p:grpSpPr>
                      <a:xfrm>
                        <a:off x="2186280" y="1664280"/>
                        <a:ext cx="532800" cy="270360"/>
                        <a:chOff x="2186280" y="1664280"/>
                        <a:chExt cx="532800" cy="270360"/>
                      </a:xfrm>
                    </p:grpSpPr>
                    <p:sp>
                      <p:nvSpPr>
                        <p:cNvPr id="7061" name="Oval 512"/>
                        <p:cNvSpPr/>
                        <p:nvPr/>
                      </p:nvSpPr>
                      <p:spPr>
                        <a:xfrm flipV="1">
                          <a:off x="2187720" y="1735920"/>
                          <a:ext cx="531000" cy="19836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62" name="Rectangle 513"/>
                        <p:cNvSpPr/>
                        <p:nvPr/>
                      </p:nvSpPr>
                      <p:spPr>
                        <a:xfrm>
                          <a:off x="2186280" y="1766160"/>
                          <a:ext cx="532440" cy="702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5560" rIns="90000" bIns="255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63" name="Oval 514"/>
                        <p:cNvSpPr/>
                        <p:nvPr/>
                      </p:nvSpPr>
                      <p:spPr>
                        <a:xfrm flipV="1">
                          <a:off x="2186280" y="1663920"/>
                          <a:ext cx="531000" cy="19836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64" name="Freeform 515"/>
                        <p:cNvSpPr/>
                        <p:nvPr/>
                      </p:nvSpPr>
                      <p:spPr>
                        <a:xfrm>
                          <a:off x="2322360" y="1725120"/>
                          <a:ext cx="258480" cy="98280"/>
                        </a:xfrm>
                        <a:custGeom>
                          <a:avLst/>
                          <a:gdLst>
                            <a:gd name="textAreaLeft" fmla="*/ 0 w 258480"/>
                            <a:gd name="textAreaRight" fmla="*/ 258840 w 258480"/>
                            <a:gd name="textAreaTop" fmla="*/ 0 h 98280"/>
                            <a:gd name="textAreaBottom" fmla="*/ 98640 h 9828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65" name="Freeform 516"/>
                        <p:cNvSpPr/>
                        <p:nvPr/>
                      </p:nvSpPr>
                      <p:spPr>
                        <a:xfrm>
                          <a:off x="2295720" y="1699920"/>
                          <a:ext cx="312480" cy="68760"/>
                        </a:xfrm>
                        <a:custGeom>
                          <a:avLst/>
                          <a:gdLst>
                            <a:gd name="textAreaLeft" fmla="*/ 0 w 312480"/>
                            <a:gd name="textAreaRight" fmla="*/ 312840 w 312480"/>
                            <a:gd name="textAreaTop" fmla="*/ 0 h 68760"/>
                            <a:gd name="textAreaBottom" fmla="*/ 69120 h 687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4120" rIns="90000" bIns="241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66" name="Freeform 517"/>
                        <p:cNvSpPr/>
                        <p:nvPr/>
                      </p:nvSpPr>
                      <p:spPr>
                        <a:xfrm>
                          <a:off x="2500560" y="1758960"/>
                          <a:ext cx="114840" cy="60120"/>
                        </a:xfrm>
                        <a:custGeom>
                          <a:avLst/>
                          <a:gdLst>
                            <a:gd name="textAreaLeft" fmla="*/ 0 w 114840"/>
                            <a:gd name="textAreaRight" fmla="*/ 115200 w 114840"/>
                            <a:gd name="textAreaTop" fmla="*/ 0 h 60120"/>
                            <a:gd name="textAreaBottom" fmla="*/ 60480 h 601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5480" rIns="90000" bIns="154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67" name="Freeform 518"/>
                        <p:cNvSpPr/>
                        <p:nvPr/>
                      </p:nvSpPr>
                      <p:spPr>
                        <a:xfrm>
                          <a:off x="2289600" y="1760400"/>
                          <a:ext cx="113400" cy="58680"/>
                        </a:xfrm>
                        <a:custGeom>
                          <a:avLst/>
                          <a:gdLst>
                            <a:gd name="textAreaLeft" fmla="*/ 0 w 113400"/>
                            <a:gd name="textAreaRight" fmla="*/ 113760 w 113400"/>
                            <a:gd name="textAreaTop" fmla="*/ 0 h 58680"/>
                            <a:gd name="textAreaBottom" fmla="*/ 59040 h 586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4040" rIns="90000" bIns="140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7068" name="Straight Connector 519"/>
                        <p:cNvCxnSpPr/>
                        <p:nvPr/>
                      </p:nvCxnSpPr>
                      <p:spPr>
                        <a:xfrm flipH="1" flipV="1">
                          <a:off x="2186280" y="1762920"/>
                          <a:ext cx="180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7069" name="Straight Connector 520"/>
                        <p:cNvCxnSpPr/>
                        <p:nvPr/>
                      </p:nvCxnSpPr>
                      <p:spPr>
                        <a:xfrm flipH="1" flipV="1">
                          <a:off x="2717280" y="1761480"/>
                          <a:ext cx="216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7070" name="Group 509"/>
                      <p:cNvGrpSpPr/>
                      <p:nvPr/>
                    </p:nvGrpSpPr>
                    <p:grpSpPr>
                      <a:xfrm>
                        <a:off x="2218680" y="1645560"/>
                        <a:ext cx="434160" cy="363960"/>
                        <a:chOff x="2218680" y="1645560"/>
                        <a:chExt cx="434160" cy="363960"/>
                      </a:xfrm>
                    </p:grpSpPr>
                    <p:sp>
                      <p:nvSpPr>
                        <p:cNvPr id="7071" name="Oval 510"/>
                        <p:cNvSpPr/>
                        <p:nvPr/>
                      </p:nvSpPr>
                      <p:spPr>
                        <a:xfrm>
                          <a:off x="2273760" y="1718640"/>
                          <a:ext cx="335520" cy="21492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72" name="TextBox 511"/>
                        <p:cNvSpPr/>
                        <p:nvPr/>
                      </p:nvSpPr>
                      <p:spPr>
                        <a:xfrm>
                          <a:off x="2218680" y="1645560"/>
                          <a:ext cx="4341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1b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073" name="Group 462"/>
                    <p:cNvGrpSpPr/>
                    <p:nvPr/>
                  </p:nvGrpSpPr>
                  <p:grpSpPr>
                    <a:xfrm>
                      <a:off x="2190240" y="2778120"/>
                      <a:ext cx="532800" cy="363960"/>
                      <a:chOff x="2190240" y="2778120"/>
                      <a:chExt cx="532800" cy="363960"/>
                    </a:xfrm>
                  </p:grpSpPr>
                  <p:grpSp>
                    <p:nvGrpSpPr>
                      <p:cNvPr id="7074" name="Group 327"/>
                      <p:cNvGrpSpPr/>
                      <p:nvPr/>
                    </p:nvGrpSpPr>
                    <p:grpSpPr>
                      <a:xfrm>
                        <a:off x="2190240" y="2796840"/>
                        <a:ext cx="532800" cy="270360"/>
                        <a:chOff x="2190240" y="2796840"/>
                        <a:chExt cx="532800" cy="270360"/>
                      </a:xfrm>
                    </p:grpSpPr>
                    <p:sp>
                      <p:nvSpPr>
                        <p:cNvPr id="7075" name="Oval 499"/>
                        <p:cNvSpPr/>
                        <p:nvPr/>
                      </p:nvSpPr>
                      <p:spPr>
                        <a:xfrm flipV="1">
                          <a:off x="2191680" y="2868480"/>
                          <a:ext cx="531000" cy="19836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76" name="Rectangle 500"/>
                        <p:cNvSpPr/>
                        <p:nvPr/>
                      </p:nvSpPr>
                      <p:spPr>
                        <a:xfrm>
                          <a:off x="2190240" y="2898720"/>
                          <a:ext cx="532440" cy="702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5560" rIns="90000" bIns="255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77" name="Oval 501"/>
                        <p:cNvSpPr/>
                        <p:nvPr/>
                      </p:nvSpPr>
                      <p:spPr>
                        <a:xfrm flipV="1">
                          <a:off x="2190240" y="2796480"/>
                          <a:ext cx="531000" cy="19836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78" name="Freeform 502"/>
                        <p:cNvSpPr/>
                        <p:nvPr/>
                      </p:nvSpPr>
                      <p:spPr>
                        <a:xfrm>
                          <a:off x="2326680" y="2857680"/>
                          <a:ext cx="258480" cy="98280"/>
                        </a:xfrm>
                        <a:custGeom>
                          <a:avLst/>
                          <a:gdLst>
                            <a:gd name="textAreaLeft" fmla="*/ 0 w 258480"/>
                            <a:gd name="textAreaRight" fmla="*/ 258840 w 258480"/>
                            <a:gd name="textAreaTop" fmla="*/ 0 h 98280"/>
                            <a:gd name="textAreaBottom" fmla="*/ 98640 h 9828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79" name="Freeform 503"/>
                        <p:cNvSpPr/>
                        <p:nvPr/>
                      </p:nvSpPr>
                      <p:spPr>
                        <a:xfrm>
                          <a:off x="2299680" y="2832480"/>
                          <a:ext cx="312480" cy="68760"/>
                        </a:xfrm>
                        <a:custGeom>
                          <a:avLst/>
                          <a:gdLst>
                            <a:gd name="textAreaLeft" fmla="*/ 0 w 312480"/>
                            <a:gd name="textAreaRight" fmla="*/ 312840 w 312480"/>
                            <a:gd name="textAreaTop" fmla="*/ 0 h 68760"/>
                            <a:gd name="textAreaBottom" fmla="*/ 69120 h 687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4120" rIns="90000" bIns="241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80" name="Freeform 504"/>
                        <p:cNvSpPr/>
                        <p:nvPr/>
                      </p:nvSpPr>
                      <p:spPr>
                        <a:xfrm>
                          <a:off x="2504520" y="2891520"/>
                          <a:ext cx="114840" cy="60120"/>
                        </a:xfrm>
                        <a:custGeom>
                          <a:avLst/>
                          <a:gdLst>
                            <a:gd name="textAreaLeft" fmla="*/ 0 w 114840"/>
                            <a:gd name="textAreaRight" fmla="*/ 115200 w 114840"/>
                            <a:gd name="textAreaTop" fmla="*/ 0 h 60120"/>
                            <a:gd name="textAreaBottom" fmla="*/ 60480 h 601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5480" rIns="90000" bIns="154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81" name="Freeform 505"/>
                        <p:cNvSpPr/>
                        <p:nvPr/>
                      </p:nvSpPr>
                      <p:spPr>
                        <a:xfrm>
                          <a:off x="2293560" y="2892960"/>
                          <a:ext cx="113400" cy="58680"/>
                        </a:xfrm>
                        <a:custGeom>
                          <a:avLst/>
                          <a:gdLst>
                            <a:gd name="textAreaLeft" fmla="*/ 0 w 113400"/>
                            <a:gd name="textAreaRight" fmla="*/ 113760 w 113400"/>
                            <a:gd name="textAreaTop" fmla="*/ 0 h 58680"/>
                            <a:gd name="textAreaBottom" fmla="*/ 59040 h 586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4040" rIns="90000" bIns="140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7082" name="Straight Connector 506"/>
                        <p:cNvCxnSpPr/>
                        <p:nvPr/>
                      </p:nvCxnSpPr>
                      <p:spPr>
                        <a:xfrm flipH="1" flipV="1">
                          <a:off x="2190240" y="2895480"/>
                          <a:ext cx="180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7083" name="Straight Connector 507"/>
                        <p:cNvCxnSpPr/>
                        <p:nvPr/>
                      </p:nvCxnSpPr>
                      <p:spPr>
                        <a:xfrm flipH="1" flipV="1">
                          <a:off x="2721600" y="2894040"/>
                          <a:ext cx="180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7084" name="Group 496"/>
                      <p:cNvGrpSpPr/>
                      <p:nvPr/>
                    </p:nvGrpSpPr>
                    <p:grpSpPr>
                      <a:xfrm>
                        <a:off x="2222640" y="2778120"/>
                        <a:ext cx="434160" cy="363960"/>
                        <a:chOff x="2222640" y="2778120"/>
                        <a:chExt cx="434160" cy="363960"/>
                      </a:xfrm>
                    </p:grpSpPr>
                    <p:sp>
                      <p:nvSpPr>
                        <p:cNvPr id="7085" name="Oval 497"/>
                        <p:cNvSpPr/>
                        <p:nvPr/>
                      </p:nvSpPr>
                      <p:spPr>
                        <a:xfrm>
                          <a:off x="2277720" y="2851200"/>
                          <a:ext cx="335520" cy="21492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86" name="TextBox 498"/>
                        <p:cNvSpPr/>
                        <p:nvPr/>
                      </p:nvSpPr>
                      <p:spPr>
                        <a:xfrm>
                          <a:off x="2222640" y="2778120"/>
                          <a:ext cx="4341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1d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087" name="Group 463"/>
                    <p:cNvGrpSpPr/>
                    <p:nvPr/>
                  </p:nvGrpSpPr>
                  <p:grpSpPr>
                    <a:xfrm>
                      <a:off x="3002400" y="2212920"/>
                      <a:ext cx="532800" cy="363960"/>
                      <a:chOff x="3002400" y="2212920"/>
                      <a:chExt cx="532800" cy="363960"/>
                    </a:xfrm>
                  </p:grpSpPr>
                  <p:grpSp>
                    <p:nvGrpSpPr>
                      <p:cNvPr id="7088" name="Group 327"/>
                      <p:cNvGrpSpPr/>
                      <p:nvPr/>
                    </p:nvGrpSpPr>
                    <p:grpSpPr>
                      <a:xfrm>
                        <a:off x="3002400" y="2231640"/>
                        <a:ext cx="532800" cy="270360"/>
                        <a:chOff x="3002400" y="2231640"/>
                        <a:chExt cx="532800" cy="270360"/>
                      </a:xfrm>
                    </p:grpSpPr>
                    <p:sp>
                      <p:nvSpPr>
                        <p:cNvPr id="7089" name="Oval 486"/>
                        <p:cNvSpPr/>
                        <p:nvPr/>
                      </p:nvSpPr>
                      <p:spPr>
                        <a:xfrm flipV="1">
                          <a:off x="3003840" y="2303280"/>
                          <a:ext cx="531000" cy="19836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90" name="Rectangle 487"/>
                        <p:cNvSpPr/>
                        <p:nvPr/>
                      </p:nvSpPr>
                      <p:spPr>
                        <a:xfrm>
                          <a:off x="3002400" y="2333520"/>
                          <a:ext cx="532440" cy="702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5560" rIns="90000" bIns="255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91" name="Oval 488"/>
                        <p:cNvSpPr/>
                        <p:nvPr/>
                      </p:nvSpPr>
                      <p:spPr>
                        <a:xfrm flipV="1">
                          <a:off x="3002400" y="2231280"/>
                          <a:ext cx="531000" cy="19836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92" name="Freeform 489"/>
                        <p:cNvSpPr/>
                        <p:nvPr/>
                      </p:nvSpPr>
                      <p:spPr>
                        <a:xfrm>
                          <a:off x="3138480" y="2292120"/>
                          <a:ext cx="258480" cy="98280"/>
                        </a:xfrm>
                        <a:custGeom>
                          <a:avLst/>
                          <a:gdLst>
                            <a:gd name="textAreaLeft" fmla="*/ 0 w 258480"/>
                            <a:gd name="textAreaRight" fmla="*/ 258840 w 258480"/>
                            <a:gd name="textAreaTop" fmla="*/ 0 h 98280"/>
                            <a:gd name="textAreaBottom" fmla="*/ 98640 h 9828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93" name="Freeform 490"/>
                        <p:cNvSpPr/>
                        <p:nvPr/>
                      </p:nvSpPr>
                      <p:spPr>
                        <a:xfrm>
                          <a:off x="3111840" y="2267280"/>
                          <a:ext cx="312480" cy="68760"/>
                        </a:xfrm>
                        <a:custGeom>
                          <a:avLst/>
                          <a:gdLst>
                            <a:gd name="textAreaLeft" fmla="*/ 0 w 312480"/>
                            <a:gd name="textAreaRight" fmla="*/ 312840 w 312480"/>
                            <a:gd name="textAreaTop" fmla="*/ 0 h 68760"/>
                            <a:gd name="textAreaBottom" fmla="*/ 69120 h 687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4120" rIns="90000" bIns="241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94" name="Freeform 491"/>
                        <p:cNvSpPr/>
                        <p:nvPr/>
                      </p:nvSpPr>
                      <p:spPr>
                        <a:xfrm>
                          <a:off x="3316680" y="2325960"/>
                          <a:ext cx="114840" cy="60120"/>
                        </a:xfrm>
                        <a:custGeom>
                          <a:avLst/>
                          <a:gdLst>
                            <a:gd name="textAreaLeft" fmla="*/ 0 w 114840"/>
                            <a:gd name="textAreaRight" fmla="*/ 115200 w 114840"/>
                            <a:gd name="textAreaTop" fmla="*/ 0 h 60120"/>
                            <a:gd name="textAreaBottom" fmla="*/ 60480 h 601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5480" rIns="90000" bIns="154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095" name="Freeform 492"/>
                        <p:cNvSpPr/>
                        <p:nvPr/>
                      </p:nvSpPr>
                      <p:spPr>
                        <a:xfrm>
                          <a:off x="3105720" y="2327400"/>
                          <a:ext cx="113400" cy="58680"/>
                        </a:xfrm>
                        <a:custGeom>
                          <a:avLst/>
                          <a:gdLst>
                            <a:gd name="textAreaLeft" fmla="*/ 0 w 113400"/>
                            <a:gd name="textAreaRight" fmla="*/ 113760 w 113400"/>
                            <a:gd name="textAreaTop" fmla="*/ 0 h 58680"/>
                            <a:gd name="textAreaBottom" fmla="*/ 59040 h 586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4040" rIns="90000" bIns="140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7096" name="Straight Connector 493"/>
                        <p:cNvCxnSpPr/>
                        <p:nvPr/>
                      </p:nvCxnSpPr>
                      <p:spPr>
                        <a:xfrm flipH="1" flipV="1">
                          <a:off x="3002400" y="2330280"/>
                          <a:ext cx="180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7097" name="Straight Connector 494"/>
                        <p:cNvCxnSpPr/>
                        <p:nvPr/>
                      </p:nvCxnSpPr>
                      <p:spPr>
                        <a:xfrm flipH="1" flipV="1">
                          <a:off x="3533400" y="2328840"/>
                          <a:ext cx="2160" cy="7704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7098" name="Group 483"/>
                      <p:cNvGrpSpPr/>
                      <p:nvPr/>
                    </p:nvGrpSpPr>
                    <p:grpSpPr>
                      <a:xfrm>
                        <a:off x="3034800" y="2212920"/>
                        <a:ext cx="421560" cy="363960"/>
                        <a:chOff x="3034800" y="2212920"/>
                        <a:chExt cx="421560" cy="363960"/>
                      </a:xfrm>
                    </p:grpSpPr>
                    <p:sp>
                      <p:nvSpPr>
                        <p:cNvPr id="7099" name="Oval 484"/>
                        <p:cNvSpPr/>
                        <p:nvPr/>
                      </p:nvSpPr>
                      <p:spPr>
                        <a:xfrm>
                          <a:off x="3089880" y="2286000"/>
                          <a:ext cx="335520" cy="21492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100" name="TextBox 485"/>
                        <p:cNvSpPr/>
                        <p:nvPr/>
                      </p:nvSpPr>
                      <p:spPr>
                        <a:xfrm>
                          <a:off x="3034800" y="2212920"/>
                          <a:ext cx="4215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1c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101" name="Group 464"/>
                    <p:cNvGrpSpPr/>
                    <p:nvPr/>
                  </p:nvGrpSpPr>
                  <p:grpSpPr>
                    <a:xfrm>
                      <a:off x="1335240" y="2207160"/>
                      <a:ext cx="532800" cy="363960"/>
                      <a:chOff x="1335240" y="2207160"/>
                      <a:chExt cx="532800" cy="363960"/>
                    </a:xfrm>
                  </p:grpSpPr>
                  <p:grpSp>
                    <p:nvGrpSpPr>
                      <p:cNvPr id="7102" name="Group 327"/>
                      <p:cNvGrpSpPr/>
                      <p:nvPr/>
                    </p:nvGrpSpPr>
                    <p:grpSpPr>
                      <a:xfrm>
                        <a:off x="1335240" y="2225520"/>
                        <a:ext cx="532800" cy="270720"/>
                        <a:chOff x="1335240" y="2225520"/>
                        <a:chExt cx="532800" cy="270720"/>
                      </a:xfrm>
                    </p:grpSpPr>
                    <p:sp>
                      <p:nvSpPr>
                        <p:cNvPr id="7103" name="Oval 473"/>
                        <p:cNvSpPr/>
                        <p:nvPr/>
                      </p:nvSpPr>
                      <p:spPr>
                        <a:xfrm flipV="1">
                          <a:off x="1336680" y="2297520"/>
                          <a:ext cx="531000" cy="198360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0"/>
                        </a:gra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104" name="Rectangle 474"/>
                        <p:cNvSpPr/>
                        <p:nvPr/>
                      </p:nvSpPr>
                      <p:spPr>
                        <a:xfrm>
                          <a:off x="1335240" y="2327400"/>
                          <a:ext cx="532440" cy="7020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262699"/>
                            </a:gs>
                            <a:gs pos="53000">
                              <a:srgbClr val="8585E0"/>
                            </a:gs>
                            <a:gs pos="100000">
                              <a:srgbClr val="262699"/>
                            </a:gs>
                          </a:gsLst>
                          <a:lin ang="10800000"/>
                        </a:gradFill>
                        <a:ln w="2540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5560" rIns="90000" bIns="2556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105" name="Oval 475"/>
                        <p:cNvSpPr/>
                        <p:nvPr/>
                      </p:nvSpPr>
                      <p:spPr>
                        <a:xfrm flipV="1">
                          <a:off x="1335240" y="2225160"/>
                          <a:ext cx="531000" cy="198360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106" name="Freeform 476"/>
                        <p:cNvSpPr/>
                        <p:nvPr/>
                      </p:nvSpPr>
                      <p:spPr>
                        <a:xfrm>
                          <a:off x="1471680" y="2286360"/>
                          <a:ext cx="258480" cy="98280"/>
                        </a:xfrm>
                        <a:custGeom>
                          <a:avLst/>
                          <a:gdLst>
                            <a:gd name="textAreaLeft" fmla="*/ 0 w 258480"/>
                            <a:gd name="textAreaRight" fmla="*/ 258840 w 258480"/>
                            <a:gd name="textAreaTop" fmla="*/ 0 h 98280"/>
                            <a:gd name="textAreaBottom" fmla="*/ 98640 h 98280"/>
                            <a:gd name="GluePoint1X" fmla="*/ 1537780 w 3076069"/>
                            <a:gd name="GluePoint1Y" fmla="*/ 750825 h 1321259"/>
                            <a:gd name="GluePoint2X" fmla="*/ 313981 w 3076069"/>
                            <a:gd name="GluePoint2Y" fmla="*/ 1321259 h 1321259"/>
                            <a:gd name="GluePoint3X" fmla="*/ 0 w 3076069"/>
                            <a:gd name="GluePoint3Y" fmla="*/ 1228607 h 1321259"/>
                            <a:gd name="GluePoint4X" fmla="*/ 962613 w 3076069"/>
                            <a:gd name="GluePoint4Y" fmla="*/ 837478 h 1321259"/>
                            <a:gd name="GluePoint5X" fmla="*/ 935005 w 3076069"/>
                            <a:gd name="GluePoint5Y" fmla="*/ 450949 h 1321259"/>
                            <a:gd name="GluePoint6X" fmla="*/ 212596 w 3076069"/>
                            <a:gd name="GluePoint6Y" fmla="*/ 119640 h 1321259"/>
                            <a:gd name="GluePoint7X" fmla="*/ 456466 w 3076069"/>
                            <a:gd name="GluePoint7Y" fmla="*/ 50617 h 1321259"/>
                            <a:gd name="GluePoint8X" fmla="*/ 1528577 w 3076069"/>
                            <a:gd name="GluePoint8Y" fmla="*/ 501566 h 1321259"/>
                            <a:gd name="GluePoint9X" fmla="*/ 2623695 w 3076069"/>
                            <a:gd name="GluePoint9Y" fmla="*/ 0 h 1321259"/>
                            <a:gd name="GluePoint10X" fmla="*/ 2927383 w 3076069"/>
                            <a:gd name="GluePoint10Y" fmla="*/ 96632 h 1321259"/>
                            <a:gd name="GluePoint11X" fmla="*/ 2131352 w 3076069"/>
                            <a:gd name="GluePoint11Y" fmla="*/ 432543 h 1321259"/>
                            <a:gd name="GluePoint12X" fmla="*/ 2292399 w 3076069"/>
                            <a:gd name="GluePoint12Y" fmla="*/ 920305 h 1321259"/>
                            <a:gd name="GluePoint13X" fmla="*/ 3076069 w 3076069"/>
                            <a:gd name="GluePoint13Y" fmla="*/ 1228607 h 1321259"/>
                            <a:gd name="GluePoint14X" fmla="*/ 2808172 w 3076069"/>
                            <a:gd name="GluePoint14Y" fmla="*/ 1316375 h 1321259"/>
                            <a:gd name="GluePoint15X" fmla="*/ 1537780 w 3076069"/>
                            <a:gd name="GluePoint15Y" fmla="*/ 750825 h 1321259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  <a:cxn ang="0">
                              <a:pos x="GluePoint12X" y="GluePoint12Y"/>
                            </a:cxn>
                            <a:cxn ang="0">
                              <a:pos x="GluePoint13X" y="GluePoint13Y"/>
                            </a:cxn>
                            <a:cxn ang="0">
                              <a:pos x="GluePoint14X" y="GluePoint14Y"/>
                            </a:cxn>
                            <a:cxn ang="0">
                              <a:pos x="GluePoint15X" y="GluePoint15Y"/>
                            </a:cxn>
                          </a:cxnLst>
                          <a:rect l="textAreaLeft" t="textAreaTop" r="textAreaRight" b="textAreaBottom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585E0"/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107" name="Freeform 477"/>
                        <p:cNvSpPr/>
                        <p:nvPr/>
                      </p:nvSpPr>
                      <p:spPr>
                        <a:xfrm>
                          <a:off x="1444680" y="2261160"/>
                          <a:ext cx="312480" cy="68760"/>
                        </a:xfrm>
                        <a:custGeom>
                          <a:avLst/>
                          <a:gdLst>
                            <a:gd name="textAreaLeft" fmla="*/ 0 w 312480"/>
                            <a:gd name="textAreaRight" fmla="*/ 312840 w 312480"/>
                            <a:gd name="textAreaTop" fmla="*/ 0 h 68760"/>
                            <a:gd name="textAreaBottom" fmla="*/ 69120 h 68760"/>
                            <a:gd name="GluePoint1X" fmla="*/ 0 w 3723451"/>
                            <a:gd name="GluePoint1Y" fmla="*/ 228246 h 932950"/>
                            <a:gd name="GluePoint2X" fmla="*/ 655168 w 3723451"/>
                            <a:gd name="GluePoint2Y" fmla="*/ 2690 h 932950"/>
                            <a:gd name="GluePoint3X" fmla="*/ 1855778 w 3723451"/>
                            <a:gd name="GluePoint3Y" fmla="*/ 520562 h 932950"/>
                            <a:gd name="GluePoint4X" fmla="*/ 3001174 w 3723451"/>
                            <a:gd name="GluePoint4Y" fmla="*/ 0 h 932950"/>
                            <a:gd name="GluePoint5X" fmla="*/ 3723451 w 3723451"/>
                            <a:gd name="GluePoint5Y" fmla="*/ 207149 h 932950"/>
                            <a:gd name="GluePoint6X" fmla="*/ 3186079 w 3723451"/>
                            <a:gd name="GluePoint6Y" fmla="*/ 461874 h 932950"/>
                            <a:gd name="GluePoint7X" fmla="*/ 3013067 w 3723451"/>
                            <a:gd name="GluePoint7Y" fmla="*/ 393200 h 932950"/>
                            <a:gd name="GluePoint8X" fmla="*/ 1876873 w 3723451"/>
                            <a:gd name="GluePoint8Y" fmla="*/ 932950 h 932950"/>
                            <a:gd name="GluePoint9X" fmla="*/ 711613 w 3723451"/>
                            <a:gd name="GluePoint9Y" fmla="*/ 413055 h 932950"/>
                            <a:gd name="GluePoint10X" fmla="*/ 523214 w 3723451"/>
                            <a:gd name="GluePoint10Y" fmla="*/ 469166 h 932950"/>
                            <a:gd name="GluePoint11X" fmla="*/ 0 w 3723451"/>
                            <a:gd name="GluePoint11Y" fmla="*/ 228246 h 932950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  <a:cxn ang="0">
                              <a:pos x="GluePoint6X" y="GluePoint6Y"/>
                            </a:cxn>
                            <a:cxn ang="0">
                              <a:pos x="GluePoint7X" y="GluePoint7Y"/>
                            </a:cxn>
                            <a:cxn ang="0">
                              <a:pos x="GluePoint8X" y="GluePoint8Y"/>
                            </a:cxn>
                            <a:cxn ang="0">
                              <a:pos x="GluePoint9X" y="GluePoint9Y"/>
                            </a:cxn>
                            <a:cxn ang="0">
                              <a:pos x="GluePoint10X" y="GluePoint10Y"/>
                            </a:cxn>
                            <a:cxn ang="0">
                              <a:pos x="GluePoint11X" y="GluePoint11Y"/>
                            </a:cxn>
                          </a:cxnLst>
                          <a:rect l="textAreaLeft" t="textAreaTop" r="textAreaRight" b="textAreaBottom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24120" rIns="90000" bIns="2412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108" name="Freeform 478"/>
                        <p:cNvSpPr/>
                        <p:nvPr/>
                      </p:nvSpPr>
                      <p:spPr>
                        <a:xfrm>
                          <a:off x="1649520" y="2320200"/>
                          <a:ext cx="114840" cy="60120"/>
                        </a:xfrm>
                        <a:custGeom>
                          <a:avLst/>
                          <a:gdLst>
                            <a:gd name="textAreaLeft" fmla="*/ 0 w 114840"/>
                            <a:gd name="textAreaRight" fmla="*/ 115200 w 114840"/>
                            <a:gd name="textAreaTop" fmla="*/ 0 h 60120"/>
                            <a:gd name="textAreaBottom" fmla="*/ 60480 h 60120"/>
                            <a:gd name="GluePoint1X" fmla="*/ 0 w 1366596"/>
                            <a:gd name="GluePoint1Y" fmla="*/ 0 h 809868"/>
                            <a:gd name="GluePoint2X" fmla="*/ 1366596 w 1366596"/>
                            <a:gd name="GluePoint2Y" fmla="*/ 625807 h 809868"/>
                            <a:gd name="GluePoint3X" fmla="*/ 865050 w 1366596"/>
                            <a:gd name="GluePoint3Y" fmla="*/ 809868 h 809868"/>
                            <a:gd name="GluePoint4X" fmla="*/ 4601 w 1366596"/>
                            <a:gd name="GluePoint4Y" fmla="*/ 427942 h 809868"/>
                            <a:gd name="GluePoint5X" fmla="*/ 0 w 1366596"/>
                            <a:gd name="GluePoint5Y" fmla="*/ 0 h 809868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5480" rIns="90000" bIns="1548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109" name="Freeform 479"/>
                        <p:cNvSpPr/>
                        <p:nvPr/>
                      </p:nvSpPr>
                      <p:spPr>
                        <a:xfrm>
                          <a:off x="1438560" y="2321640"/>
                          <a:ext cx="113400" cy="58680"/>
                        </a:xfrm>
                        <a:custGeom>
                          <a:avLst/>
                          <a:gdLst>
                            <a:gd name="textAreaLeft" fmla="*/ 0 w 113400"/>
                            <a:gd name="textAreaRight" fmla="*/ 113760 w 113400"/>
                            <a:gd name="textAreaTop" fmla="*/ 0 h 58680"/>
                            <a:gd name="textAreaBottom" fmla="*/ 59040 h 58680"/>
                            <a:gd name="GluePoint1X" fmla="*/ 1329786 w 1348191"/>
                            <a:gd name="GluePoint1Y" fmla="*/ 0 h 791462"/>
                            <a:gd name="GluePoint2X" fmla="*/ 1348191 w 1348191"/>
                            <a:gd name="GluePoint2Y" fmla="*/ 381926 h 791462"/>
                            <a:gd name="GluePoint3X" fmla="*/ 487742 w 1348191"/>
                            <a:gd name="GluePoint3Y" fmla="*/ 791462 h 791462"/>
                            <a:gd name="GluePoint4X" fmla="*/ 0 w 1348191"/>
                            <a:gd name="GluePoint4Y" fmla="*/ 612002 h 791462"/>
                            <a:gd name="GluePoint5X" fmla="*/ 1329786 w 1348191"/>
                            <a:gd name="GluePoint5Y" fmla="*/ 0 h 791462"/>
                          </a:gdLst>
                          <a:ahLst/>
                          <a:cxnLst>
                            <a:cxn ang="0">
                              <a:pos x="GluePoint1X" y="GluePoint1Y"/>
                            </a:cxn>
                            <a:cxn ang="0">
                              <a:pos x="GluePoint2X" y="GluePoint2Y"/>
                            </a:cxn>
                            <a:cxn ang="0">
                              <a:pos x="GluePoint3X" y="GluePoint3Y"/>
                            </a:cxn>
                            <a:cxn ang="0">
                              <a:pos x="GluePoint4X" y="GluePoint4Y"/>
                            </a:cxn>
                            <a:cxn ang="0">
                              <a:pos x="GluePoint5X" y="GluePoint5Y"/>
                            </a:cxn>
                          </a:cxnLst>
                          <a:rect l="textAreaLeft" t="textAreaTop" r="textAreaRight" b="textAreaBottom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 w="9525">
                          <a:noFill/>
                        </a:ln>
                        <a:effectLst>
                          <a:outerShdw blurRad="39960" dir="5400000" dist="2304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14040" rIns="90000" bIns="1404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cxnSp>
                      <p:nvCxnSpPr>
                        <p:cNvPr id="7110" name="Straight Connector 480"/>
                        <p:cNvCxnSpPr/>
                        <p:nvPr/>
                      </p:nvCxnSpPr>
                      <p:spPr>
                        <a:xfrm flipH="1" flipV="1">
                          <a:off x="1335240" y="2324520"/>
                          <a:ext cx="1800" cy="766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  <p:cxnSp>
                      <p:nvCxnSpPr>
                        <p:cNvPr id="7111" name="Straight Connector 481"/>
                        <p:cNvCxnSpPr/>
                        <p:nvPr/>
                      </p:nvCxnSpPr>
                      <p:spPr>
                        <a:xfrm flipH="1" flipV="1">
                          <a:off x="1866240" y="2323080"/>
                          <a:ext cx="2160" cy="76680"/>
                        </a:xfrm>
                        <a:prstGeom prst="straightConnector1">
                          <a:avLst/>
                        </a:prstGeom>
                        <a:ln w="6350">
                          <a:solidFill>
                            <a:srgbClr val="000000"/>
                          </a:solidFill>
                          <a:round/>
                        </a:ln>
                      </p:spPr>
                    </p:cxnSp>
                  </p:grpSp>
                  <p:grpSp>
                    <p:nvGrpSpPr>
                      <p:cNvPr id="7112" name="Group 470"/>
                      <p:cNvGrpSpPr/>
                      <p:nvPr/>
                    </p:nvGrpSpPr>
                    <p:grpSpPr>
                      <a:xfrm>
                        <a:off x="1367640" y="2207160"/>
                        <a:ext cx="434160" cy="363960"/>
                        <a:chOff x="1367640" y="2207160"/>
                        <a:chExt cx="434160" cy="363960"/>
                      </a:xfrm>
                    </p:grpSpPr>
                    <p:sp>
                      <p:nvSpPr>
                        <p:cNvPr id="7113" name="Oval 471"/>
                        <p:cNvSpPr/>
                        <p:nvPr/>
                      </p:nvSpPr>
                      <p:spPr>
                        <a:xfrm>
                          <a:off x="1422720" y="2279880"/>
                          <a:ext cx="335520" cy="214920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p>
                          <a:endParaRPr lang="en-US" sz="1800" b="0" u="none" strike="noStrike">
                            <a:solidFill>
                              <a:srgbClr val="FFFFFF"/>
                            </a:solidFill>
                            <a:effectLst/>
                            <a:uFillTx/>
                            <a:latin typeface="Gill Sans MT"/>
                          </a:endParaRPr>
                        </a:p>
                      </p:txBody>
                    </p:sp>
                    <p:sp>
                      <p:nvSpPr>
                        <p:cNvPr id="7114" name="TextBox 472"/>
                        <p:cNvSpPr/>
                        <p:nvPr/>
                      </p:nvSpPr>
                      <p:spPr>
                        <a:xfrm>
                          <a:off x="1367640" y="2207160"/>
                          <a:ext cx="434160" cy="363960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wrap="none" lIns="90000" tIns="45000" rIns="90000" bIns="45000" anchor="t">
                          <a:spAutoFit/>
                        </a:bodyPr>
                        <a:p>
                          <a:pPr defTabSz="914400">
                            <a:lnSpc>
                              <a:spcPct val="100000"/>
                            </a:lnSpc>
                            <a:tabLst>
                              <a:tab pos="0" algn="l"/>
                            </a:tabLst>
                          </a:pPr>
                          <a:r>
                            <a: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  <a:ea typeface="ＭＳ Ｐゴシック"/>
                            </a:rPr>
                            <a:t>1a</a:t>
                          </a:r>
                          <a:endParaRPr lang="en-US" sz="1800" b="0" u="none" strike="noStrik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7115" name="Straight Connector 465"/>
                    <p:cNvCxnSpPr/>
                    <p:nvPr/>
                  </p:nvCxnSpPr>
                  <p:spPr>
                    <a:xfrm>
                      <a:off x="2640960" y="1906200"/>
                      <a:ext cx="453240" cy="34344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7116" name="Straight Connector 466"/>
                    <p:cNvCxnSpPr/>
                    <p:nvPr/>
                  </p:nvCxnSpPr>
                  <p:spPr>
                    <a:xfrm>
                      <a:off x="1775160" y="2492280"/>
                      <a:ext cx="450720" cy="33120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7117" name="Straight Connector 467"/>
                    <p:cNvCxnSpPr/>
                    <p:nvPr/>
                  </p:nvCxnSpPr>
                  <p:spPr>
                    <a:xfrm flipH="1">
                      <a:off x="2619720" y="2489400"/>
                      <a:ext cx="479160" cy="32436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7118" name="Straight Connector 468"/>
                    <p:cNvCxnSpPr/>
                    <p:nvPr/>
                  </p:nvCxnSpPr>
                  <p:spPr>
                    <a:xfrm flipH="1">
                      <a:off x="1763280" y="1917720"/>
                      <a:ext cx="479160" cy="324360"/>
                    </a:xfrm>
                    <a:prstGeom prst="straightConnector1">
                      <a:avLst/>
                    </a:prstGeom>
                    <a:ln w="190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</p:grpSp>
            <p:sp>
              <p:nvSpPr>
                <p:cNvPr id="7119" name="TextBox 457"/>
                <p:cNvSpPr/>
                <p:nvPr/>
              </p:nvSpPr>
              <p:spPr>
                <a:xfrm>
                  <a:off x="1117440" y="1616760"/>
                  <a:ext cx="75312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lang="en-US" sz="2000" b="0" u="none" strike="noStrike">
                      <a:solidFill>
                        <a:srgbClr val="00009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AS 1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7120" name="Straight Connector 458"/>
                <p:cNvCxnSpPr/>
                <p:nvPr/>
              </p:nvCxnSpPr>
              <p:spPr>
                <a:xfrm flipH="1" flipV="1">
                  <a:off x="3535200" y="2394000"/>
                  <a:ext cx="1031040" cy="699480"/>
                </a:xfrm>
                <a:prstGeom prst="straightConnector1">
                  <a:avLst/>
                </a:prstGeom>
                <a:ln w="38100">
                  <a:solidFill>
                    <a:srgbClr val="000000"/>
                  </a:solidFill>
                  <a:round/>
                </a:ln>
              </p:spPr>
            </p:cxnSp>
          </p:grpSp>
          <p:cxnSp>
            <p:nvCxnSpPr>
              <p:cNvPr id="7121" name="Straight Connector 521"/>
              <p:cNvCxnSpPr/>
              <p:nvPr/>
            </p:nvCxnSpPr>
            <p:spPr>
              <a:xfrm flipV="1">
                <a:off x="6644520" y="1912680"/>
                <a:ext cx="1398960" cy="1063440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7122" name="Group 522"/>
            <p:cNvGrpSpPr/>
            <p:nvPr/>
          </p:nvGrpSpPr>
          <p:grpSpPr>
            <a:xfrm>
              <a:off x="9212760" y="2179440"/>
              <a:ext cx="1701360" cy="615960"/>
              <a:chOff x="9212760" y="2179440"/>
              <a:chExt cx="1701360" cy="615960"/>
            </a:xfrm>
          </p:grpSpPr>
          <p:grpSp>
            <p:nvGrpSpPr>
              <p:cNvPr id="7123" name="Group 523"/>
              <p:cNvGrpSpPr/>
              <p:nvPr/>
            </p:nvGrpSpPr>
            <p:grpSpPr>
              <a:xfrm>
                <a:off x="9212760" y="2179440"/>
                <a:ext cx="1701360" cy="615960"/>
                <a:chOff x="9212760" y="2179440"/>
                <a:chExt cx="1701360" cy="615960"/>
              </a:xfrm>
            </p:grpSpPr>
            <p:sp>
              <p:nvSpPr>
                <p:cNvPr id="7124" name="Freeform 2"/>
                <p:cNvSpPr/>
                <p:nvPr/>
              </p:nvSpPr>
              <p:spPr>
                <a:xfrm>
                  <a:off x="9212760" y="2179440"/>
                  <a:ext cx="1701360" cy="615960"/>
                </a:xfrm>
                <a:custGeom>
                  <a:avLst/>
                  <a:gdLst>
                    <a:gd name="textAreaLeft" fmla="*/ 0 w 1701360"/>
                    <a:gd name="textAreaRight" fmla="*/ 1701720 w 1701360"/>
                    <a:gd name="textAreaTop" fmla="*/ 0 h 615960"/>
                    <a:gd name="textAreaBottom" fmla="*/ 616320 h 615960"/>
                    <a:gd name="GluePoint1X" fmla="*/ 40 w 11293"/>
                    <a:gd name="GluePoint1Y" fmla="*/ 9082 h 11127"/>
                    <a:gd name="GluePoint2X" fmla="*/ 4577 w 11293"/>
                    <a:gd name="GluePoint2Y" fmla="*/ 470 h 11127"/>
                    <a:gd name="GluePoint3X" fmla="*/ 7822 w 11293"/>
                    <a:gd name="GluePoint3Y" fmla="*/ 1336 h 11127"/>
                    <a:gd name="GluePoint4X" fmla="*/ 10740 w 11293"/>
                    <a:gd name="GluePoint4Y" fmla="*/ 3004 h 11127"/>
                    <a:gd name="GluePoint5X" fmla="*/ 11102 w 11293"/>
                    <a:gd name="GluePoint5Y" fmla="*/ 7683 h 11127"/>
                    <a:gd name="GluePoint6X" fmla="*/ 8541 w 11293"/>
                    <a:gd name="GluePoint6Y" fmla="*/ 11085 h 11127"/>
                    <a:gd name="GluePoint7X" fmla="*/ 2705 w 11293"/>
                    <a:gd name="GluePoint7Y" fmla="*/ 9564 h 11127"/>
                    <a:gd name="GluePoint8X" fmla="*/ 40 w 11293"/>
                    <a:gd name="GluePoint8Y" fmla="*/ 9082 h 1112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</a:cxnLst>
                  <a:rect l="textAreaLeft" t="textAreaTop" r="textAreaRight" b="textAreaBottom"/>
                  <a:pathLst>
                    <a:path w="11293" h="11127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7125" name="Group 327"/>
                <p:cNvGrpSpPr/>
                <p:nvPr/>
              </p:nvGrpSpPr>
              <p:grpSpPr>
                <a:xfrm>
                  <a:off x="10312200" y="2312280"/>
                  <a:ext cx="536760" cy="263160"/>
                  <a:chOff x="10312200" y="2312280"/>
                  <a:chExt cx="536760" cy="263160"/>
                </a:xfrm>
              </p:grpSpPr>
              <p:sp>
                <p:nvSpPr>
                  <p:cNvPr id="7126" name="Oval 530"/>
                  <p:cNvSpPr/>
                  <p:nvPr/>
                </p:nvSpPr>
                <p:spPr>
                  <a:xfrm flipV="1">
                    <a:off x="10314000" y="2382480"/>
                    <a:ext cx="534600" cy="1929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/>
                  </a:gra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7127" name="Rectangle 531"/>
                  <p:cNvSpPr/>
                  <p:nvPr/>
                </p:nvSpPr>
                <p:spPr>
                  <a:xfrm>
                    <a:off x="10312560" y="2411280"/>
                    <a:ext cx="536040" cy="684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108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3760" rIns="90000" bIns="237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7128" name="Oval 532"/>
                  <p:cNvSpPr/>
                  <p:nvPr/>
                </p:nvSpPr>
                <p:spPr>
                  <a:xfrm flipV="1">
                    <a:off x="10312560" y="2312280"/>
                    <a:ext cx="534600" cy="19296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7129" name="Freeform 533"/>
                  <p:cNvSpPr/>
                  <p:nvPr/>
                </p:nvSpPr>
                <p:spPr>
                  <a:xfrm>
                    <a:off x="10449720" y="2371320"/>
                    <a:ext cx="260280" cy="95760"/>
                  </a:xfrm>
                  <a:custGeom>
                    <a:avLst/>
                    <a:gdLst>
                      <a:gd name="textAreaLeft" fmla="*/ 0 w 260280"/>
                      <a:gd name="textAreaRight" fmla="*/ 260640 w 260280"/>
                      <a:gd name="textAreaTop" fmla="*/ 0 h 95760"/>
                      <a:gd name="textAreaBottom" fmla="*/ 96120 h 9576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7130" name="Freeform 534"/>
                  <p:cNvSpPr/>
                  <p:nvPr/>
                </p:nvSpPr>
                <p:spPr>
                  <a:xfrm>
                    <a:off x="10422360" y="2346840"/>
                    <a:ext cx="314640" cy="66960"/>
                  </a:xfrm>
                  <a:custGeom>
                    <a:avLst/>
                    <a:gdLst>
                      <a:gd name="textAreaLeft" fmla="*/ 0 w 314640"/>
                      <a:gd name="textAreaRight" fmla="*/ 315000 w 314640"/>
                      <a:gd name="textAreaTop" fmla="*/ 0 h 66960"/>
                      <a:gd name="textAreaBottom" fmla="*/ 67320 h 669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2320" rIns="90000" bIns="223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7131" name="Freeform 535"/>
                  <p:cNvSpPr/>
                  <p:nvPr/>
                </p:nvSpPr>
                <p:spPr>
                  <a:xfrm>
                    <a:off x="10629000" y="2404080"/>
                    <a:ext cx="115560" cy="58320"/>
                  </a:xfrm>
                  <a:custGeom>
                    <a:avLst/>
                    <a:gdLst>
                      <a:gd name="textAreaLeft" fmla="*/ 0 w 115560"/>
                      <a:gd name="textAreaRight" fmla="*/ 115920 w 115560"/>
                      <a:gd name="textAreaTop" fmla="*/ 0 h 58320"/>
                      <a:gd name="textAreaBottom" fmla="*/ 58680 h 5832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3680" rIns="90000" bIns="136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7132" name="Freeform 536"/>
                  <p:cNvSpPr/>
                  <p:nvPr/>
                </p:nvSpPr>
                <p:spPr>
                  <a:xfrm>
                    <a:off x="10416600" y="2405520"/>
                    <a:ext cx="114120" cy="56880"/>
                  </a:xfrm>
                  <a:custGeom>
                    <a:avLst/>
                    <a:gdLst>
                      <a:gd name="textAreaLeft" fmla="*/ 0 w 114120"/>
                      <a:gd name="textAreaRight" fmla="*/ 114480 w 114120"/>
                      <a:gd name="textAreaTop" fmla="*/ 0 h 56880"/>
                      <a:gd name="textAreaBottom" fmla="*/ 57240 h 5688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2240" rIns="90000" bIns="1224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7133" name="Straight Connector 537"/>
                  <p:cNvCxnSpPr/>
                  <p:nvPr/>
                </p:nvCxnSpPr>
                <p:spPr>
                  <a:xfrm flipH="1" flipV="1">
                    <a:off x="10312200" y="2408400"/>
                    <a:ext cx="1800" cy="7452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7134" name="Straight Connector 538"/>
                  <p:cNvCxnSpPr/>
                  <p:nvPr/>
                </p:nvCxnSpPr>
                <p:spPr>
                  <a:xfrm flipH="1" flipV="1">
                    <a:off x="10847520" y="2406960"/>
                    <a:ext cx="1800" cy="7452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grpSp>
              <p:nvGrpSpPr>
                <p:cNvPr id="7135" name="Group 527"/>
                <p:cNvGrpSpPr/>
                <p:nvPr/>
              </p:nvGrpSpPr>
              <p:grpSpPr>
                <a:xfrm>
                  <a:off x="10283760" y="2293920"/>
                  <a:ext cx="460440" cy="364680"/>
                  <a:chOff x="10283760" y="2293920"/>
                  <a:chExt cx="460440" cy="364680"/>
                </a:xfrm>
              </p:grpSpPr>
              <p:sp>
                <p:nvSpPr>
                  <p:cNvPr id="7136" name="Oval 528"/>
                  <p:cNvSpPr/>
                  <p:nvPr/>
                </p:nvSpPr>
                <p:spPr>
                  <a:xfrm>
                    <a:off x="10400400" y="2364840"/>
                    <a:ext cx="338040" cy="20880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7137" name="TextBox 529"/>
                  <p:cNvSpPr/>
                  <p:nvPr/>
                </p:nvSpPr>
                <p:spPr>
                  <a:xfrm>
                    <a:off x="10283760" y="2293920"/>
                    <a:ext cx="460440" cy="364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  X</a:t>
                    </a: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cxnSp>
            <p:nvCxnSpPr>
              <p:cNvPr id="7138" name="Straight Connector 524"/>
              <p:cNvCxnSpPr/>
              <p:nvPr/>
            </p:nvCxnSpPr>
            <p:spPr>
              <a:xfrm flipH="1">
                <a:off x="9435600" y="2460960"/>
                <a:ext cx="870120" cy="1044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</a:ln>
            </p:spPr>
          </p:cxnSp>
        </p:grpSp>
      </p:grpSp>
      <p:sp>
        <p:nvSpPr>
          <p:cNvPr id="7139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BGP path advertisement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7140" name="PlaceHolder 2"/>
          <p:cNvSpPr>
            <a:spLocks noGrp="1"/>
          </p:cNvSpPr>
          <p:nvPr>
            <p:ph type="sldNum" idx="6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5233433-C987-4D6F-AD0F-0AD97D4B5BB9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67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1" name="Rectangle 4"/>
          <p:cNvSpPr/>
          <p:nvPr/>
        </p:nvSpPr>
        <p:spPr>
          <a:xfrm>
            <a:off x="825840" y="4752000"/>
            <a:ext cx="1067292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93760" indent="-293760" defTabSz="914400">
              <a:lnSpc>
                <a:spcPct val="100000"/>
              </a:lnSpc>
              <a:spcBef>
                <a:spcPts val="6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based on AS2 policy, AS2 router 2c accepts path AS3,X, propagates (via iBGP) to all AS2 routers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42" name="Group 230"/>
          <p:cNvGrpSpPr/>
          <p:nvPr/>
        </p:nvGrpSpPr>
        <p:grpSpPr>
          <a:xfrm>
            <a:off x="2993400" y="2473560"/>
            <a:ext cx="1274760" cy="818280"/>
            <a:chOff x="2993400" y="2473560"/>
            <a:chExt cx="1274760" cy="818280"/>
          </a:xfrm>
        </p:grpSpPr>
        <p:sp>
          <p:nvSpPr>
            <p:cNvPr id="7143" name="Text Box 119"/>
            <p:cNvSpPr/>
            <p:nvPr/>
          </p:nvSpPr>
          <p:spPr>
            <a:xfrm>
              <a:off x="2993400" y="2994480"/>
              <a:ext cx="1251000" cy="29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</a:pPr>
              <a:r>
                <a:rPr lang="en-US" sz="16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AS2,AS3,X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4" name="AutoShape 118"/>
            <p:cNvSpPr/>
            <p:nvPr/>
          </p:nvSpPr>
          <p:spPr>
            <a:xfrm rot="1968000">
              <a:off x="3486600" y="2659320"/>
              <a:ext cx="767880" cy="27576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96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145" name="Rectangle 4"/>
          <p:cNvSpPr/>
          <p:nvPr/>
        </p:nvSpPr>
        <p:spPr>
          <a:xfrm>
            <a:off x="853920" y="4164480"/>
            <a:ext cx="11145600" cy="8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ct val="100000"/>
              </a:lnSpc>
              <a:spcBef>
                <a:spcPts val="60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AS2 router 2c receives path advertisement </a:t>
            </a:r>
            <a:r>
              <a:rPr lang="en-US" sz="24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AS3,X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(via eBGP) from AS3 router 3a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6" name="Rectangle 4"/>
          <p:cNvSpPr/>
          <p:nvPr/>
        </p:nvSpPr>
        <p:spPr>
          <a:xfrm>
            <a:off x="837360" y="5526000"/>
            <a:ext cx="1051092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ct val="100000"/>
              </a:lnSpc>
              <a:spcBef>
                <a:spcPts val="60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based on AS2 policy,  AS2 router 2a advertises (via eBGP)  path </a:t>
            </a:r>
            <a:r>
              <a:rPr lang="en-US" sz="24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AS2, AS3, X 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to AS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router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47" name="Group 235"/>
          <p:cNvGrpSpPr/>
          <p:nvPr/>
        </p:nvGrpSpPr>
        <p:grpSpPr>
          <a:xfrm>
            <a:off x="5078880" y="2657880"/>
            <a:ext cx="1118880" cy="826200"/>
            <a:chOff x="5078880" y="2657880"/>
            <a:chExt cx="1118880" cy="826200"/>
          </a:xfrm>
        </p:grpSpPr>
        <p:cxnSp>
          <p:nvCxnSpPr>
            <p:cNvPr id="7148" name="Straight Arrow Connector 236"/>
            <p:cNvCxnSpPr/>
            <p:nvPr/>
          </p:nvCxnSpPr>
          <p:spPr>
            <a:xfrm flipH="1" flipV="1">
              <a:off x="5796000" y="2657880"/>
              <a:ext cx="402120" cy="30240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7149" name="Straight Arrow Connector 237"/>
            <p:cNvCxnSpPr/>
            <p:nvPr/>
          </p:nvCxnSpPr>
          <p:spPr>
            <a:xfrm flipH="1" flipV="1">
              <a:off x="5078880" y="3029040"/>
              <a:ext cx="1059840" cy="147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7150" name="Straight Arrow Connector 238"/>
            <p:cNvCxnSpPr/>
            <p:nvPr/>
          </p:nvCxnSpPr>
          <p:spPr>
            <a:xfrm flipH="1">
              <a:off x="5775480" y="3181680"/>
              <a:ext cx="402120" cy="3027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tailEnd len="med" type="triangle" w="med"/>
            </a:ln>
          </p:spPr>
        </p:cxnSp>
      </p:grpSp>
      <p:grpSp>
        <p:nvGrpSpPr>
          <p:cNvPr id="7151" name="Group 117"/>
          <p:cNvGrpSpPr/>
          <p:nvPr/>
        </p:nvGrpSpPr>
        <p:grpSpPr>
          <a:xfrm>
            <a:off x="7037640" y="2400480"/>
            <a:ext cx="1291320" cy="680400"/>
            <a:chOff x="7037640" y="2400480"/>
            <a:chExt cx="1291320" cy="680400"/>
          </a:xfrm>
        </p:grpSpPr>
        <p:sp>
          <p:nvSpPr>
            <p:cNvPr id="7152" name="AutoShape 118"/>
            <p:cNvSpPr/>
            <p:nvPr/>
          </p:nvSpPr>
          <p:spPr>
            <a:xfrm rot="19396800">
              <a:off x="7038720" y="2604240"/>
              <a:ext cx="767880" cy="25848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939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3" name="Text Box 119"/>
            <p:cNvSpPr/>
            <p:nvPr/>
          </p:nvSpPr>
          <p:spPr>
            <a:xfrm>
              <a:off x="7378560" y="2783520"/>
              <a:ext cx="950400" cy="29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600" b="0" i="1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ＭＳ Ｐゴシック"/>
                </a:rPr>
                <a:t>AS3, X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940" dur="indefinite" restart="never" nodeType="tmRoot">
          <p:childTnLst>
            <p:seq>
              <p:cTn id="1941" dur="indefinite" nodeType="mainSeq">
                <p:childTnLst>
                  <p:par>
                    <p:cTn id="1942" fill="hold">
                      <p:stCondLst>
                        <p:cond delay="0"/>
                      </p:stCondLst>
                      <p:childTnLst>
                        <p:par>
                          <p:cTn id="1943" fill="hold">
                            <p:stCondLst>
                              <p:cond delay="0"/>
                            </p:stCondLst>
                            <p:childTnLst>
                              <p:par>
                                <p:cTn id="194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46" dur="1000"/>
                                        <p:tgtEl>
                                          <p:spTgt spid="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948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50" dur="1000"/>
                                        <p:tgtEl>
                                          <p:spTgt spid="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1" fill="hold">
                      <p:stCondLst>
                        <p:cond delay="indefinite"/>
                      </p:stCondLst>
                      <p:childTnLst>
                        <p:par>
                          <p:cTn id="1952" fill="hold">
                            <p:stCondLst>
                              <p:cond delay="0"/>
                            </p:stCondLst>
                            <p:childTnLst>
                              <p:par>
                                <p:cTn id="1953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55" dur="1000"/>
                                        <p:tgtEl>
                                          <p:spTgt spid="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58" dur="500"/>
                                        <p:tgtEl>
                                          <p:spTgt spid="7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9" fill="hold">
                      <p:stCondLst>
                        <p:cond delay="indefinite"/>
                      </p:stCondLst>
                      <p:childTnLst>
                        <p:par>
                          <p:cTn id="1960" fill="hold">
                            <p:stCondLst>
                              <p:cond delay="0"/>
                            </p:stCondLst>
                            <p:childTnLst>
                              <p:par>
                                <p:cTn id="1961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63" dur="1000"/>
                                        <p:tgtEl>
                                          <p:spTgt spid="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66" dur="500"/>
                                        <p:tgtEl>
                                          <p:spTgt spid="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4" name="PlaceHolder 1"/>
          <p:cNvSpPr>
            <a:spLocks noGrp="1"/>
          </p:cNvSpPr>
          <p:nvPr>
            <p:ph type="sldNum" idx="6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84D02AE8-2B60-4051-9262-5C9B4F1CA430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68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155" name="Group 230"/>
          <p:cNvGrpSpPr/>
          <p:nvPr/>
        </p:nvGrpSpPr>
        <p:grpSpPr>
          <a:xfrm>
            <a:off x="2993400" y="2473560"/>
            <a:ext cx="1274760" cy="818280"/>
            <a:chOff x="2993400" y="2473560"/>
            <a:chExt cx="1274760" cy="818280"/>
          </a:xfrm>
        </p:grpSpPr>
        <p:sp>
          <p:nvSpPr>
            <p:cNvPr id="7156" name="Text Box 119"/>
            <p:cNvSpPr/>
            <p:nvPr/>
          </p:nvSpPr>
          <p:spPr>
            <a:xfrm>
              <a:off x="2993400" y="2994480"/>
              <a:ext cx="1251000" cy="29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</a:pPr>
              <a:r>
                <a:rPr lang="en-US" sz="1600" b="0" i="1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ＭＳ Ｐゴシック"/>
                </a:rPr>
                <a:t>AS2,AS3,X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7" name="AutoShape 118"/>
            <p:cNvSpPr/>
            <p:nvPr/>
          </p:nvSpPr>
          <p:spPr>
            <a:xfrm rot="1968000">
              <a:off x="3486600" y="2659320"/>
              <a:ext cx="767880" cy="27576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96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158" name="Rectangle 4"/>
          <p:cNvSpPr/>
          <p:nvPr/>
        </p:nvSpPr>
        <p:spPr>
          <a:xfrm>
            <a:off x="1364760" y="4805640"/>
            <a:ext cx="850536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93760" indent="-293760" defTabSz="914400">
              <a:lnSpc>
                <a:spcPts val="214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gateway router 1c learns path </a:t>
            </a:r>
            <a:r>
              <a:rPr lang="en-US" sz="24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AS2,AS3,X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from 2a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9" name="Rectangle 4"/>
          <p:cNvSpPr/>
          <p:nvPr/>
        </p:nvSpPr>
        <p:spPr>
          <a:xfrm>
            <a:off x="1141920" y="4352400"/>
            <a:ext cx="991800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ts val="214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gateway router may learn about </a:t>
            </a:r>
            <a:r>
              <a:rPr lang="en-US" sz="2800" b="0" u="none" strike="noStrike">
                <a:solidFill>
                  <a:srgbClr val="000090"/>
                </a:solidFill>
                <a:effectLst/>
                <a:uFillTx/>
                <a:latin typeface="Calibri"/>
                <a:ea typeface="ＭＳ Ｐゴシック"/>
              </a:rPr>
              <a:t>multiple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paths to destination: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60" name="Group 241"/>
          <p:cNvGrpSpPr/>
          <p:nvPr/>
        </p:nvGrpSpPr>
        <p:grpSpPr>
          <a:xfrm>
            <a:off x="1970640" y="1952280"/>
            <a:ext cx="1118880" cy="826200"/>
            <a:chOff x="1970640" y="1952280"/>
            <a:chExt cx="1118880" cy="826200"/>
          </a:xfrm>
        </p:grpSpPr>
        <p:cxnSp>
          <p:nvCxnSpPr>
            <p:cNvPr id="7161" name="Straight Arrow Connector 242"/>
            <p:cNvCxnSpPr/>
            <p:nvPr/>
          </p:nvCxnSpPr>
          <p:spPr>
            <a:xfrm flipH="1" flipV="1">
              <a:off x="2687760" y="1952280"/>
              <a:ext cx="402120" cy="3027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7162" name="Straight Arrow Connector 243"/>
            <p:cNvCxnSpPr/>
            <p:nvPr/>
          </p:nvCxnSpPr>
          <p:spPr>
            <a:xfrm flipH="1" flipV="1">
              <a:off x="1970640" y="2323800"/>
              <a:ext cx="1060200" cy="1440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7163" name="Straight Arrow Connector 244"/>
            <p:cNvCxnSpPr/>
            <p:nvPr/>
          </p:nvCxnSpPr>
          <p:spPr>
            <a:xfrm flipH="1">
              <a:off x="2667600" y="2476080"/>
              <a:ext cx="402120" cy="3027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tailEnd len="med" type="triangle" w="med"/>
            </a:ln>
          </p:spPr>
        </p:cxnSp>
      </p:grpSp>
      <p:grpSp>
        <p:nvGrpSpPr>
          <p:cNvPr id="7164" name="Group 245"/>
          <p:cNvGrpSpPr/>
          <p:nvPr/>
        </p:nvGrpSpPr>
        <p:grpSpPr>
          <a:xfrm>
            <a:off x="3743640" y="1671480"/>
            <a:ext cx="941400" cy="614880"/>
            <a:chOff x="3743640" y="1671480"/>
            <a:chExt cx="941400" cy="614880"/>
          </a:xfrm>
        </p:grpSpPr>
        <p:sp>
          <p:nvSpPr>
            <p:cNvPr id="7165" name="AutoShape 118"/>
            <p:cNvSpPr/>
            <p:nvPr/>
          </p:nvSpPr>
          <p:spPr>
            <a:xfrm rot="21210600">
              <a:off x="3903840" y="1967760"/>
              <a:ext cx="767880" cy="27576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2121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166" name="TextBox 247"/>
            <p:cNvSpPr/>
            <p:nvPr/>
          </p:nvSpPr>
          <p:spPr>
            <a:xfrm>
              <a:off x="3743640" y="1671480"/>
              <a:ext cx="75528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i="1" u="none" strike="noStrike">
                  <a:solidFill>
                    <a:srgbClr val="C00000"/>
                  </a:solidFill>
                  <a:effectLst/>
                  <a:uFillTx/>
                  <a:latin typeface="Arial"/>
                </a:rPr>
                <a:t>AS3,X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67" name="Rectangle 4"/>
          <p:cNvSpPr/>
          <p:nvPr/>
        </p:nvSpPr>
        <p:spPr>
          <a:xfrm>
            <a:off x="1399680" y="5222880"/>
            <a:ext cx="850536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ts val="214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gateway router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1c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learns path </a:t>
            </a:r>
            <a:r>
              <a:rPr lang="en-US" sz="2400" b="0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AS3,X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from 3a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400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8" name="Rectangle 4"/>
          <p:cNvSpPr/>
          <p:nvPr/>
        </p:nvSpPr>
        <p:spPr>
          <a:xfrm>
            <a:off x="1415520" y="5540400"/>
            <a:ext cx="105213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ct val="100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based on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policy,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gateway router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1c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chooses path </a:t>
            </a:r>
            <a:r>
              <a:rPr lang="en-US" sz="2400" b="0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AS3,X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and advertises path within AS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via iBGP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69" name="Group 117"/>
          <p:cNvGrpSpPr/>
          <p:nvPr/>
        </p:nvGrpSpPr>
        <p:grpSpPr>
          <a:xfrm>
            <a:off x="7037640" y="2400480"/>
            <a:ext cx="1291320" cy="680400"/>
            <a:chOff x="7037640" y="2400480"/>
            <a:chExt cx="1291320" cy="680400"/>
          </a:xfrm>
        </p:grpSpPr>
        <p:sp>
          <p:nvSpPr>
            <p:cNvPr id="7170" name="AutoShape 118"/>
            <p:cNvSpPr/>
            <p:nvPr/>
          </p:nvSpPr>
          <p:spPr>
            <a:xfrm rot="19396800">
              <a:off x="7038720" y="2604240"/>
              <a:ext cx="767880" cy="25848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939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1" name="Text Box 119"/>
            <p:cNvSpPr/>
            <p:nvPr/>
          </p:nvSpPr>
          <p:spPr>
            <a:xfrm>
              <a:off x="7378560" y="2783520"/>
              <a:ext cx="950400" cy="29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600" b="0" i="1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ＭＳ Ｐゴシック"/>
                </a:rPr>
                <a:t>AS3, X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72" name="Group 223"/>
          <p:cNvGrpSpPr/>
          <p:nvPr/>
        </p:nvGrpSpPr>
        <p:grpSpPr>
          <a:xfrm>
            <a:off x="1113480" y="1064160"/>
            <a:ext cx="9800640" cy="2876040"/>
            <a:chOff x="1113480" y="1064160"/>
            <a:chExt cx="9800640" cy="2876040"/>
          </a:xfrm>
        </p:grpSpPr>
        <p:grpSp>
          <p:nvGrpSpPr>
            <p:cNvPr id="7173" name="Group 355"/>
            <p:cNvGrpSpPr/>
            <p:nvPr/>
          </p:nvGrpSpPr>
          <p:grpSpPr>
            <a:xfrm>
              <a:off x="1113480" y="1064160"/>
              <a:ext cx="9800640" cy="2876040"/>
              <a:chOff x="1113480" y="1064160"/>
              <a:chExt cx="9800640" cy="2876040"/>
            </a:xfrm>
          </p:grpSpPr>
          <p:grpSp>
            <p:nvGrpSpPr>
              <p:cNvPr id="7174" name="Group 356"/>
              <p:cNvGrpSpPr/>
              <p:nvPr/>
            </p:nvGrpSpPr>
            <p:grpSpPr>
              <a:xfrm>
                <a:off x="1113480" y="1064160"/>
                <a:ext cx="9249120" cy="2876040"/>
                <a:chOff x="1113480" y="1064160"/>
                <a:chExt cx="9249120" cy="2876040"/>
              </a:xfrm>
            </p:grpSpPr>
            <p:grpSp>
              <p:nvGrpSpPr>
                <p:cNvPr id="7175" name="Group 374"/>
                <p:cNvGrpSpPr/>
                <p:nvPr/>
              </p:nvGrpSpPr>
              <p:grpSpPr>
                <a:xfrm>
                  <a:off x="4312800" y="2220120"/>
                  <a:ext cx="2545200" cy="1720080"/>
                  <a:chOff x="4312800" y="2220120"/>
                  <a:chExt cx="2545200" cy="1720080"/>
                </a:xfrm>
              </p:grpSpPr>
              <p:grpSp>
                <p:nvGrpSpPr>
                  <p:cNvPr id="7176" name="Group 508"/>
                  <p:cNvGrpSpPr/>
                  <p:nvPr/>
                </p:nvGrpSpPr>
                <p:grpSpPr>
                  <a:xfrm>
                    <a:off x="4312800" y="2220120"/>
                    <a:ext cx="2545200" cy="1720080"/>
                    <a:chOff x="4312800" y="2220120"/>
                    <a:chExt cx="2545200" cy="1720080"/>
                  </a:xfrm>
                </p:grpSpPr>
                <p:sp>
                  <p:nvSpPr>
                    <p:cNvPr id="7177" name="Freeform 2"/>
                    <p:cNvSpPr/>
                    <p:nvPr/>
                  </p:nvSpPr>
                  <p:spPr>
                    <a:xfrm>
                      <a:off x="4312800" y="2220120"/>
                      <a:ext cx="2545200" cy="1720080"/>
                    </a:xfrm>
                    <a:custGeom>
                      <a:avLst/>
                      <a:gdLst>
                        <a:gd name="textAreaLeft" fmla="*/ 0 w 2545200"/>
                        <a:gd name="textAreaRight" fmla="*/ 2545560 w 2545200"/>
                        <a:gd name="textAreaTop" fmla="*/ 0 h 1720080"/>
                        <a:gd name="textAreaBottom" fmla="*/ 1720440 h 1720080"/>
                        <a:gd name="GluePoint1X" fmla="*/ 45 w 10000"/>
                        <a:gd name="GluePoint1Y" fmla="*/ 5036 h 10795"/>
                        <a:gd name="GluePoint2X" fmla="*/ 2738 w 10000"/>
                        <a:gd name="GluePoint2Y" fmla="*/ 2811 h 10795"/>
                        <a:gd name="GluePoint3X" fmla="*/ 4886 w 10000"/>
                        <a:gd name="GluePoint3Y" fmla="*/ 4 h 10795"/>
                        <a:gd name="GluePoint4X" fmla="*/ 8068 w 10000"/>
                        <a:gd name="GluePoint4Y" fmla="*/ 2813 h 10795"/>
                        <a:gd name="GluePoint5X" fmla="*/ 9996 w 10000"/>
                        <a:gd name="GluePoint5Y" fmla="*/ 5413 h 10795"/>
                        <a:gd name="GluePoint6X" fmla="*/ 8476 w 10000"/>
                        <a:gd name="GluePoint6Y" fmla="*/ 7306 h 10795"/>
                        <a:gd name="GluePoint7X" fmla="*/ 5202 w 10000"/>
                        <a:gd name="GluePoint7Y" fmla="*/ 10795 h 10795"/>
                        <a:gd name="GluePoint8X" fmla="*/ 2753 w 10000"/>
                        <a:gd name="GluePoint8Y" fmla="*/ 7683 h 10795"/>
                        <a:gd name="GluePoint9X" fmla="*/ 1375 w 10000"/>
                        <a:gd name="GluePoint9Y" fmla="*/ 7365 h 10795"/>
                        <a:gd name="GluePoint10X" fmla="*/ 45 w 10000"/>
                        <a:gd name="GluePoint10Y" fmla="*/ 5036 h 1079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</a:cxnLst>
                      <a:rect l="textAreaLeft" t="textAreaTop" r="textAreaRight" b="textAreaBottom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grpSp>
                  <p:nvGrpSpPr>
                    <p:cNvPr id="7178" name="Group 511"/>
                    <p:cNvGrpSpPr/>
                    <p:nvPr/>
                  </p:nvGrpSpPr>
                  <p:grpSpPr>
                    <a:xfrm>
                      <a:off x="4533480" y="2360160"/>
                      <a:ext cx="2189880" cy="1497240"/>
                      <a:chOff x="4533480" y="2360160"/>
                      <a:chExt cx="2189880" cy="1497240"/>
                    </a:xfrm>
                  </p:grpSpPr>
                  <p:grpSp>
                    <p:nvGrpSpPr>
                      <p:cNvPr id="7179" name="Group 512"/>
                      <p:cNvGrpSpPr/>
                      <p:nvPr/>
                    </p:nvGrpSpPr>
                    <p:grpSpPr>
                      <a:xfrm>
                        <a:off x="5380560" y="2360160"/>
                        <a:ext cx="530640" cy="363960"/>
                        <a:chOff x="5380560" y="2360160"/>
                        <a:chExt cx="530640" cy="363960"/>
                      </a:xfrm>
                    </p:grpSpPr>
                    <p:grpSp>
                      <p:nvGrpSpPr>
                        <p:cNvPr id="7180" name="Group 327"/>
                        <p:cNvGrpSpPr/>
                        <p:nvPr/>
                      </p:nvGrpSpPr>
                      <p:grpSpPr>
                        <a:xfrm>
                          <a:off x="5380560" y="2378880"/>
                          <a:ext cx="530640" cy="271080"/>
                          <a:chOff x="5380560" y="2378880"/>
                          <a:chExt cx="530640" cy="271080"/>
                        </a:xfrm>
                      </p:grpSpPr>
                      <p:sp>
                        <p:nvSpPr>
                          <p:cNvPr id="7181" name="Oval 562"/>
                          <p:cNvSpPr/>
                          <p:nvPr/>
                        </p:nvSpPr>
                        <p:spPr>
                          <a:xfrm flipV="1">
                            <a:off x="5382360" y="245124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82" name="Rectangle 563"/>
                          <p:cNvSpPr/>
                          <p:nvPr/>
                        </p:nvSpPr>
                        <p:spPr>
                          <a:xfrm>
                            <a:off x="5380920" y="248076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83" name="Oval 564"/>
                          <p:cNvSpPr/>
                          <p:nvPr/>
                        </p:nvSpPr>
                        <p:spPr>
                          <a:xfrm flipV="1">
                            <a:off x="5380920" y="237888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84" name="Freeform 565"/>
                          <p:cNvSpPr/>
                          <p:nvPr/>
                        </p:nvSpPr>
                        <p:spPr>
                          <a:xfrm>
                            <a:off x="5516280" y="243936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85" name="Freeform 566"/>
                          <p:cNvSpPr/>
                          <p:nvPr/>
                        </p:nvSpPr>
                        <p:spPr>
                          <a:xfrm>
                            <a:off x="5489640" y="241452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86" name="Freeform 567"/>
                          <p:cNvSpPr/>
                          <p:nvPr/>
                        </p:nvSpPr>
                        <p:spPr>
                          <a:xfrm>
                            <a:off x="5693760" y="247320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87" name="Freeform 568"/>
                          <p:cNvSpPr/>
                          <p:nvPr/>
                        </p:nvSpPr>
                        <p:spPr>
                          <a:xfrm>
                            <a:off x="5483520" y="247464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188" name="Straight Connector 569"/>
                          <p:cNvCxnSpPr/>
                          <p:nvPr/>
                        </p:nvCxnSpPr>
                        <p:spPr>
                          <a:xfrm flipH="1" flipV="1">
                            <a:off x="5380560" y="247752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189" name="Straight Connector 570"/>
                          <p:cNvCxnSpPr/>
                          <p:nvPr/>
                        </p:nvCxnSpPr>
                        <p:spPr>
                          <a:xfrm flipH="1" flipV="1">
                            <a:off x="5909400" y="247608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190" name="Group 559"/>
                        <p:cNvGrpSpPr/>
                        <p:nvPr/>
                      </p:nvGrpSpPr>
                      <p:grpSpPr>
                        <a:xfrm>
                          <a:off x="5412960" y="2360160"/>
                          <a:ext cx="434160" cy="363960"/>
                          <a:chOff x="5412960" y="2360160"/>
                          <a:chExt cx="434160" cy="363960"/>
                        </a:xfrm>
                      </p:grpSpPr>
                      <p:sp>
                        <p:nvSpPr>
                          <p:cNvPr id="7191" name="Oval 560"/>
                          <p:cNvSpPr/>
                          <p:nvPr/>
                        </p:nvSpPr>
                        <p:spPr>
                          <a:xfrm>
                            <a:off x="5467680" y="243288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92" name="TextBox 561"/>
                          <p:cNvSpPr/>
                          <p:nvPr/>
                        </p:nvSpPr>
                        <p:spPr>
                          <a:xfrm>
                            <a:off x="5412960" y="23601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193" name="Group 513"/>
                      <p:cNvGrpSpPr/>
                      <p:nvPr/>
                    </p:nvGrpSpPr>
                    <p:grpSpPr>
                      <a:xfrm>
                        <a:off x="5384520" y="3493440"/>
                        <a:ext cx="530640" cy="363960"/>
                        <a:chOff x="5384520" y="3493440"/>
                        <a:chExt cx="530640" cy="363960"/>
                      </a:xfrm>
                    </p:grpSpPr>
                    <p:grpSp>
                      <p:nvGrpSpPr>
                        <p:cNvPr id="7194" name="Group 327"/>
                        <p:cNvGrpSpPr/>
                        <p:nvPr/>
                      </p:nvGrpSpPr>
                      <p:grpSpPr>
                        <a:xfrm>
                          <a:off x="5384520" y="3512520"/>
                          <a:ext cx="530640" cy="271080"/>
                          <a:chOff x="5384520" y="3512520"/>
                          <a:chExt cx="530640" cy="271080"/>
                        </a:xfrm>
                      </p:grpSpPr>
                      <p:sp>
                        <p:nvSpPr>
                          <p:cNvPr id="7195" name="Oval 549"/>
                          <p:cNvSpPr/>
                          <p:nvPr/>
                        </p:nvSpPr>
                        <p:spPr>
                          <a:xfrm flipV="1">
                            <a:off x="5386320" y="358488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96" name="Rectangle 550"/>
                          <p:cNvSpPr/>
                          <p:nvPr/>
                        </p:nvSpPr>
                        <p:spPr>
                          <a:xfrm>
                            <a:off x="5384880" y="361440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97" name="Oval 551"/>
                          <p:cNvSpPr/>
                          <p:nvPr/>
                        </p:nvSpPr>
                        <p:spPr>
                          <a:xfrm flipV="1">
                            <a:off x="5384880" y="351252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98" name="Freeform 552"/>
                          <p:cNvSpPr/>
                          <p:nvPr/>
                        </p:nvSpPr>
                        <p:spPr>
                          <a:xfrm>
                            <a:off x="5520240" y="357300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199" name="Freeform 553"/>
                          <p:cNvSpPr/>
                          <p:nvPr/>
                        </p:nvSpPr>
                        <p:spPr>
                          <a:xfrm>
                            <a:off x="5493600" y="354780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00" name="Freeform 554"/>
                          <p:cNvSpPr/>
                          <p:nvPr/>
                        </p:nvSpPr>
                        <p:spPr>
                          <a:xfrm>
                            <a:off x="5697720" y="360684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01" name="Freeform 555"/>
                          <p:cNvSpPr/>
                          <p:nvPr/>
                        </p:nvSpPr>
                        <p:spPr>
                          <a:xfrm>
                            <a:off x="5487480" y="360828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202" name="Straight Connector 556"/>
                          <p:cNvCxnSpPr/>
                          <p:nvPr/>
                        </p:nvCxnSpPr>
                        <p:spPr>
                          <a:xfrm flipH="1" flipV="1">
                            <a:off x="5384520" y="361116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203" name="Straight Connector 557"/>
                          <p:cNvCxnSpPr/>
                          <p:nvPr/>
                        </p:nvCxnSpPr>
                        <p:spPr>
                          <a:xfrm flipH="1" flipV="1">
                            <a:off x="5913360" y="360972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204" name="Group 546"/>
                        <p:cNvGrpSpPr/>
                        <p:nvPr/>
                      </p:nvGrpSpPr>
                      <p:grpSpPr>
                        <a:xfrm>
                          <a:off x="5416920" y="3493440"/>
                          <a:ext cx="434160" cy="363960"/>
                          <a:chOff x="5416920" y="3493440"/>
                          <a:chExt cx="434160" cy="363960"/>
                        </a:xfrm>
                      </p:grpSpPr>
                      <p:sp>
                        <p:nvSpPr>
                          <p:cNvPr id="7205" name="Oval 547"/>
                          <p:cNvSpPr/>
                          <p:nvPr/>
                        </p:nvSpPr>
                        <p:spPr>
                          <a:xfrm>
                            <a:off x="5471640" y="356652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06" name="TextBox 548"/>
                          <p:cNvSpPr/>
                          <p:nvPr/>
                        </p:nvSpPr>
                        <p:spPr>
                          <a:xfrm>
                            <a:off x="5416920" y="349344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207" name="Group 514"/>
                      <p:cNvGrpSpPr/>
                      <p:nvPr/>
                    </p:nvGrpSpPr>
                    <p:grpSpPr>
                      <a:xfrm>
                        <a:off x="6193080" y="2927880"/>
                        <a:ext cx="530280" cy="363960"/>
                        <a:chOff x="6193080" y="2927880"/>
                        <a:chExt cx="530280" cy="363960"/>
                      </a:xfrm>
                    </p:grpSpPr>
                    <p:grpSp>
                      <p:nvGrpSpPr>
                        <p:cNvPr id="7208" name="Group 327"/>
                        <p:cNvGrpSpPr/>
                        <p:nvPr/>
                      </p:nvGrpSpPr>
                      <p:grpSpPr>
                        <a:xfrm>
                          <a:off x="6193080" y="2946600"/>
                          <a:ext cx="530280" cy="271080"/>
                          <a:chOff x="6193080" y="2946600"/>
                          <a:chExt cx="530280" cy="271080"/>
                        </a:xfrm>
                      </p:grpSpPr>
                      <p:sp>
                        <p:nvSpPr>
                          <p:cNvPr id="7209" name="Oval 536"/>
                          <p:cNvSpPr/>
                          <p:nvPr/>
                        </p:nvSpPr>
                        <p:spPr>
                          <a:xfrm flipV="1">
                            <a:off x="6194880" y="301896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10" name="Rectangle 537"/>
                          <p:cNvSpPr/>
                          <p:nvPr/>
                        </p:nvSpPr>
                        <p:spPr>
                          <a:xfrm>
                            <a:off x="6193440" y="304848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11" name="Oval 538"/>
                          <p:cNvSpPr/>
                          <p:nvPr/>
                        </p:nvSpPr>
                        <p:spPr>
                          <a:xfrm flipV="1">
                            <a:off x="6193440" y="294660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12" name="Freeform 539"/>
                          <p:cNvSpPr/>
                          <p:nvPr/>
                        </p:nvSpPr>
                        <p:spPr>
                          <a:xfrm>
                            <a:off x="6328800" y="300708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13" name="Freeform 540"/>
                          <p:cNvSpPr/>
                          <p:nvPr/>
                        </p:nvSpPr>
                        <p:spPr>
                          <a:xfrm>
                            <a:off x="6302160" y="298224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14" name="Freeform 541"/>
                          <p:cNvSpPr/>
                          <p:nvPr/>
                        </p:nvSpPr>
                        <p:spPr>
                          <a:xfrm>
                            <a:off x="6506280" y="304092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15" name="Freeform 542"/>
                          <p:cNvSpPr/>
                          <p:nvPr/>
                        </p:nvSpPr>
                        <p:spPr>
                          <a:xfrm>
                            <a:off x="6296040" y="304236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216" name="Straight Connector 543"/>
                          <p:cNvCxnSpPr/>
                          <p:nvPr/>
                        </p:nvCxnSpPr>
                        <p:spPr>
                          <a:xfrm flipH="1" flipV="1">
                            <a:off x="6193080" y="30452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217" name="Straight Connector 544"/>
                          <p:cNvCxnSpPr/>
                          <p:nvPr/>
                        </p:nvCxnSpPr>
                        <p:spPr>
                          <a:xfrm flipH="1" flipV="1">
                            <a:off x="6721920" y="304380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218" name="Group 533"/>
                        <p:cNvGrpSpPr/>
                        <p:nvPr/>
                      </p:nvGrpSpPr>
                      <p:grpSpPr>
                        <a:xfrm>
                          <a:off x="6225480" y="2927880"/>
                          <a:ext cx="421560" cy="363960"/>
                          <a:chOff x="6225480" y="2927880"/>
                          <a:chExt cx="421560" cy="363960"/>
                        </a:xfrm>
                      </p:grpSpPr>
                      <p:sp>
                        <p:nvSpPr>
                          <p:cNvPr id="7219" name="Oval 534"/>
                          <p:cNvSpPr/>
                          <p:nvPr/>
                        </p:nvSpPr>
                        <p:spPr>
                          <a:xfrm>
                            <a:off x="6280200" y="300060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20" name="TextBox 535"/>
                          <p:cNvSpPr/>
                          <p:nvPr/>
                        </p:nvSpPr>
                        <p:spPr>
                          <a:xfrm>
                            <a:off x="6225480" y="292788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221" name="Group 515"/>
                      <p:cNvGrpSpPr/>
                      <p:nvPr/>
                    </p:nvGrpSpPr>
                    <p:grpSpPr>
                      <a:xfrm>
                        <a:off x="4533480" y="2921760"/>
                        <a:ext cx="530280" cy="363960"/>
                        <a:chOff x="4533480" y="2921760"/>
                        <a:chExt cx="530280" cy="363960"/>
                      </a:xfrm>
                    </p:grpSpPr>
                    <p:grpSp>
                      <p:nvGrpSpPr>
                        <p:cNvPr id="7222" name="Group 327"/>
                        <p:cNvGrpSpPr/>
                        <p:nvPr/>
                      </p:nvGrpSpPr>
                      <p:grpSpPr>
                        <a:xfrm>
                          <a:off x="4533480" y="2940840"/>
                          <a:ext cx="530280" cy="271080"/>
                          <a:chOff x="4533480" y="2940840"/>
                          <a:chExt cx="530280" cy="271080"/>
                        </a:xfrm>
                      </p:grpSpPr>
                      <p:sp>
                        <p:nvSpPr>
                          <p:cNvPr id="7223" name="Oval 523"/>
                          <p:cNvSpPr/>
                          <p:nvPr/>
                        </p:nvSpPr>
                        <p:spPr>
                          <a:xfrm flipV="1">
                            <a:off x="4535280" y="301320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24" name="Rectangle 524"/>
                          <p:cNvSpPr/>
                          <p:nvPr/>
                        </p:nvSpPr>
                        <p:spPr>
                          <a:xfrm>
                            <a:off x="4533840" y="304236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25" name="Oval 525"/>
                          <p:cNvSpPr/>
                          <p:nvPr/>
                        </p:nvSpPr>
                        <p:spPr>
                          <a:xfrm flipV="1">
                            <a:off x="4533840" y="294084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26" name="Freeform 526"/>
                          <p:cNvSpPr/>
                          <p:nvPr/>
                        </p:nvSpPr>
                        <p:spPr>
                          <a:xfrm>
                            <a:off x="4669200" y="300132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27" name="Freeform 527"/>
                          <p:cNvSpPr/>
                          <p:nvPr/>
                        </p:nvSpPr>
                        <p:spPr>
                          <a:xfrm>
                            <a:off x="4642560" y="297612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28" name="Freeform 528"/>
                          <p:cNvSpPr/>
                          <p:nvPr/>
                        </p:nvSpPr>
                        <p:spPr>
                          <a:xfrm>
                            <a:off x="4846680" y="303516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29" name="Freeform 529"/>
                          <p:cNvSpPr/>
                          <p:nvPr/>
                        </p:nvSpPr>
                        <p:spPr>
                          <a:xfrm>
                            <a:off x="4636440" y="303660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230" name="Straight Connector 530"/>
                          <p:cNvCxnSpPr/>
                          <p:nvPr/>
                        </p:nvCxnSpPr>
                        <p:spPr>
                          <a:xfrm flipH="1" flipV="1">
                            <a:off x="4533480" y="30394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231" name="Straight Connector 531"/>
                          <p:cNvCxnSpPr/>
                          <p:nvPr/>
                        </p:nvCxnSpPr>
                        <p:spPr>
                          <a:xfrm flipH="1" flipV="1">
                            <a:off x="5062320" y="30380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232" name="Group 520"/>
                        <p:cNvGrpSpPr/>
                        <p:nvPr/>
                      </p:nvGrpSpPr>
                      <p:grpSpPr>
                        <a:xfrm>
                          <a:off x="4565880" y="2921760"/>
                          <a:ext cx="434160" cy="363960"/>
                          <a:chOff x="4565880" y="2921760"/>
                          <a:chExt cx="434160" cy="363960"/>
                        </a:xfrm>
                      </p:grpSpPr>
                      <p:sp>
                        <p:nvSpPr>
                          <p:cNvPr id="7233" name="Oval 521"/>
                          <p:cNvSpPr/>
                          <p:nvPr/>
                        </p:nvSpPr>
                        <p:spPr>
                          <a:xfrm>
                            <a:off x="4620600" y="299484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34" name="TextBox 522"/>
                          <p:cNvSpPr/>
                          <p:nvPr/>
                        </p:nvSpPr>
                        <p:spPr>
                          <a:xfrm>
                            <a:off x="4565880" y="29217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235" name="Straight Connector 516"/>
                      <p:cNvCxnSpPr/>
                      <p:nvPr/>
                    </p:nvCxnSpPr>
                    <p:spPr>
                      <a:xfrm>
                        <a:off x="5833440" y="2620800"/>
                        <a:ext cx="451080" cy="34344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236" name="Straight Connector 517"/>
                      <p:cNvCxnSpPr/>
                      <p:nvPr/>
                    </p:nvCxnSpPr>
                    <p:spPr>
                      <a:xfrm>
                        <a:off x="4971600" y="3207240"/>
                        <a:ext cx="448920" cy="33192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237" name="Straight Connector 518"/>
                      <p:cNvCxnSpPr/>
                      <p:nvPr/>
                    </p:nvCxnSpPr>
                    <p:spPr>
                      <a:xfrm flipH="1">
                        <a:off x="5812200" y="3204720"/>
                        <a:ext cx="47736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</p:grpSp>
              <p:sp>
                <p:nvSpPr>
                  <p:cNvPr id="7238" name="TextBox 509"/>
                  <p:cNvSpPr/>
                  <p:nvPr/>
                </p:nvSpPr>
                <p:spPr>
                  <a:xfrm>
                    <a:off x="4520520" y="2279520"/>
                    <a:ext cx="73260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</a:pPr>
                    <a:r>
                      <a:rPr lang="en-US" sz="2000" b="0" u="none" strike="noStrike">
                        <a:solidFill>
                          <a:srgbClr val="00009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AS 2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7239" name="Group 375"/>
                <p:cNvGrpSpPr/>
                <p:nvPr/>
              </p:nvGrpSpPr>
              <p:grpSpPr>
                <a:xfrm>
                  <a:off x="7787520" y="1064160"/>
                  <a:ext cx="2575080" cy="1672200"/>
                  <a:chOff x="7787520" y="1064160"/>
                  <a:chExt cx="2575080" cy="1672200"/>
                </a:xfrm>
              </p:grpSpPr>
              <p:sp>
                <p:nvSpPr>
                  <p:cNvPr id="7240" name="Freeform 2"/>
                  <p:cNvSpPr/>
                  <p:nvPr/>
                </p:nvSpPr>
                <p:spPr>
                  <a:xfrm>
                    <a:off x="7787520" y="1064160"/>
                    <a:ext cx="2575080" cy="1672200"/>
                  </a:xfrm>
                  <a:custGeom>
                    <a:avLst/>
                    <a:gdLst>
                      <a:gd name="textAreaLeft" fmla="*/ 0 w 2575080"/>
                      <a:gd name="textAreaRight" fmla="*/ 2575440 w 2575080"/>
                      <a:gd name="textAreaTop" fmla="*/ 0 h 1672200"/>
                      <a:gd name="textAreaBottom" fmla="*/ 1672560 h 1672200"/>
                      <a:gd name="GluePoint1X" fmla="*/ 45 w 10000"/>
                      <a:gd name="GluePoint1Y" fmla="*/ 5036 h 10795"/>
                      <a:gd name="GluePoint2X" fmla="*/ 2738 w 10000"/>
                      <a:gd name="GluePoint2Y" fmla="*/ 2811 h 10795"/>
                      <a:gd name="GluePoint3X" fmla="*/ 4886 w 10000"/>
                      <a:gd name="GluePoint3Y" fmla="*/ 4 h 10795"/>
                      <a:gd name="GluePoint4X" fmla="*/ 8068 w 10000"/>
                      <a:gd name="GluePoint4Y" fmla="*/ 2813 h 10795"/>
                      <a:gd name="GluePoint5X" fmla="*/ 9996 w 10000"/>
                      <a:gd name="GluePoint5Y" fmla="*/ 5413 h 10795"/>
                      <a:gd name="GluePoint6X" fmla="*/ 8476 w 10000"/>
                      <a:gd name="GluePoint6Y" fmla="*/ 7306 h 10795"/>
                      <a:gd name="GluePoint7X" fmla="*/ 5202 w 10000"/>
                      <a:gd name="GluePoint7Y" fmla="*/ 10795 h 10795"/>
                      <a:gd name="GluePoint8X" fmla="*/ 2753 w 10000"/>
                      <a:gd name="GluePoint8Y" fmla="*/ 7683 h 10795"/>
                      <a:gd name="GluePoint9X" fmla="*/ 1375 w 10000"/>
                      <a:gd name="GluePoint9Y" fmla="*/ 7365 h 10795"/>
                      <a:gd name="GluePoint10X" fmla="*/ 45 w 10000"/>
                      <a:gd name="GluePoint10Y" fmla="*/ 5036 h 10795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</a:cxnLst>
                    <a:rect l="textAreaLeft" t="textAreaTop" r="textAreaRight" b="textAreaBottom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7241" name="Group 444"/>
                  <p:cNvGrpSpPr/>
                  <p:nvPr/>
                </p:nvGrpSpPr>
                <p:grpSpPr>
                  <a:xfrm>
                    <a:off x="7823520" y="1105200"/>
                    <a:ext cx="2402640" cy="1560960"/>
                    <a:chOff x="7823520" y="1105200"/>
                    <a:chExt cx="2402640" cy="1560960"/>
                  </a:xfrm>
                </p:grpSpPr>
                <p:grpSp>
                  <p:nvGrpSpPr>
                    <p:cNvPr id="7242" name="Group 445"/>
                    <p:cNvGrpSpPr/>
                    <p:nvPr/>
                  </p:nvGrpSpPr>
                  <p:grpSpPr>
                    <a:xfrm>
                      <a:off x="8010720" y="1200240"/>
                      <a:ext cx="2215440" cy="1465920"/>
                      <a:chOff x="8010720" y="1200240"/>
                      <a:chExt cx="2215440" cy="1465920"/>
                    </a:xfrm>
                  </p:grpSpPr>
                  <p:grpSp>
                    <p:nvGrpSpPr>
                      <p:cNvPr id="7243" name="Group 447"/>
                      <p:cNvGrpSpPr/>
                      <p:nvPr/>
                    </p:nvGrpSpPr>
                    <p:grpSpPr>
                      <a:xfrm>
                        <a:off x="8867880" y="1200240"/>
                        <a:ext cx="536400" cy="363960"/>
                        <a:chOff x="8867880" y="1200240"/>
                        <a:chExt cx="536400" cy="363960"/>
                      </a:xfrm>
                    </p:grpSpPr>
                    <p:grpSp>
                      <p:nvGrpSpPr>
                        <p:cNvPr id="7244" name="Group 327"/>
                        <p:cNvGrpSpPr/>
                        <p:nvPr/>
                      </p:nvGrpSpPr>
                      <p:grpSpPr>
                        <a:xfrm>
                          <a:off x="8867880" y="1218600"/>
                          <a:ext cx="536400" cy="263160"/>
                          <a:chOff x="8867880" y="1218600"/>
                          <a:chExt cx="536400" cy="263160"/>
                        </a:xfrm>
                      </p:grpSpPr>
                      <p:sp>
                        <p:nvSpPr>
                          <p:cNvPr id="7245" name="Oval 499"/>
                          <p:cNvSpPr/>
                          <p:nvPr/>
                        </p:nvSpPr>
                        <p:spPr>
                          <a:xfrm flipV="1">
                            <a:off x="8869680" y="128880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46" name="Rectangle 500"/>
                          <p:cNvSpPr/>
                          <p:nvPr/>
                        </p:nvSpPr>
                        <p:spPr>
                          <a:xfrm>
                            <a:off x="8867880" y="131760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47" name="Oval 501"/>
                          <p:cNvSpPr/>
                          <p:nvPr/>
                        </p:nvSpPr>
                        <p:spPr>
                          <a:xfrm flipV="1">
                            <a:off x="8867880" y="121860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48" name="Freeform 502"/>
                          <p:cNvSpPr/>
                          <p:nvPr/>
                        </p:nvSpPr>
                        <p:spPr>
                          <a:xfrm>
                            <a:off x="9005040" y="127728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49" name="Freeform 503"/>
                          <p:cNvSpPr/>
                          <p:nvPr/>
                        </p:nvSpPr>
                        <p:spPr>
                          <a:xfrm>
                            <a:off x="8978040" y="125316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50" name="Freeform 504"/>
                          <p:cNvSpPr/>
                          <p:nvPr/>
                        </p:nvSpPr>
                        <p:spPr>
                          <a:xfrm>
                            <a:off x="9184680" y="131040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51" name="Freeform 505"/>
                          <p:cNvSpPr/>
                          <p:nvPr/>
                        </p:nvSpPr>
                        <p:spPr>
                          <a:xfrm>
                            <a:off x="8971920" y="131184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252" name="Straight Connector 506"/>
                          <p:cNvCxnSpPr/>
                          <p:nvPr/>
                        </p:nvCxnSpPr>
                        <p:spPr>
                          <a:xfrm flipH="1" flipV="1">
                            <a:off x="8867880" y="131436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253" name="Straight Connector 507"/>
                          <p:cNvCxnSpPr/>
                          <p:nvPr/>
                        </p:nvCxnSpPr>
                        <p:spPr>
                          <a:xfrm flipH="1" flipV="1">
                            <a:off x="9402840" y="131292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254" name="Group 496"/>
                        <p:cNvGrpSpPr/>
                        <p:nvPr/>
                      </p:nvGrpSpPr>
                      <p:grpSpPr>
                        <a:xfrm>
                          <a:off x="8900640" y="1200240"/>
                          <a:ext cx="434160" cy="363960"/>
                          <a:chOff x="8900640" y="1200240"/>
                          <a:chExt cx="434160" cy="363960"/>
                        </a:xfrm>
                      </p:grpSpPr>
                      <p:sp>
                        <p:nvSpPr>
                          <p:cNvPr id="7255" name="Oval 497"/>
                          <p:cNvSpPr/>
                          <p:nvPr/>
                        </p:nvSpPr>
                        <p:spPr>
                          <a:xfrm>
                            <a:off x="8956080" y="127116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56" name="TextBox 498"/>
                          <p:cNvSpPr/>
                          <p:nvPr/>
                        </p:nvSpPr>
                        <p:spPr>
                          <a:xfrm>
                            <a:off x="8900640" y="120024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257" name="Group 448"/>
                      <p:cNvGrpSpPr/>
                      <p:nvPr/>
                    </p:nvGrpSpPr>
                    <p:grpSpPr>
                      <a:xfrm>
                        <a:off x="8871840" y="2302200"/>
                        <a:ext cx="536400" cy="363960"/>
                        <a:chOff x="8871840" y="2302200"/>
                        <a:chExt cx="536400" cy="363960"/>
                      </a:xfrm>
                    </p:grpSpPr>
                    <p:grpSp>
                      <p:nvGrpSpPr>
                        <p:cNvPr id="7258" name="Group 327"/>
                        <p:cNvGrpSpPr/>
                        <p:nvPr/>
                      </p:nvGrpSpPr>
                      <p:grpSpPr>
                        <a:xfrm>
                          <a:off x="8871840" y="2320560"/>
                          <a:ext cx="536400" cy="263160"/>
                          <a:chOff x="8871840" y="2320560"/>
                          <a:chExt cx="536400" cy="263160"/>
                        </a:xfrm>
                      </p:grpSpPr>
                      <p:sp>
                        <p:nvSpPr>
                          <p:cNvPr id="7259" name="Oval 486"/>
                          <p:cNvSpPr/>
                          <p:nvPr/>
                        </p:nvSpPr>
                        <p:spPr>
                          <a:xfrm flipV="1">
                            <a:off x="8873640" y="239076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60" name="Rectangle 487"/>
                          <p:cNvSpPr/>
                          <p:nvPr/>
                        </p:nvSpPr>
                        <p:spPr>
                          <a:xfrm>
                            <a:off x="8871840" y="241920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61" name="Oval 488"/>
                          <p:cNvSpPr/>
                          <p:nvPr/>
                        </p:nvSpPr>
                        <p:spPr>
                          <a:xfrm flipV="1">
                            <a:off x="8871840" y="232056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62" name="Freeform 489"/>
                          <p:cNvSpPr/>
                          <p:nvPr/>
                        </p:nvSpPr>
                        <p:spPr>
                          <a:xfrm>
                            <a:off x="9009000" y="237924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63" name="Freeform 490"/>
                          <p:cNvSpPr/>
                          <p:nvPr/>
                        </p:nvSpPr>
                        <p:spPr>
                          <a:xfrm>
                            <a:off x="8982000" y="235476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64" name="Freeform 491"/>
                          <p:cNvSpPr/>
                          <p:nvPr/>
                        </p:nvSpPr>
                        <p:spPr>
                          <a:xfrm>
                            <a:off x="9188640" y="241236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65" name="Freeform 492"/>
                          <p:cNvSpPr/>
                          <p:nvPr/>
                        </p:nvSpPr>
                        <p:spPr>
                          <a:xfrm>
                            <a:off x="8975880" y="241380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266" name="Straight Connector 493"/>
                          <p:cNvCxnSpPr/>
                          <p:nvPr/>
                        </p:nvCxnSpPr>
                        <p:spPr>
                          <a:xfrm flipH="1" flipV="1">
                            <a:off x="8871840" y="241632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267" name="Straight Connector 494"/>
                          <p:cNvCxnSpPr/>
                          <p:nvPr/>
                        </p:nvCxnSpPr>
                        <p:spPr>
                          <a:xfrm flipH="1" flipV="1">
                            <a:off x="9406800" y="241488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268" name="Group 483"/>
                        <p:cNvGrpSpPr/>
                        <p:nvPr/>
                      </p:nvGrpSpPr>
                      <p:grpSpPr>
                        <a:xfrm>
                          <a:off x="8904600" y="2302200"/>
                          <a:ext cx="434160" cy="363960"/>
                          <a:chOff x="8904600" y="2302200"/>
                          <a:chExt cx="434160" cy="363960"/>
                        </a:xfrm>
                      </p:grpSpPr>
                      <p:sp>
                        <p:nvSpPr>
                          <p:cNvPr id="7269" name="Oval 484"/>
                          <p:cNvSpPr/>
                          <p:nvPr/>
                        </p:nvSpPr>
                        <p:spPr>
                          <a:xfrm>
                            <a:off x="8960040" y="237312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70" name="TextBox 485"/>
                          <p:cNvSpPr/>
                          <p:nvPr/>
                        </p:nvSpPr>
                        <p:spPr>
                          <a:xfrm>
                            <a:off x="8904600" y="230220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271" name="Group 449"/>
                      <p:cNvGrpSpPr/>
                      <p:nvPr/>
                    </p:nvGrpSpPr>
                    <p:grpSpPr>
                      <a:xfrm>
                        <a:off x="9689760" y="1752120"/>
                        <a:ext cx="536400" cy="363960"/>
                        <a:chOff x="9689760" y="1752120"/>
                        <a:chExt cx="536400" cy="363960"/>
                      </a:xfrm>
                    </p:grpSpPr>
                    <p:grpSp>
                      <p:nvGrpSpPr>
                        <p:cNvPr id="7272" name="Group 327"/>
                        <p:cNvGrpSpPr/>
                        <p:nvPr/>
                      </p:nvGrpSpPr>
                      <p:grpSpPr>
                        <a:xfrm>
                          <a:off x="9689760" y="1770480"/>
                          <a:ext cx="536400" cy="263160"/>
                          <a:chOff x="9689760" y="1770480"/>
                          <a:chExt cx="536400" cy="263160"/>
                        </a:xfrm>
                      </p:grpSpPr>
                      <p:sp>
                        <p:nvSpPr>
                          <p:cNvPr id="7273" name="Oval 473"/>
                          <p:cNvSpPr/>
                          <p:nvPr/>
                        </p:nvSpPr>
                        <p:spPr>
                          <a:xfrm flipV="1">
                            <a:off x="9691560" y="184068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74" name="Rectangle 474"/>
                          <p:cNvSpPr/>
                          <p:nvPr/>
                        </p:nvSpPr>
                        <p:spPr>
                          <a:xfrm>
                            <a:off x="9689760" y="186948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75" name="Oval 475"/>
                          <p:cNvSpPr/>
                          <p:nvPr/>
                        </p:nvSpPr>
                        <p:spPr>
                          <a:xfrm flipV="1">
                            <a:off x="9689760" y="177048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76" name="Freeform 476"/>
                          <p:cNvSpPr/>
                          <p:nvPr/>
                        </p:nvSpPr>
                        <p:spPr>
                          <a:xfrm>
                            <a:off x="9826920" y="182916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77" name="Freeform 477"/>
                          <p:cNvSpPr/>
                          <p:nvPr/>
                        </p:nvSpPr>
                        <p:spPr>
                          <a:xfrm>
                            <a:off x="9799920" y="180504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78" name="Freeform 478"/>
                          <p:cNvSpPr/>
                          <p:nvPr/>
                        </p:nvSpPr>
                        <p:spPr>
                          <a:xfrm>
                            <a:off x="10006560" y="186228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79" name="Freeform 479"/>
                          <p:cNvSpPr/>
                          <p:nvPr/>
                        </p:nvSpPr>
                        <p:spPr>
                          <a:xfrm>
                            <a:off x="9793800" y="186372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280" name="Straight Connector 480"/>
                          <p:cNvCxnSpPr/>
                          <p:nvPr/>
                        </p:nvCxnSpPr>
                        <p:spPr>
                          <a:xfrm flipH="1" flipV="1">
                            <a:off x="9689760" y="186624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281" name="Straight Connector 481"/>
                          <p:cNvCxnSpPr/>
                          <p:nvPr/>
                        </p:nvCxnSpPr>
                        <p:spPr>
                          <a:xfrm flipH="1" flipV="1">
                            <a:off x="10224720" y="186480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282" name="Group 470"/>
                        <p:cNvGrpSpPr/>
                        <p:nvPr/>
                      </p:nvGrpSpPr>
                      <p:grpSpPr>
                        <a:xfrm>
                          <a:off x="9722520" y="1752120"/>
                          <a:ext cx="421560" cy="363960"/>
                          <a:chOff x="9722520" y="1752120"/>
                          <a:chExt cx="421560" cy="363960"/>
                        </a:xfrm>
                      </p:grpSpPr>
                      <p:sp>
                        <p:nvSpPr>
                          <p:cNvPr id="7283" name="Oval 471"/>
                          <p:cNvSpPr/>
                          <p:nvPr/>
                        </p:nvSpPr>
                        <p:spPr>
                          <a:xfrm>
                            <a:off x="9777960" y="182304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84" name="TextBox 472"/>
                          <p:cNvSpPr/>
                          <p:nvPr/>
                        </p:nvSpPr>
                        <p:spPr>
                          <a:xfrm>
                            <a:off x="9722520" y="175212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285" name="Group 450"/>
                      <p:cNvGrpSpPr/>
                      <p:nvPr/>
                    </p:nvGrpSpPr>
                    <p:grpSpPr>
                      <a:xfrm>
                        <a:off x="8010720" y="1746360"/>
                        <a:ext cx="536400" cy="363960"/>
                        <a:chOff x="8010720" y="1746360"/>
                        <a:chExt cx="536400" cy="363960"/>
                      </a:xfrm>
                    </p:grpSpPr>
                    <p:grpSp>
                      <p:nvGrpSpPr>
                        <p:cNvPr id="7286" name="Group 327"/>
                        <p:cNvGrpSpPr/>
                        <p:nvPr/>
                      </p:nvGrpSpPr>
                      <p:grpSpPr>
                        <a:xfrm>
                          <a:off x="8010720" y="1764720"/>
                          <a:ext cx="536400" cy="263160"/>
                          <a:chOff x="8010720" y="1764720"/>
                          <a:chExt cx="536400" cy="263160"/>
                        </a:xfrm>
                      </p:grpSpPr>
                      <p:sp>
                        <p:nvSpPr>
                          <p:cNvPr id="7287" name="Oval 460"/>
                          <p:cNvSpPr/>
                          <p:nvPr/>
                        </p:nvSpPr>
                        <p:spPr>
                          <a:xfrm flipV="1">
                            <a:off x="8012520" y="183492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88" name="Rectangle 461"/>
                          <p:cNvSpPr/>
                          <p:nvPr/>
                        </p:nvSpPr>
                        <p:spPr>
                          <a:xfrm>
                            <a:off x="8011080" y="186372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89" name="Oval 462"/>
                          <p:cNvSpPr/>
                          <p:nvPr/>
                        </p:nvSpPr>
                        <p:spPr>
                          <a:xfrm flipV="1">
                            <a:off x="8011080" y="176472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90" name="Freeform 463"/>
                          <p:cNvSpPr/>
                          <p:nvPr/>
                        </p:nvSpPr>
                        <p:spPr>
                          <a:xfrm>
                            <a:off x="8148240" y="182340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91" name="Freeform 464"/>
                          <p:cNvSpPr/>
                          <p:nvPr/>
                        </p:nvSpPr>
                        <p:spPr>
                          <a:xfrm>
                            <a:off x="8120880" y="179928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92" name="Freeform 465"/>
                          <p:cNvSpPr/>
                          <p:nvPr/>
                        </p:nvSpPr>
                        <p:spPr>
                          <a:xfrm>
                            <a:off x="8327520" y="185652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93" name="Freeform 466"/>
                          <p:cNvSpPr/>
                          <p:nvPr/>
                        </p:nvSpPr>
                        <p:spPr>
                          <a:xfrm>
                            <a:off x="8114760" y="185796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294" name="Straight Connector 467"/>
                          <p:cNvCxnSpPr/>
                          <p:nvPr/>
                        </p:nvCxnSpPr>
                        <p:spPr>
                          <a:xfrm flipH="1" flipV="1">
                            <a:off x="8010720" y="186048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295" name="Straight Connector 468"/>
                          <p:cNvCxnSpPr/>
                          <p:nvPr/>
                        </p:nvCxnSpPr>
                        <p:spPr>
                          <a:xfrm flipH="1" flipV="1">
                            <a:off x="8545680" y="185904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296" name="Group 457"/>
                        <p:cNvGrpSpPr/>
                        <p:nvPr/>
                      </p:nvGrpSpPr>
                      <p:grpSpPr>
                        <a:xfrm>
                          <a:off x="8043480" y="1746360"/>
                          <a:ext cx="434160" cy="363960"/>
                          <a:chOff x="8043480" y="1746360"/>
                          <a:chExt cx="434160" cy="363960"/>
                        </a:xfrm>
                      </p:grpSpPr>
                      <p:sp>
                        <p:nvSpPr>
                          <p:cNvPr id="7297" name="Oval 458"/>
                          <p:cNvSpPr/>
                          <p:nvPr/>
                        </p:nvSpPr>
                        <p:spPr>
                          <a:xfrm>
                            <a:off x="8098920" y="181728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298" name="TextBox 459"/>
                          <p:cNvSpPr/>
                          <p:nvPr/>
                        </p:nvSpPr>
                        <p:spPr>
                          <a:xfrm>
                            <a:off x="8043480" y="17463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299" name="Straight Connector 451"/>
                      <p:cNvCxnSpPr/>
                      <p:nvPr/>
                    </p:nvCxnSpPr>
                    <p:spPr>
                      <a:xfrm>
                        <a:off x="9109800" y="1533240"/>
                        <a:ext cx="4320" cy="7689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90"/>
                        </a:solidFill>
                        <a:prstDash val="dash"/>
                        <a:round/>
                      </a:ln>
                    </p:spPr>
                  </p:cxnSp>
                  <p:cxnSp>
                    <p:nvCxnSpPr>
                      <p:cNvPr id="7300" name="Straight Connector 452"/>
                      <p:cNvCxnSpPr/>
                      <p:nvPr/>
                    </p:nvCxnSpPr>
                    <p:spPr>
                      <a:xfrm>
                        <a:off x="8555760" y="1899360"/>
                        <a:ext cx="1144440" cy="612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301" name="Straight Connector 453"/>
                      <p:cNvCxnSpPr/>
                      <p:nvPr/>
                    </p:nvCxnSpPr>
                    <p:spPr>
                      <a:xfrm>
                        <a:off x="9326160" y="1453680"/>
                        <a:ext cx="456120" cy="33408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302" name="Straight Connector 454"/>
                      <p:cNvCxnSpPr/>
                      <p:nvPr/>
                    </p:nvCxnSpPr>
                    <p:spPr>
                      <a:xfrm>
                        <a:off x="8453880" y="2023560"/>
                        <a:ext cx="453960" cy="3225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303" name="Straight Connector 455"/>
                      <p:cNvCxnSpPr/>
                      <p:nvPr/>
                    </p:nvCxnSpPr>
                    <p:spPr>
                      <a:xfrm flipH="1">
                        <a:off x="8442000" y="1464840"/>
                        <a:ext cx="482760" cy="315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  <p:sp>
                  <p:nvSpPr>
                    <p:cNvPr id="7304" name="TextBox 446"/>
                    <p:cNvSpPr/>
                    <p:nvPr/>
                  </p:nvSpPr>
                  <p:spPr>
                    <a:xfrm>
                      <a:off x="7823520" y="1105200"/>
                      <a:ext cx="732600" cy="3952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9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AS 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7305" name="Group 376"/>
                <p:cNvGrpSpPr/>
                <p:nvPr/>
              </p:nvGrpSpPr>
              <p:grpSpPr>
                <a:xfrm>
                  <a:off x="1113480" y="1505880"/>
                  <a:ext cx="3452400" cy="1718640"/>
                  <a:chOff x="1113480" y="1505880"/>
                  <a:chExt cx="3452400" cy="1718640"/>
                </a:xfrm>
              </p:grpSpPr>
              <p:grpSp>
                <p:nvGrpSpPr>
                  <p:cNvPr id="7306" name="Group 378"/>
                  <p:cNvGrpSpPr/>
                  <p:nvPr/>
                </p:nvGrpSpPr>
                <p:grpSpPr>
                  <a:xfrm>
                    <a:off x="1113480" y="1505880"/>
                    <a:ext cx="2557080" cy="1718640"/>
                    <a:chOff x="1113480" y="1505880"/>
                    <a:chExt cx="2557080" cy="1718640"/>
                  </a:xfrm>
                </p:grpSpPr>
                <p:sp>
                  <p:nvSpPr>
                    <p:cNvPr id="7307" name="Freeform 2"/>
                    <p:cNvSpPr/>
                    <p:nvPr/>
                  </p:nvSpPr>
                  <p:spPr>
                    <a:xfrm>
                      <a:off x="1113480" y="1505880"/>
                      <a:ext cx="2557080" cy="1718640"/>
                    </a:xfrm>
                    <a:custGeom>
                      <a:avLst/>
                      <a:gdLst>
                        <a:gd name="textAreaLeft" fmla="*/ 0 w 2557080"/>
                        <a:gd name="textAreaRight" fmla="*/ 2557440 w 2557080"/>
                        <a:gd name="textAreaTop" fmla="*/ 0 h 1718640"/>
                        <a:gd name="textAreaBottom" fmla="*/ 1719000 h 1718640"/>
                        <a:gd name="GluePoint1X" fmla="*/ 45 w 10000"/>
                        <a:gd name="GluePoint1Y" fmla="*/ 5036 h 10795"/>
                        <a:gd name="GluePoint2X" fmla="*/ 2738 w 10000"/>
                        <a:gd name="GluePoint2Y" fmla="*/ 2811 h 10795"/>
                        <a:gd name="GluePoint3X" fmla="*/ 4886 w 10000"/>
                        <a:gd name="GluePoint3Y" fmla="*/ 4 h 10795"/>
                        <a:gd name="GluePoint4X" fmla="*/ 8068 w 10000"/>
                        <a:gd name="GluePoint4Y" fmla="*/ 2813 h 10795"/>
                        <a:gd name="GluePoint5X" fmla="*/ 9996 w 10000"/>
                        <a:gd name="GluePoint5Y" fmla="*/ 5413 h 10795"/>
                        <a:gd name="GluePoint6X" fmla="*/ 8476 w 10000"/>
                        <a:gd name="GluePoint6Y" fmla="*/ 7306 h 10795"/>
                        <a:gd name="GluePoint7X" fmla="*/ 5202 w 10000"/>
                        <a:gd name="GluePoint7Y" fmla="*/ 10795 h 10795"/>
                        <a:gd name="GluePoint8X" fmla="*/ 2753 w 10000"/>
                        <a:gd name="GluePoint8Y" fmla="*/ 7683 h 10795"/>
                        <a:gd name="GluePoint9X" fmla="*/ 1375 w 10000"/>
                        <a:gd name="GluePoint9Y" fmla="*/ 7365 h 10795"/>
                        <a:gd name="GluePoint10X" fmla="*/ 45 w 10000"/>
                        <a:gd name="GluePoint10Y" fmla="*/ 5036 h 1079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</a:cxnLst>
                      <a:rect l="textAreaLeft" t="textAreaTop" r="textAreaRight" b="textAreaBottom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grpSp>
                  <p:nvGrpSpPr>
                    <p:cNvPr id="7308" name="Group 382"/>
                    <p:cNvGrpSpPr/>
                    <p:nvPr/>
                  </p:nvGrpSpPr>
                  <p:grpSpPr>
                    <a:xfrm>
                      <a:off x="1335240" y="1645560"/>
                      <a:ext cx="2199960" cy="1496520"/>
                      <a:chOff x="1335240" y="1645560"/>
                      <a:chExt cx="2199960" cy="1496520"/>
                    </a:xfrm>
                  </p:grpSpPr>
                  <p:grpSp>
                    <p:nvGrpSpPr>
                      <p:cNvPr id="7309" name="Group 383"/>
                      <p:cNvGrpSpPr/>
                      <p:nvPr/>
                    </p:nvGrpSpPr>
                    <p:grpSpPr>
                      <a:xfrm>
                        <a:off x="2186280" y="1645560"/>
                        <a:ext cx="532800" cy="363960"/>
                        <a:chOff x="2186280" y="1645560"/>
                        <a:chExt cx="532800" cy="363960"/>
                      </a:xfrm>
                    </p:grpSpPr>
                    <p:grpSp>
                      <p:nvGrpSpPr>
                        <p:cNvPr id="7310" name="Group 327"/>
                        <p:cNvGrpSpPr/>
                        <p:nvPr/>
                      </p:nvGrpSpPr>
                      <p:grpSpPr>
                        <a:xfrm>
                          <a:off x="2186280" y="1664280"/>
                          <a:ext cx="532800" cy="270360"/>
                          <a:chOff x="2186280" y="1664280"/>
                          <a:chExt cx="532800" cy="270360"/>
                        </a:xfrm>
                      </p:grpSpPr>
                      <p:sp>
                        <p:nvSpPr>
                          <p:cNvPr id="7311" name="Oval 434"/>
                          <p:cNvSpPr/>
                          <p:nvPr/>
                        </p:nvSpPr>
                        <p:spPr>
                          <a:xfrm flipV="1">
                            <a:off x="2187720" y="173592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12" name="Rectangle 435"/>
                          <p:cNvSpPr/>
                          <p:nvPr/>
                        </p:nvSpPr>
                        <p:spPr>
                          <a:xfrm>
                            <a:off x="2186280" y="176616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13" name="Oval 436"/>
                          <p:cNvSpPr/>
                          <p:nvPr/>
                        </p:nvSpPr>
                        <p:spPr>
                          <a:xfrm flipV="1">
                            <a:off x="2186280" y="166392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14" name="Freeform 437"/>
                          <p:cNvSpPr/>
                          <p:nvPr/>
                        </p:nvSpPr>
                        <p:spPr>
                          <a:xfrm>
                            <a:off x="2322360" y="172512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15" name="Freeform 438"/>
                          <p:cNvSpPr/>
                          <p:nvPr/>
                        </p:nvSpPr>
                        <p:spPr>
                          <a:xfrm>
                            <a:off x="2295720" y="169992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16" name="Freeform 439"/>
                          <p:cNvSpPr/>
                          <p:nvPr/>
                        </p:nvSpPr>
                        <p:spPr>
                          <a:xfrm>
                            <a:off x="2500560" y="175896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17" name="Freeform 440"/>
                          <p:cNvSpPr/>
                          <p:nvPr/>
                        </p:nvSpPr>
                        <p:spPr>
                          <a:xfrm>
                            <a:off x="2289600" y="176040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318" name="Straight Connector 441"/>
                          <p:cNvCxnSpPr/>
                          <p:nvPr/>
                        </p:nvCxnSpPr>
                        <p:spPr>
                          <a:xfrm flipH="1" flipV="1">
                            <a:off x="2186280" y="17629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319" name="Straight Connector 442"/>
                          <p:cNvCxnSpPr/>
                          <p:nvPr/>
                        </p:nvCxnSpPr>
                        <p:spPr>
                          <a:xfrm flipH="1" flipV="1">
                            <a:off x="2717280" y="176148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320" name="Group 431"/>
                        <p:cNvGrpSpPr/>
                        <p:nvPr/>
                      </p:nvGrpSpPr>
                      <p:grpSpPr>
                        <a:xfrm>
                          <a:off x="2218680" y="1645560"/>
                          <a:ext cx="434160" cy="363960"/>
                          <a:chOff x="2218680" y="1645560"/>
                          <a:chExt cx="434160" cy="363960"/>
                        </a:xfrm>
                      </p:grpSpPr>
                      <p:sp>
                        <p:nvSpPr>
                          <p:cNvPr id="7321" name="Oval 432"/>
                          <p:cNvSpPr/>
                          <p:nvPr/>
                        </p:nvSpPr>
                        <p:spPr>
                          <a:xfrm>
                            <a:off x="2273760" y="171864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22" name="TextBox 433"/>
                          <p:cNvSpPr/>
                          <p:nvPr/>
                        </p:nvSpPr>
                        <p:spPr>
                          <a:xfrm>
                            <a:off x="2218680" y="16455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323" name="Group 384"/>
                      <p:cNvGrpSpPr/>
                      <p:nvPr/>
                    </p:nvGrpSpPr>
                    <p:grpSpPr>
                      <a:xfrm>
                        <a:off x="2190240" y="2778120"/>
                        <a:ext cx="532800" cy="363960"/>
                        <a:chOff x="2190240" y="2778120"/>
                        <a:chExt cx="532800" cy="363960"/>
                      </a:xfrm>
                    </p:grpSpPr>
                    <p:grpSp>
                      <p:nvGrpSpPr>
                        <p:cNvPr id="7324" name="Group 327"/>
                        <p:cNvGrpSpPr/>
                        <p:nvPr/>
                      </p:nvGrpSpPr>
                      <p:grpSpPr>
                        <a:xfrm>
                          <a:off x="2190240" y="2796840"/>
                          <a:ext cx="532800" cy="270360"/>
                          <a:chOff x="2190240" y="2796840"/>
                          <a:chExt cx="532800" cy="270360"/>
                        </a:xfrm>
                      </p:grpSpPr>
                      <p:sp>
                        <p:nvSpPr>
                          <p:cNvPr id="7325" name="Oval 421"/>
                          <p:cNvSpPr/>
                          <p:nvPr/>
                        </p:nvSpPr>
                        <p:spPr>
                          <a:xfrm flipV="1">
                            <a:off x="2191680" y="286848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26" name="Rectangle 422"/>
                          <p:cNvSpPr/>
                          <p:nvPr/>
                        </p:nvSpPr>
                        <p:spPr>
                          <a:xfrm>
                            <a:off x="2190240" y="289872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27" name="Oval 423"/>
                          <p:cNvSpPr/>
                          <p:nvPr/>
                        </p:nvSpPr>
                        <p:spPr>
                          <a:xfrm flipV="1">
                            <a:off x="2190240" y="279648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28" name="Freeform 424"/>
                          <p:cNvSpPr/>
                          <p:nvPr/>
                        </p:nvSpPr>
                        <p:spPr>
                          <a:xfrm>
                            <a:off x="2326680" y="285768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29" name="Freeform 425"/>
                          <p:cNvSpPr/>
                          <p:nvPr/>
                        </p:nvSpPr>
                        <p:spPr>
                          <a:xfrm>
                            <a:off x="2299680" y="283248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30" name="Freeform 426"/>
                          <p:cNvSpPr/>
                          <p:nvPr/>
                        </p:nvSpPr>
                        <p:spPr>
                          <a:xfrm>
                            <a:off x="2504520" y="289152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31" name="Freeform 427"/>
                          <p:cNvSpPr/>
                          <p:nvPr/>
                        </p:nvSpPr>
                        <p:spPr>
                          <a:xfrm>
                            <a:off x="2293560" y="289296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332" name="Straight Connector 428"/>
                          <p:cNvCxnSpPr/>
                          <p:nvPr/>
                        </p:nvCxnSpPr>
                        <p:spPr>
                          <a:xfrm flipH="1" flipV="1">
                            <a:off x="2190240" y="28954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333" name="Straight Connector 429"/>
                          <p:cNvCxnSpPr/>
                          <p:nvPr/>
                        </p:nvCxnSpPr>
                        <p:spPr>
                          <a:xfrm flipH="1" flipV="1">
                            <a:off x="2721600" y="28940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334" name="Group 418"/>
                        <p:cNvGrpSpPr/>
                        <p:nvPr/>
                      </p:nvGrpSpPr>
                      <p:grpSpPr>
                        <a:xfrm>
                          <a:off x="2222640" y="2778120"/>
                          <a:ext cx="434160" cy="363960"/>
                          <a:chOff x="2222640" y="2778120"/>
                          <a:chExt cx="434160" cy="363960"/>
                        </a:xfrm>
                      </p:grpSpPr>
                      <p:sp>
                        <p:nvSpPr>
                          <p:cNvPr id="7335" name="Oval 419"/>
                          <p:cNvSpPr/>
                          <p:nvPr/>
                        </p:nvSpPr>
                        <p:spPr>
                          <a:xfrm>
                            <a:off x="2277720" y="285120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36" name="TextBox 420"/>
                          <p:cNvSpPr/>
                          <p:nvPr/>
                        </p:nvSpPr>
                        <p:spPr>
                          <a:xfrm>
                            <a:off x="2222640" y="277812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337" name="Group 385"/>
                      <p:cNvGrpSpPr/>
                      <p:nvPr/>
                    </p:nvGrpSpPr>
                    <p:grpSpPr>
                      <a:xfrm>
                        <a:off x="3002400" y="2212920"/>
                        <a:ext cx="532800" cy="363960"/>
                        <a:chOff x="3002400" y="2212920"/>
                        <a:chExt cx="532800" cy="363960"/>
                      </a:xfrm>
                    </p:grpSpPr>
                    <p:grpSp>
                      <p:nvGrpSpPr>
                        <p:cNvPr id="7338" name="Group 327"/>
                        <p:cNvGrpSpPr/>
                        <p:nvPr/>
                      </p:nvGrpSpPr>
                      <p:grpSpPr>
                        <a:xfrm>
                          <a:off x="3002400" y="2231640"/>
                          <a:ext cx="532800" cy="270360"/>
                          <a:chOff x="3002400" y="2231640"/>
                          <a:chExt cx="532800" cy="270360"/>
                        </a:xfrm>
                      </p:grpSpPr>
                      <p:sp>
                        <p:nvSpPr>
                          <p:cNvPr id="7339" name="Oval 408"/>
                          <p:cNvSpPr/>
                          <p:nvPr/>
                        </p:nvSpPr>
                        <p:spPr>
                          <a:xfrm flipV="1">
                            <a:off x="3003840" y="230328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40" name="Rectangle 409"/>
                          <p:cNvSpPr/>
                          <p:nvPr/>
                        </p:nvSpPr>
                        <p:spPr>
                          <a:xfrm>
                            <a:off x="3002400" y="233352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41" name="Oval 410"/>
                          <p:cNvSpPr/>
                          <p:nvPr/>
                        </p:nvSpPr>
                        <p:spPr>
                          <a:xfrm flipV="1">
                            <a:off x="3002400" y="223128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42" name="Freeform 411"/>
                          <p:cNvSpPr/>
                          <p:nvPr/>
                        </p:nvSpPr>
                        <p:spPr>
                          <a:xfrm>
                            <a:off x="3138480" y="229212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43" name="Freeform 412"/>
                          <p:cNvSpPr/>
                          <p:nvPr/>
                        </p:nvSpPr>
                        <p:spPr>
                          <a:xfrm>
                            <a:off x="3111840" y="226728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44" name="Freeform 413"/>
                          <p:cNvSpPr/>
                          <p:nvPr/>
                        </p:nvSpPr>
                        <p:spPr>
                          <a:xfrm>
                            <a:off x="3316680" y="232596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45" name="Freeform 414"/>
                          <p:cNvSpPr/>
                          <p:nvPr/>
                        </p:nvSpPr>
                        <p:spPr>
                          <a:xfrm>
                            <a:off x="3105720" y="232740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346" name="Straight Connector 415"/>
                          <p:cNvCxnSpPr/>
                          <p:nvPr/>
                        </p:nvCxnSpPr>
                        <p:spPr>
                          <a:xfrm flipH="1" flipV="1">
                            <a:off x="3002400" y="23302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347" name="Straight Connector 416"/>
                          <p:cNvCxnSpPr/>
                          <p:nvPr/>
                        </p:nvCxnSpPr>
                        <p:spPr>
                          <a:xfrm flipH="1" flipV="1">
                            <a:off x="3533400" y="232884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348" name="Group 405"/>
                        <p:cNvGrpSpPr/>
                        <p:nvPr/>
                      </p:nvGrpSpPr>
                      <p:grpSpPr>
                        <a:xfrm>
                          <a:off x="3034800" y="2212920"/>
                          <a:ext cx="421560" cy="363960"/>
                          <a:chOff x="3034800" y="2212920"/>
                          <a:chExt cx="421560" cy="363960"/>
                        </a:xfrm>
                      </p:grpSpPr>
                      <p:sp>
                        <p:nvSpPr>
                          <p:cNvPr id="7349" name="Oval 406"/>
                          <p:cNvSpPr/>
                          <p:nvPr/>
                        </p:nvSpPr>
                        <p:spPr>
                          <a:xfrm>
                            <a:off x="3089880" y="228600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50" name="TextBox 407"/>
                          <p:cNvSpPr/>
                          <p:nvPr/>
                        </p:nvSpPr>
                        <p:spPr>
                          <a:xfrm>
                            <a:off x="3034800" y="221292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351" name="Group 386"/>
                      <p:cNvGrpSpPr/>
                      <p:nvPr/>
                    </p:nvGrpSpPr>
                    <p:grpSpPr>
                      <a:xfrm>
                        <a:off x="1335240" y="2207160"/>
                        <a:ext cx="532800" cy="363960"/>
                        <a:chOff x="1335240" y="2207160"/>
                        <a:chExt cx="532800" cy="363960"/>
                      </a:xfrm>
                    </p:grpSpPr>
                    <p:grpSp>
                      <p:nvGrpSpPr>
                        <p:cNvPr id="7352" name="Group 327"/>
                        <p:cNvGrpSpPr/>
                        <p:nvPr/>
                      </p:nvGrpSpPr>
                      <p:grpSpPr>
                        <a:xfrm>
                          <a:off x="1335240" y="2225520"/>
                          <a:ext cx="532800" cy="270720"/>
                          <a:chOff x="1335240" y="2225520"/>
                          <a:chExt cx="532800" cy="270720"/>
                        </a:xfrm>
                      </p:grpSpPr>
                      <p:sp>
                        <p:nvSpPr>
                          <p:cNvPr id="7353" name="Oval 395"/>
                          <p:cNvSpPr/>
                          <p:nvPr/>
                        </p:nvSpPr>
                        <p:spPr>
                          <a:xfrm flipV="1">
                            <a:off x="1336680" y="229752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54" name="Rectangle 396"/>
                          <p:cNvSpPr/>
                          <p:nvPr/>
                        </p:nvSpPr>
                        <p:spPr>
                          <a:xfrm>
                            <a:off x="1335240" y="232740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55" name="Oval 397"/>
                          <p:cNvSpPr/>
                          <p:nvPr/>
                        </p:nvSpPr>
                        <p:spPr>
                          <a:xfrm flipV="1">
                            <a:off x="1335240" y="222516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56" name="Freeform 398"/>
                          <p:cNvSpPr/>
                          <p:nvPr/>
                        </p:nvSpPr>
                        <p:spPr>
                          <a:xfrm>
                            <a:off x="1471680" y="228636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57" name="Freeform 399"/>
                          <p:cNvSpPr/>
                          <p:nvPr/>
                        </p:nvSpPr>
                        <p:spPr>
                          <a:xfrm>
                            <a:off x="1444680" y="226116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58" name="Freeform 400"/>
                          <p:cNvSpPr/>
                          <p:nvPr/>
                        </p:nvSpPr>
                        <p:spPr>
                          <a:xfrm>
                            <a:off x="1649520" y="232020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59" name="Freeform 401"/>
                          <p:cNvSpPr/>
                          <p:nvPr/>
                        </p:nvSpPr>
                        <p:spPr>
                          <a:xfrm>
                            <a:off x="1438560" y="232164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360" name="Straight Connector 402"/>
                          <p:cNvCxnSpPr/>
                          <p:nvPr/>
                        </p:nvCxnSpPr>
                        <p:spPr>
                          <a:xfrm flipH="1" flipV="1">
                            <a:off x="1335240" y="2324520"/>
                            <a:ext cx="1800" cy="766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361" name="Straight Connector 403"/>
                          <p:cNvCxnSpPr/>
                          <p:nvPr/>
                        </p:nvCxnSpPr>
                        <p:spPr>
                          <a:xfrm flipH="1" flipV="1">
                            <a:off x="1866240" y="2323080"/>
                            <a:ext cx="2160" cy="766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362" name="Group 392"/>
                        <p:cNvGrpSpPr/>
                        <p:nvPr/>
                      </p:nvGrpSpPr>
                      <p:grpSpPr>
                        <a:xfrm>
                          <a:off x="1367640" y="2207160"/>
                          <a:ext cx="434160" cy="363960"/>
                          <a:chOff x="1367640" y="2207160"/>
                          <a:chExt cx="434160" cy="363960"/>
                        </a:xfrm>
                      </p:grpSpPr>
                      <p:sp>
                        <p:nvSpPr>
                          <p:cNvPr id="7363" name="Oval 393"/>
                          <p:cNvSpPr/>
                          <p:nvPr/>
                        </p:nvSpPr>
                        <p:spPr>
                          <a:xfrm>
                            <a:off x="1422720" y="227988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364" name="TextBox 394"/>
                          <p:cNvSpPr/>
                          <p:nvPr/>
                        </p:nvSpPr>
                        <p:spPr>
                          <a:xfrm>
                            <a:off x="1367640" y="22071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365" name="Straight Connector 387"/>
                      <p:cNvCxnSpPr/>
                      <p:nvPr/>
                    </p:nvCxnSpPr>
                    <p:spPr>
                      <a:xfrm>
                        <a:off x="2640960" y="1906200"/>
                        <a:ext cx="453240" cy="34344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366" name="Straight Connector 388"/>
                      <p:cNvCxnSpPr/>
                      <p:nvPr/>
                    </p:nvCxnSpPr>
                    <p:spPr>
                      <a:xfrm>
                        <a:off x="1775160" y="2492280"/>
                        <a:ext cx="450720" cy="33120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367" name="Straight Connector 389"/>
                      <p:cNvCxnSpPr/>
                      <p:nvPr/>
                    </p:nvCxnSpPr>
                    <p:spPr>
                      <a:xfrm flipH="1">
                        <a:off x="2619720" y="2489400"/>
                        <a:ext cx="47916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368" name="Straight Connector 390"/>
                      <p:cNvCxnSpPr/>
                      <p:nvPr/>
                    </p:nvCxnSpPr>
                    <p:spPr>
                      <a:xfrm flipH="1">
                        <a:off x="1763280" y="1917720"/>
                        <a:ext cx="47916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</p:grpSp>
              <p:sp>
                <p:nvSpPr>
                  <p:cNvPr id="7369" name="TextBox 379"/>
                  <p:cNvSpPr/>
                  <p:nvPr/>
                </p:nvSpPr>
                <p:spPr>
                  <a:xfrm>
                    <a:off x="1117440" y="1616760"/>
                    <a:ext cx="75312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</a:pPr>
                    <a:r>
                      <a:rPr lang="en-US" sz="2000" b="0" u="none" strike="noStrike">
                        <a:solidFill>
                          <a:srgbClr val="00009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AS 1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cxnSp>
                <p:nvCxnSpPr>
                  <p:cNvPr id="7370" name="Straight Connector 380"/>
                  <p:cNvCxnSpPr/>
                  <p:nvPr/>
                </p:nvCxnSpPr>
                <p:spPr>
                  <a:xfrm flipH="1" flipV="1">
                    <a:off x="3535200" y="2394000"/>
                    <a:ext cx="1031040" cy="699480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</a:ln>
                </p:spPr>
              </p:cxnSp>
            </p:grpSp>
            <p:cxnSp>
              <p:nvCxnSpPr>
                <p:cNvPr id="7371" name="Straight Connector 377"/>
                <p:cNvCxnSpPr/>
                <p:nvPr/>
              </p:nvCxnSpPr>
              <p:spPr>
                <a:xfrm flipV="1">
                  <a:off x="6644520" y="1912680"/>
                  <a:ext cx="1398960" cy="1063440"/>
                </a:xfrm>
                <a:prstGeom prst="straightConnector1">
                  <a:avLst/>
                </a:prstGeom>
                <a:ln w="3810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7372" name="Group 357"/>
              <p:cNvGrpSpPr/>
              <p:nvPr/>
            </p:nvGrpSpPr>
            <p:grpSpPr>
              <a:xfrm>
                <a:off x="9212760" y="2179440"/>
                <a:ext cx="1701360" cy="615960"/>
                <a:chOff x="9212760" y="2179440"/>
                <a:chExt cx="1701360" cy="615960"/>
              </a:xfrm>
            </p:grpSpPr>
            <p:grpSp>
              <p:nvGrpSpPr>
                <p:cNvPr id="7373" name="Group 358"/>
                <p:cNvGrpSpPr/>
                <p:nvPr/>
              </p:nvGrpSpPr>
              <p:grpSpPr>
                <a:xfrm>
                  <a:off x="9212760" y="2179440"/>
                  <a:ext cx="1701360" cy="615960"/>
                  <a:chOff x="9212760" y="2179440"/>
                  <a:chExt cx="1701360" cy="615960"/>
                </a:xfrm>
              </p:grpSpPr>
              <p:sp>
                <p:nvSpPr>
                  <p:cNvPr id="7374" name="Freeform 2"/>
                  <p:cNvSpPr/>
                  <p:nvPr/>
                </p:nvSpPr>
                <p:spPr>
                  <a:xfrm>
                    <a:off x="9212760" y="2179440"/>
                    <a:ext cx="1701360" cy="615960"/>
                  </a:xfrm>
                  <a:custGeom>
                    <a:avLst/>
                    <a:gdLst>
                      <a:gd name="textAreaLeft" fmla="*/ 0 w 1701360"/>
                      <a:gd name="textAreaRight" fmla="*/ 1701720 w 1701360"/>
                      <a:gd name="textAreaTop" fmla="*/ 0 h 615960"/>
                      <a:gd name="textAreaBottom" fmla="*/ 616320 h 615960"/>
                      <a:gd name="GluePoint1X" fmla="*/ 40 w 11293"/>
                      <a:gd name="GluePoint1Y" fmla="*/ 9082 h 11127"/>
                      <a:gd name="GluePoint2X" fmla="*/ 4577 w 11293"/>
                      <a:gd name="GluePoint2Y" fmla="*/ 470 h 11127"/>
                      <a:gd name="GluePoint3X" fmla="*/ 7822 w 11293"/>
                      <a:gd name="GluePoint3Y" fmla="*/ 1336 h 11127"/>
                      <a:gd name="GluePoint4X" fmla="*/ 10740 w 11293"/>
                      <a:gd name="GluePoint4Y" fmla="*/ 3004 h 11127"/>
                      <a:gd name="GluePoint5X" fmla="*/ 11102 w 11293"/>
                      <a:gd name="GluePoint5Y" fmla="*/ 7683 h 11127"/>
                      <a:gd name="GluePoint6X" fmla="*/ 8541 w 11293"/>
                      <a:gd name="GluePoint6Y" fmla="*/ 11085 h 11127"/>
                      <a:gd name="GluePoint7X" fmla="*/ 2705 w 11293"/>
                      <a:gd name="GluePoint7Y" fmla="*/ 9564 h 11127"/>
                      <a:gd name="GluePoint8X" fmla="*/ 40 w 11293"/>
                      <a:gd name="GluePoint8Y" fmla="*/ 9082 h 11127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</a:cxnLst>
                    <a:rect l="textAreaLeft" t="textAreaTop" r="textAreaRight" b="textAreaBottom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7375" name="Group 327"/>
                  <p:cNvGrpSpPr/>
                  <p:nvPr/>
                </p:nvGrpSpPr>
                <p:grpSpPr>
                  <a:xfrm>
                    <a:off x="10312200" y="2312280"/>
                    <a:ext cx="536760" cy="263160"/>
                    <a:chOff x="10312200" y="2312280"/>
                    <a:chExt cx="536760" cy="263160"/>
                  </a:xfrm>
                </p:grpSpPr>
                <p:sp>
                  <p:nvSpPr>
                    <p:cNvPr id="7376" name="Oval 365"/>
                    <p:cNvSpPr/>
                    <p:nvPr/>
                  </p:nvSpPr>
                  <p:spPr>
                    <a:xfrm flipV="1">
                      <a:off x="10314000" y="2382480"/>
                      <a:ext cx="534600" cy="192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377" name="Rectangle 366"/>
                    <p:cNvSpPr/>
                    <p:nvPr/>
                  </p:nvSpPr>
                  <p:spPr>
                    <a:xfrm>
                      <a:off x="10312560" y="2411280"/>
                      <a:ext cx="536040" cy="684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3760" rIns="90000" bIns="237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378" name="Oval 367"/>
                    <p:cNvSpPr/>
                    <p:nvPr/>
                  </p:nvSpPr>
                  <p:spPr>
                    <a:xfrm flipV="1">
                      <a:off x="10312560" y="2312280"/>
                      <a:ext cx="534600" cy="1929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379" name="Freeform 368"/>
                    <p:cNvSpPr/>
                    <p:nvPr/>
                  </p:nvSpPr>
                  <p:spPr>
                    <a:xfrm>
                      <a:off x="10449720" y="2371320"/>
                      <a:ext cx="260280" cy="95760"/>
                    </a:xfrm>
                    <a:custGeom>
                      <a:avLst/>
                      <a:gdLst>
                        <a:gd name="textAreaLeft" fmla="*/ 0 w 260280"/>
                        <a:gd name="textAreaRight" fmla="*/ 260640 w 260280"/>
                        <a:gd name="textAreaTop" fmla="*/ 0 h 95760"/>
                        <a:gd name="textAreaBottom" fmla="*/ 96120 h 9576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380" name="Freeform 369"/>
                    <p:cNvSpPr/>
                    <p:nvPr/>
                  </p:nvSpPr>
                  <p:spPr>
                    <a:xfrm>
                      <a:off x="10422360" y="2346840"/>
                      <a:ext cx="314640" cy="66960"/>
                    </a:xfrm>
                    <a:custGeom>
                      <a:avLst/>
                      <a:gdLst>
                        <a:gd name="textAreaLeft" fmla="*/ 0 w 314640"/>
                        <a:gd name="textAreaRight" fmla="*/ 315000 w 314640"/>
                        <a:gd name="textAreaTop" fmla="*/ 0 h 66960"/>
                        <a:gd name="textAreaBottom" fmla="*/ 67320 h 669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2320" rIns="90000" bIns="223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381" name="Freeform 370"/>
                    <p:cNvSpPr/>
                    <p:nvPr/>
                  </p:nvSpPr>
                  <p:spPr>
                    <a:xfrm>
                      <a:off x="10629000" y="2404080"/>
                      <a:ext cx="115560" cy="58320"/>
                    </a:xfrm>
                    <a:custGeom>
                      <a:avLst/>
                      <a:gdLst>
                        <a:gd name="textAreaLeft" fmla="*/ 0 w 115560"/>
                        <a:gd name="textAreaRight" fmla="*/ 115920 w 115560"/>
                        <a:gd name="textAreaTop" fmla="*/ 0 h 58320"/>
                        <a:gd name="textAreaBottom" fmla="*/ 58680 h 583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3680" rIns="90000" bIns="136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382" name="Freeform 371"/>
                    <p:cNvSpPr/>
                    <p:nvPr/>
                  </p:nvSpPr>
                  <p:spPr>
                    <a:xfrm>
                      <a:off x="10416600" y="2405520"/>
                      <a:ext cx="114120" cy="56880"/>
                    </a:xfrm>
                    <a:custGeom>
                      <a:avLst/>
                      <a:gdLst>
                        <a:gd name="textAreaLeft" fmla="*/ 0 w 114120"/>
                        <a:gd name="textAreaRight" fmla="*/ 114480 w 114120"/>
                        <a:gd name="textAreaTop" fmla="*/ 0 h 56880"/>
                        <a:gd name="textAreaBottom" fmla="*/ 57240 h 568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2240" rIns="90000" bIns="122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7383" name="Straight Connector 372"/>
                    <p:cNvCxnSpPr/>
                    <p:nvPr/>
                  </p:nvCxnSpPr>
                  <p:spPr>
                    <a:xfrm flipH="1" flipV="1">
                      <a:off x="10312200" y="2408400"/>
                      <a:ext cx="1800" cy="7452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7384" name="Straight Connector 373"/>
                    <p:cNvCxnSpPr/>
                    <p:nvPr/>
                  </p:nvCxnSpPr>
                  <p:spPr>
                    <a:xfrm flipH="1" flipV="1">
                      <a:off x="10847520" y="2406960"/>
                      <a:ext cx="1800" cy="7452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7385" name="Group 362"/>
                  <p:cNvGrpSpPr/>
                  <p:nvPr/>
                </p:nvGrpSpPr>
                <p:grpSpPr>
                  <a:xfrm>
                    <a:off x="10283760" y="2293920"/>
                    <a:ext cx="460440" cy="364680"/>
                    <a:chOff x="10283760" y="2293920"/>
                    <a:chExt cx="460440" cy="364680"/>
                  </a:xfrm>
                </p:grpSpPr>
                <p:sp>
                  <p:nvSpPr>
                    <p:cNvPr id="7386" name="Oval 363"/>
                    <p:cNvSpPr/>
                    <p:nvPr/>
                  </p:nvSpPr>
                  <p:spPr>
                    <a:xfrm>
                      <a:off x="10400400" y="2364840"/>
                      <a:ext cx="338040" cy="20880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387" name="TextBox 364"/>
                    <p:cNvSpPr/>
                    <p:nvPr/>
                  </p:nvSpPr>
                  <p:spPr>
                    <a:xfrm>
                      <a:off x="10283760" y="2293920"/>
                      <a:ext cx="460440" cy="3646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  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cxnSp>
              <p:nvCxnSpPr>
                <p:cNvPr id="7388" name="Straight Connector 359"/>
                <p:cNvCxnSpPr/>
                <p:nvPr/>
              </p:nvCxnSpPr>
              <p:spPr>
                <a:xfrm flipH="1">
                  <a:off x="9435600" y="2460960"/>
                  <a:ext cx="870120" cy="1044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</p:grpSp>
        </p:grpSp>
        <p:cxnSp>
          <p:nvCxnSpPr>
            <p:cNvPr id="7389" name="Straight Connector 337"/>
            <p:cNvCxnSpPr/>
            <p:nvPr/>
          </p:nvCxnSpPr>
          <p:spPr>
            <a:xfrm flipV="1">
              <a:off x="3540240" y="1928880"/>
              <a:ext cx="4451400" cy="42300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</a:ln>
          </p:spPr>
        </p:cxnSp>
      </p:grpSp>
      <p:grpSp>
        <p:nvGrpSpPr>
          <p:cNvPr id="7390" name="Group 2"/>
          <p:cNvGrpSpPr/>
          <p:nvPr/>
        </p:nvGrpSpPr>
        <p:grpSpPr>
          <a:xfrm>
            <a:off x="1833840" y="1828800"/>
            <a:ext cx="1555200" cy="1071360"/>
            <a:chOff x="1833840" y="1828800"/>
            <a:chExt cx="1555200" cy="1071360"/>
          </a:xfrm>
        </p:grpSpPr>
        <p:grpSp>
          <p:nvGrpSpPr>
            <p:cNvPr id="7391" name="Group 238"/>
            <p:cNvGrpSpPr/>
            <p:nvPr/>
          </p:nvGrpSpPr>
          <p:grpSpPr>
            <a:xfrm>
              <a:off x="1833840" y="1964880"/>
              <a:ext cx="1118880" cy="826560"/>
              <a:chOff x="1833840" y="1964880"/>
              <a:chExt cx="1118880" cy="826560"/>
            </a:xfrm>
          </p:grpSpPr>
          <p:cxnSp>
            <p:nvCxnSpPr>
              <p:cNvPr id="7392" name="Straight Arrow Connector 250"/>
              <p:cNvCxnSpPr/>
              <p:nvPr/>
            </p:nvCxnSpPr>
            <p:spPr>
              <a:xfrm flipH="1" flipV="1">
                <a:off x="2550960" y="1964880"/>
                <a:ext cx="402120" cy="302760"/>
              </a:xfrm>
              <a:prstGeom prst="straightConnector1">
                <a:avLst/>
              </a:prstGeom>
              <a:ln w="25400">
                <a:solidFill>
                  <a:srgbClr val="CC0000"/>
                </a:solidFill>
                <a:round/>
                <a:tailEnd len="med" type="triangle" w="med"/>
              </a:ln>
            </p:spPr>
          </p:cxnSp>
          <p:cxnSp>
            <p:nvCxnSpPr>
              <p:cNvPr id="7393" name="Straight Arrow Connector 251"/>
              <p:cNvCxnSpPr/>
              <p:nvPr/>
            </p:nvCxnSpPr>
            <p:spPr>
              <a:xfrm flipH="1" flipV="1">
                <a:off x="1833840" y="2336400"/>
                <a:ext cx="1059840" cy="14760"/>
              </a:xfrm>
              <a:prstGeom prst="straightConnector1">
                <a:avLst/>
              </a:prstGeom>
              <a:ln w="25400">
                <a:solidFill>
                  <a:srgbClr val="CC0000"/>
                </a:solidFill>
                <a:round/>
                <a:tailEnd len="med" type="triangle" w="med"/>
              </a:ln>
            </p:spPr>
          </p:cxnSp>
          <p:cxnSp>
            <p:nvCxnSpPr>
              <p:cNvPr id="7394" name="Straight Arrow Connector 252"/>
              <p:cNvCxnSpPr/>
              <p:nvPr/>
            </p:nvCxnSpPr>
            <p:spPr>
              <a:xfrm flipH="1">
                <a:off x="2530440" y="2489040"/>
                <a:ext cx="402120" cy="302760"/>
              </a:xfrm>
              <a:prstGeom prst="straightConnector1">
                <a:avLst/>
              </a:prstGeom>
              <a:ln w="25400">
                <a:solidFill>
                  <a:srgbClr val="CC0000"/>
                </a:solidFill>
                <a:round/>
                <a:tailEnd len="med" type="triangle" w="med"/>
              </a:ln>
            </p:spPr>
          </p:cxnSp>
        </p:grpSp>
        <p:sp>
          <p:nvSpPr>
            <p:cNvPr id="7395" name="TextBox 1"/>
            <p:cNvSpPr/>
            <p:nvPr/>
          </p:nvSpPr>
          <p:spPr>
            <a:xfrm>
              <a:off x="1977480" y="2036520"/>
              <a:ext cx="7290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AS3,X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6" name="TextBox 253"/>
            <p:cNvSpPr/>
            <p:nvPr/>
          </p:nvSpPr>
          <p:spPr>
            <a:xfrm>
              <a:off x="2660040" y="1828800"/>
              <a:ext cx="7290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AS3,X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7" name="TextBox 254"/>
            <p:cNvSpPr/>
            <p:nvPr/>
          </p:nvSpPr>
          <p:spPr>
            <a:xfrm>
              <a:off x="2618640" y="2535480"/>
              <a:ext cx="7290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AS3,X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98" name="PlaceHolder 2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BGP path advertisement: multiple paths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967" dur="indefinite" restart="never" nodeType="tmRoot">
          <p:childTnLst>
            <p:seq>
              <p:cTn id="1968" dur="indefinite" nodeType="mainSeq">
                <p:childTnLst>
                  <p:par>
                    <p:cTn id="1969" fill="hold">
                      <p:stCondLst>
                        <p:cond delay="0"/>
                      </p:stCondLst>
                      <p:childTnLst>
                        <p:par>
                          <p:cTn id="1970" fill="hold">
                            <p:stCondLst>
                              <p:cond delay="0"/>
                            </p:stCondLst>
                            <p:childTnLst>
                              <p:par>
                                <p:cTn id="1971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73" dur="10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975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77" dur="1000"/>
                                        <p:tgtEl>
                                          <p:spTgt spid="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79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81" dur="500"/>
                                        <p:tgtEl>
                                          <p:spTgt spid="7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2" fill="hold">
                      <p:stCondLst>
                        <p:cond delay="indefinite"/>
                      </p:stCondLst>
                      <p:childTnLst>
                        <p:par>
                          <p:cTn id="1983" fill="hold">
                            <p:stCondLst>
                              <p:cond delay="0"/>
                            </p:stCondLst>
                            <p:childTnLst>
                              <p:par>
                                <p:cTn id="1984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86" dur="1000"/>
                                        <p:tgtEl>
                                          <p:spTgt spid="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988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90" dur="500"/>
                                        <p:tgtEl>
                                          <p:spTgt spid="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1" fill="hold">
                      <p:stCondLst>
                        <p:cond delay="indefinite"/>
                      </p:stCondLst>
                      <p:childTnLst>
                        <p:par>
                          <p:cTn id="1992" fill="hold">
                            <p:stCondLst>
                              <p:cond delay="0"/>
                            </p:stCondLst>
                            <p:childTnLst>
                              <p:par>
                                <p:cTn id="199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95" dur="500"/>
                                        <p:tgtEl>
                                          <p:spTgt spid="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97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99" dur="500"/>
                                        <p:tgtEl>
                                          <p:spTgt spid="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0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002" dur="1000"/>
                                        <p:tgtEl>
                                          <p:spTgt spid="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99" name="Group 434"/>
          <p:cNvGrpSpPr/>
          <p:nvPr/>
        </p:nvGrpSpPr>
        <p:grpSpPr>
          <a:xfrm>
            <a:off x="1163520" y="1064160"/>
            <a:ext cx="9800640" cy="2876040"/>
            <a:chOff x="1163520" y="1064160"/>
            <a:chExt cx="9800640" cy="2876040"/>
          </a:xfrm>
        </p:grpSpPr>
        <p:grpSp>
          <p:nvGrpSpPr>
            <p:cNvPr id="7400" name="Group 435"/>
            <p:cNvGrpSpPr/>
            <p:nvPr/>
          </p:nvGrpSpPr>
          <p:grpSpPr>
            <a:xfrm>
              <a:off x="1163520" y="1064160"/>
              <a:ext cx="9800640" cy="2876040"/>
              <a:chOff x="1163520" y="1064160"/>
              <a:chExt cx="9800640" cy="2876040"/>
            </a:xfrm>
          </p:grpSpPr>
          <p:grpSp>
            <p:nvGrpSpPr>
              <p:cNvPr id="7401" name="Group 437"/>
              <p:cNvGrpSpPr/>
              <p:nvPr/>
            </p:nvGrpSpPr>
            <p:grpSpPr>
              <a:xfrm>
                <a:off x="1163520" y="1064160"/>
                <a:ext cx="9249120" cy="2876040"/>
                <a:chOff x="1163520" y="1064160"/>
                <a:chExt cx="9249120" cy="2876040"/>
              </a:xfrm>
            </p:grpSpPr>
            <p:grpSp>
              <p:nvGrpSpPr>
                <p:cNvPr id="7402" name="Group 455"/>
                <p:cNvGrpSpPr/>
                <p:nvPr/>
              </p:nvGrpSpPr>
              <p:grpSpPr>
                <a:xfrm>
                  <a:off x="4362840" y="2220120"/>
                  <a:ext cx="2545200" cy="1720080"/>
                  <a:chOff x="4362840" y="2220120"/>
                  <a:chExt cx="2545200" cy="1720080"/>
                </a:xfrm>
              </p:grpSpPr>
              <p:grpSp>
                <p:nvGrpSpPr>
                  <p:cNvPr id="7403" name="Group 589"/>
                  <p:cNvGrpSpPr/>
                  <p:nvPr/>
                </p:nvGrpSpPr>
                <p:grpSpPr>
                  <a:xfrm>
                    <a:off x="4362840" y="2220120"/>
                    <a:ext cx="2545200" cy="1720080"/>
                    <a:chOff x="4362840" y="2220120"/>
                    <a:chExt cx="2545200" cy="1720080"/>
                  </a:xfrm>
                </p:grpSpPr>
                <p:sp>
                  <p:nvSpPr>
                    <p:cNvPr id="7404" name="Freeform 2"/>
                    <p:cNvSpPr/>
                    <p:nvPr/>
                  </p:nvSpPr>
                  <p:spPr>
                    <a:xfrm>
                      <a:off x="4362840" y="2220120"/>
                      <a:ext cx="2545200" cy="1720080"/>
                    </a:xfrm>
                    <a:custGeom>
                      <a:avLst/>
                      <a:gdLst>
                        <a:gd name="textAreaLeft" fmla="*/ 0 w 2545200"/>
                        <a:gd name="textAreaRight" fmla="*/ 2545560 w 2545200"/>
                        <a:gd name="textAreaTop" fmla="*/ 0 h 1720080"/>
                        <a:gd name="textAreaBottom" fmla="*/ 1720440 h 1720080"/>
                        <a:gd name="GluePoint1X" fmla="*/ 45 w 10000"/>
                        <a:gd name="GluePoint1Y" fmla="*/ 5036 h 10795"/>
                        <a:gd name="GluePoint2X" fmla="*/ 2738 w 10000"/>
                        <a:gd name="GluePoint2Y" fmla="*/ 2811 h 10795"/>
                        <a:gd name="GluePoint3X" fmla="*/ 4886 w 10000"/>
                        <a:gd name="GluePoint3Y" fmla="*/ 4 h 10795"/>
                        <a:gd name="GluePoint4X" fmla="*/ 8068 w 10000"/>
                        <a:gd name="GluePoint4Y" fmla="*/ 2813 h 10795"/>
                        <a:gd name="GluePoint5X" fmla="*/ 9996 w 10000"/>
                        <a:gd name="GluePoint5Y" fmla="*/ 5413 h 10795"/>
                        <a:gd name="GluePoint6X" fmla="*/ 8476 w 10000"/>
                        <a:gd name="GluePoint6Y" fmla="*/ 7306 h 10795"/>
                        <a:gd name="GluePoint7X" fmla="*/ 5202 w 10000"/>
                        <a:gd name="GluePoint7Y" fmla="*/ 10795 h 10795"/>
                        <a:gd name="GluePoint8X" fmla="*/ 2753 w 10000"/>
                        <a:gd name="GluePoint8Y" fmla="*/ 7683 h 10795"/>
                        <a:gd name="GluePoint9X" fmla="*/ 1375 w 10000"/>
                        <a:gd name="GluePoint9Y" fmla="*/ 7365 h 10795"/>
                        <a:gd name="GluePoint10X" fmla="*/ 45 w 10000"/>
                        <a:gd name="GluePoint10Y" fmla="*/ 5036 h 1079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</a:cxnLst>
                      <a:rect l="textAreaLeft" t="textAreaTop" r="textAreaRight" b="textAreaBottom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grpSp>
                  <p:nvGrpSpPr>
                    <p:cNvPr id="7405" name="Group 592"/>
                    <p:cNvGrpSpPr/>
                    <p:nvPr/>
                  </p:nvGrpSpPr>
                  <p:grpSpPr>
                    <a:xfrm>
                      <a:off x="4583520" y="2360160"/>
                      <a:ext cx="2189880" cy="1497240"/>
                      <a:chOff x="4583520" y="2360160"/>
                      <a:chExt cx="2189880" cy="1497240"/>
                    </a:xfrm>
                  </p:grpSpPr>
                  <p:grpSp>
                    <p:nvGrpSpPr>
                      <p:cNvPr id="7406" name="Group 593"/>
                      <p:cNvGrpSpPr/>
                      <p:nvPr/>
                    </p:nvGrpSpPr>
                    <p:grpSpPr>
                      <a:xfrm>
                        <a:off x="5430960" y="2360160"/>
                        <a:ext cx="530280" cy="363960"/>
                        <a:chOff x="5430960" y="2360160"/>
                        <a:chExt cx="530280" cy="363960"/>
                      </a:xfrm>
                    </p:grpSpPr>
                    <p:grpSp>
                      <p:nvGrpSpPr>
                        <p:cNvPr id="7407" name="Group 327"/>
                        <p:cNvGrpSpPr/>
                        <p:nvPr/>
                      </p:nvGrpSpPr>
                      <p:grpSpPr>
                        <a:xfrm>
                          <a:off x="5430960" y="2378880"/>
                          <a:ext cx="530280" cy="271080"/>
                          <a:chOff x="5430960" y="2378880"/>
                          <a:chExt cx="530280" cy="271080"/>
                        </a:xfrm>
                      </p:grpSpPr>
                      <p:sp>
                        <p:nvSpPr>
                          <p:cNvPr id="7408" name="Oval 643"/>
                          <p:cNvSpPr/>
                          <p:nvPr/>
                        </p:nvSpPr>
                        <p:spPr>
                          <a:xfrm flipV="1">
                            <a:off x="5432400" y="245124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09" name="Rectangle 644"/>
                          <p:cNvSpPr/>
                          <p:nvPr/>
                        </p:nvSpPr>
                        <p:spPr>
                          <a:xfrm>
                            <a:off x="5430960" y="248076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10" name="Oval 645"/>
                          <p:cNvSpPr/>
                          <p:nvPr/>
                        </p:nvSpPr>
                        <p:spPr>
                          <a:xfrm flipV="1">
                            <a:off x="5430960" y="237888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11" name="Freeform 646"/>
                          <p:cNvSpPr/>
                          <p:nvPr/>
                        </p:nvSpPr>
                        <p:spPr>
                          <a:xfrm>
                            <a:off x="5566680" y="243936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12" name="Freeform 647"/>
                          <p:cNvSpPr/>
                          <p:nvPr/>
                        </p:nvSpPr>
                        <p:spPr>
                          <a:xfrm>
                            <a:off x="5539680" y="241452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13" name="Freeform 648"/>
                          <p:cNvSpPr/>
                          <p:nvPr/>
                        </p:nvSpPr>
                        <p:spPr>
                          <a:xfrm>
                            <a:off x="5743800" y="247320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14" name="Freeform 649"/>
                          <p:cNvSpPr/>
                          <p:nvPr/>
                        </p:nvSpPr>
                        <p:spPr>
                          <a:xfrm>
                            <a:off x="5533920" y="247464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415" name="Straight Connector 650"/>
                          <p:cNvCxnSpPr/>
                          <p:nvPr/>
                        </p:nvCxnSpPr>
                        <p:spPr>
                          <a:xfrm flipH="1" flipV="1">
                            <a:off x="5430960" y="24775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416" name="Straight Connector 651"/>
                          <p:cNvCxnSpPr/>
                          <p:nvPr/>
                        </p:nvCxnSpPr>
                        <p:spPr>
                          <a:xfrm flipH="1" flipV="1">
                            <a:off x="5959800" y="24760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417" name="Group 640"/>
                        <p:cNvGrpSpPr/>
                        <p:nvPr/>
                      </p:nvGrpSpPr>
                      <p:grpSpPr>
                        <a:xfrm>
                          <a:off x="5463000" y="2360160"/>
                          <a:ext cx="434160" cy="363960"/>
                          <a:chOff x="5463000" y="2360160"/>
                          <a:chExt cx="434160" cy="363960"/>
                        </a:xfrm>
                      </p:grpSpPr>
                      <p:sp>
                        <p:nvSpPr>
                          <p:cNvPr id="7418" name="Oval 641"/>
                          <p:cNvSpPr/>
                          <p:nvPr/>
                        </p:nvSpPr>
                        <p:spPr>
                          <a:xfrm>
                            <a:off x="5518080" y="243288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19" name="TextBox 642"/>
                          <p:cNvSpPr/>
                          <p:nvPr/>
                        </p:nvSpPr>
                        <p:spPr>
                          <a:xfrm>
                            <a:off x="5463000" y="23601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420" name="Group 594"/>
                      <p:cNvGrpSpPr/>
                      <p:nvPr/>
                    </p:nvGrpSpPr>
                    <p:grpSpPr>
                      <a:xfrm>
                        <a:off x="5434920" y="3493440"/>
                        <a:ext cx="530280" cy="363960"/>
                        <a:chOff x="5434920" y="3493440"/>
                        <a:chExt cx="530280" cy="363960"/>
                      </a:xfrm>
                    </p:grpSpPr>
                    <p:grpSp>
                      <p:nvGrpSpPr>
                        <p:cNvPr id="7421" name="Group 327"/>
                        <p:cNvGrpSpPr/>
                        <p:nvPr/>
                      </p:nvGrpSpPr>
                      <p:grpSpPr>
                        <a:xfrm>
                          <a:off x="5434920" y="3512520"/>
                          <a:ext cx="530280" cy="271080"/>
                          <a:chOff x="5434920" y="3512520"/>
                          <a:chExt cx="530280" cy="271080"/>
                        </a:xfrm>
                      </p:grpSpPr>
                      <p:sp>
                        <p:nvSpPr>
                          <p:cNvPr id="7422" name="Oval 630"/>
                          <p:cNvSpPr/>
                          <p:nvPr/>
                        </p:nvSpPr>
                        <p:spPr>
                          <a:xfrm flipV="1">
                            <a:off x="5436360" y="358488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23" name="Rectangle 631"/>
                          <p:cNvSpPr/>
                          <p:nvPr/>
                        </p:nvSpPr>
                        <p:spPr>
                          <a:xfrm>
                            <a:off x="5434920" y="361440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24" name="Oval 632"/>
                          <p:cNvSpPr/>
                          <p:nvPr/>
                        </p:nvSpPr>
                        <p:spPr>
                          <a:xfrm flipV="1">
                            <a:off x="5434920" y="351252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25" name="Freeform 633"/>
                          <p:cNvSpPr/>
                          <p:nvPr/>
                        </p:nvSpPr>
                        <p:spPr>
                          <a:xfrm>
                            <a:off x="5570640" y="357300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26" name="Freeform 634"/>
                          <p:cNvSpPr/>
                          <p:nvPr/>
                        </p:nvSpPr>
                        <p:spPr>
                          <a:xfrm>
                            <a:off x="5543640" y="354780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27" name="Freeform 635"/>
                          <p:cNvSpPr/>
                          <p:nvPr/>
                        </p:nvSpPr>
                        <p:spPr>
                          <a:xfrm>
                            <a:off x="5747760" y="360684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28" name="Freeform 636"/>
                          <p:cNvSpPr/>
                          <p:nvPr/>
                        </p:nvSpPr>
                        <p:spPr>
                          <a:xfrm>
                            <a:off x="5537880" y="360828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429" name="Straight Connector 637"/>
                          <p:cNvCxnSpPr/>
                          <p:nvPr/>
                        </p:nvCxnSpPr>
                        <p:spPr>
                          <a:xfrm flipH="1" flipV="1">
                            <a:off x="5434920" y="361116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430" name="Straight Connector 638"/>
                          <p:cNvCxnSpPr/>
                          <p:nvPr/>
                        </p:nvCxnSpPr>
                        <p:spPr>
                          <a:xfrm flipH="1" flipV="1">
                            <a:off x="5963760" y="36097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431" name="Group 627"/>
                        <p:cNvGrpSpPr/>
                        <p:nvPr/>
                      </p:nvGrpSpPr>
                      <p:grpSpPr>
                        <a:xfrm>
                          <a:off x="5466960" y="3493440"/>
                          <a:ext cx="434160" cy="363960"/>
                          <a:chOff x="5466960" y="3493440"/>
                          <a:chExt cx="434160" cy="363960"/>
                        </a:xfrm>
                      </p:grpSpPr>
                      <p:sp>
                        <p:nvSpPr>
                          <p:cNvPr id="7432" name="Oval 628"/>
                          <p:cNvSpPr/>
                          <p:nvPr/>
                        </p:nvSpPr>
                        <p:spPr>
                          <a:xfrm>
                            <a:off x="5522040" y="356652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33" name="TextBox 629"/>
                          <p:cNvSpPr/>
                          <p:nvPr/>
                        </p:nvSpPr>
                        <p:spPr>
                          <a:xfrm>
                            <a:off x="5466960" y="349344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434" name="Group 595"/>
                      <p:cNvGrpSpPr/>
                      <p:nvPr/>
                    </p:nvGrpSpPr>
                    <p:grpSpPr>
                      <a:xfrm>
                        <a:off x="6243120" y="2927880"/>
                        <a:ext cx="530280" cy="363960"/>
                        <a:chOff x="6243120" y="2927880"/>
                        <a:chExt cx="530280" cy="363960"/>
                      </a:xfrm>
                    </p:grpSpPr>
                    <p:grpSp>
                      <p:nvGrpSpPr>
                        <p:cNvPr id="7435" name="Group 327"/>
                        <p:cNvGrpSpPr/>
                        <p:nvPr/>
                      </p:nvGrpSpPr>
                      <p:grpSpPr>
                        <a:xfrm>
                          <a:off x="6243120" y="2946600"/>
                          <a:ext cx="530280" cy="271080"/>
                          <a:chOff x="6243120" y="2946600"/>
                          <a:chExt cx="530280" cy="271080"/>
                        </a:xfrm>
                      </p:grpSpPr>
                      <p:sp>
                        <p:nvSpPr>
                          <p:cNvPr id="7436" name="Oval 617"/>
                          <p:cNvSpPr/>
                          <p:nvPr/>
                        </p:nvSpPr>
                        <p:spPr>
                          <a:xfrm flipV="1">
                            <a:off x="6244920" y="301896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37" name="Rectangle 618"/>
                          <p:cNvSpPr/>
                          <p:nvPr/>
                        </p:nvSpPr>
                        <p:spPr>
                          <a:xfrm>
                            <a:off x="6243480" y="304848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38" name="Oval 619"/>
                          <p:cNvSpPr/>
                          <p:nvPr/>
                        </p:nvSpPr>
                        <p:spPr>
                          <a:xfrm flipV="1">
                            <a:off x="6243480" y="294660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39" name="Freeform 620"/>
                          <p:cNvSpPr/>
                          <p:nvPr/>
                        </p:nvSpPr>
                        <p:spPr>
                          <a:xfrm>
                            <a:off x="6378840" y="300708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40" name="Freeform 621"/>
                          <p:cNvSpPr/>
                          <p:nvPr/>
                        </p:nvSpPr>
                        <p:spPr>
                          <a:xfrm>
                            <a:off x="6352200" y="298224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41" name="Freeform 622"/>
                          <p:cNvSpPr/>
                          <p:nvPr/>
                        </p:nvSpPr>
                        <p:spPr>
                          <a:xfrm>
                            <a:off x="6556320" y="304092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42" name="Freeform 623"/>
                          <p:cNvSpPr/>
                          <p:nvPr/>
                        </p:nvSpPr>
                        <p:spPr>
                          <a:xfrm>
                            <a:off x="6346080" y="304236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443" name="Straight Connector 624"/>
                          <p:cNvCxnSpPr/>
                          <p:nvPr/>
                        </p:nvCxnSpPr>
                        <p:spPr>
                          <a:xfrm flipH="1" flipV="1">
                            <a:off x="6243120" y="30452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444" name="Straight Connector 625"/>
                          <p:cNvCxnSpPr/>
                          <p:nvPr/>
                        </p:nvCxnSpPr>
                        <p:spPr>
                          <a:xfrm flipH="1" flipV="1">
                            <a:off x="6771960" y="304380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445" name="Group 614"/>
                        <p:cNvGrpSpPr/>
                        <p:nvPr/>
                      </p:nvGrpSpPr>
                      <p:grpSpPr>
                        <a:xfrm>
                          <a:off x="6275520" y="2927880"/>
                          <a:ext cx="421560" cy="363960"/>
                          <a:chOff x="6275520" y="2927880"/>
                          <a:chExt cx="421560" cy="363960"/>
                        </a:xfrm>
                      </p:grpSpPr>
                      <p:sp>
                        <p:nvSpPr>
                          <p:cNvPr id="7446" name="Oval 615"/>
                          <p:cNvSpPr/>
                          <p:nvPr/>
                        </p:nvSpPr>
                        <p:spPr>
                          <a:xfrm>
                            <a:off x="6330240" y="300060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47" name="TextBox 616"/>
                          <p:cNvSpPr/>
                          <p:nvPr/>
                        </p:nvSpPr>
                        <p:spPr>
                          <a:xfrm>
                            <a:off x="6275520" y="292788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448" name="Group 596"/>
                      <p:cNvGrpSpPr/>
                      <p:nvPr/>
                    </p:nvGrpSpPr>
                    <p:grpSpPr>
                      <a:xfrm>
                        <a:off x="4583520" y="2921760"/>
                        <a:ext cx="530640" cy="363960"/>
                        <a:chOff x="4583520" y="2921760"/>
                        <a:chExt cx="530640" cy="363960"/>
                      </a:xfrm>
                    </p:grpSpPr>
                    <p:grpSp>
                      <p:nvGrpSpPr>
                        <p:cNvPr id="7449" name="Group 327"/>
                        <p:cNvGrpSpPr/>
                        <p:nvPr/>
                      </p:nvGrpSpPr>
                      <p:grpSpPr>
                        <a:xfrm>
                          <a:off x="4583520" y="2940840"/>
                          <a:ext cx="530640" cy="271080"/>
                          <a:chOff x="4583520" y="2940840"/>
                          <a:chExt cx="530640" cy="271080"/>
                        </a:xfrm>
                      </p:grpSpPr>
                      <p:sp>
                        <p:nvSpPr>
                          <p:cNvPr id="7450" name="Oval 604"/>
                          <p:cNvSpPr/>
                          <p:nvPr/>
                        </p:nvSpPr>
                        <p:spPr>
                          <a:xfrm flipV="1">
                            <a:off x="4585320" y="301320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51" name="Rectangle 605"/>
                          <p:cNvSpPr/>
                          <p:nvPr/>
                        </p:nvSpPr>
                        <p:spPr>
                          <a:xfrm>
                            <a:off x="4583880" y="304236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52" name="Oval 606"/>
                          <p:cNvSpPr/>
                          <p:nvPr/>
                        </p:nvSpPr>
                        <p:spPr>
                          <a:xfrm flipV="1">
                            <a:off x="4583880" y="294084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53" name="Freeform 607"/>
                          <p:cNvSpPr/>
                          <p:nvPr/>
                        </p:nvSpPr>
                        <p:spPr>
                          <a:xfrm>
                            <a:off x="4719240" y="300132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54" name="Freeform 608"/>
                          <p:cNvSpPr/>
                          <p:nvPr/>
                        </p:nvSpPr>
                        <p:spPr>
                          <a:xfrm>
                            <a:off x="4692600" y="297612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55" name="Freeform 609"/>
                          <p:cNvSpPr/>
                          <p:nvPr/>
                        </p:nvSpPr>
                        <p:spPr>
                          <a:xfrm>
                            <a:off x="4896720" y="303516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56" name="Freeform 610"/>
                          <p:cNvSpPr/>
                          <p:nvPr/>
                        </p:nvSpPr>
                        <p:spPr>
                          <a:xfrm>
                            <a:off x="4686480" y="303660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457" name="Straight Connector 611"/>
                          <p:cNvCxnSpPr/>
                          <p:nvPr/>
                        </p:nvCxnSpPr>
                        <p:spPr>
                          <a:xfrm flipH="1" flipV="1">
                            <a:off x="4583520" y="303948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458" name="Straight Connector 612"/>
                          <p:cNvCxnSpPr/>
                          <p:nvPr/>
                        </p:nvCxnSpPr>
                        <p:spPr>
                          <a:xfrm flipH="1" flipV="1">
                            <a:off x="5112360" y="303804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459" name="Group 601"/>
                        <p:cNvGrpSpPr/>
                        <p:nvPr/>
                      </p:nvGrpSpPr>
                      <p:grpSpPr>
                        <a:xfrm>
                          <a:off x="4615920" y="2921760"/>
                          <a:ext cx="434160" cy="363960"/>
                          <a:chOff x="4615920" y="2921760"/>
                          <a:chExt cx="434160" cy="363960"/>
                        </a:xfrm>
                      </p:grpSpPr>
                      <p:sp>
                        <p:nvSpPr>
                          <p:cNvPr id="7460" name="Oval 602"/>
                          <p:cNvSpPr/>
                          <p:nvPr/>
                        </p:nvSpPr>
                        <p:spPr>
                          <a:xfrm>
                            <a:off x="4670640" y="299484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61" name="TextBox 603"/>
                          <p:cNvSpPr/>
                          <p:nvPr/>
                        </p:nvSpPr>
                        <p:spPr>
                          <a:xfrm>
                            <a:off x="4615920" y="29217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462" name="Straight Connector 597"/>
                      <p:cNvCxnSpPr/>
                      <p:nvPr/>
                    </p:nvCxnSpPr>
                    <p:spPr>
                      <a:xfrm>
                        <a:off x="5883840" y="2620800"/>
                        <a:ext cx="450720" cy="34344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463" name="Straight Connector 598"/>
                      <p:cNvCxnSpPr/>
                      <p:nvPr/>
                    </p:nvCxnSpPr>
                    <p:spPr>
                      <a:xfrm>
                        <a:off x="5021640" y="3207240"/>
                        <a:ext cx="448920" cy="33192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464" name="Straight Connector 599"/>
                      <p:cNvCxnSpPr/>
                      <p:nvPr/>
                    </p:nvCxnSpPr>
                    <p:spPr>
                      <a:xfrm flipH="1">
                        <a:off x="5862600" y="3204720"/>
                        <a:ext cx="47700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</p:grpSp>
              <p:sp>
                <p:nvSpPr>
                  <p:cNvPr id="7465" name="TextBox 590"/>
                  <p:cNvSpPr/>
                  <p:nvPr/>
                </p:nvSpPr>
                <p:spPr>
                  <a:xfrm>
                    <a:off x="4570560" y="2279520"/>
                    <a:ext cx="73260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2000" b="0" u="none" strike="noStrike">
                        <a:solidFill>
                          <a:srgbClr val="00009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AS 2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7466" name="Group 456"/>
                <p:cNvGrpSpPr/>
                <p:nvPr/>
              </p:nvGrpSpPr>
              <p:grpSpPr>
                <a:xfrm>
                  <a:off x="7837560" y="1064160"/>
                  <a:ext cx="2575080" cy="1672200"/>
                  <a:chOff x="7837560" y="1064160"/>
                  <a:chExt cx="2575080" cy="1672200"/>
                </a:xfrm>
              </p:grpSpPr>
              <p:sp>
                <p:nvSpPr>
                  <p:cNvPr id="7467" name="Freeform 2"/>
                  <p:cNvSpPr/>
                  <p:nvPr/>
                </p:nvSpPr>
                <p:spPr>
                  <a:xfrm>
                    <a:off x="7837560" y="1064160"/>
                    <a:ext cx="2575080" cy="1672200"/>
                  </a:xfrm>
                  <a:custGeom>
                    <a:avLst/>
                    <a:gdLst>
                      <a:gd name="textAreaLeft" fmla="*/ 0 w 2575080"/>
                      <a:gd name="textAreaRight" fmla="*/ 2575440 w 2575080"/>
                      <a:gd name="textAreaTop" fmla="*/ 0 h 1672200"/>
                      <a:gd name="textAreaBottom" fmla="*/ 1672560 h 1672200"/>
                      <a:gd name="GluePoint1X" fmla="*/ 45 w 10000"/>
                      <a:gd name="GluePoint1Y" fmla="*/ 5036 h 10795"/>
                      <a:gd name="GluePoint2X" fmla="*/ 2738 w 10000"/>
                      <a:gd name="GluePoint2Y" fmla="*/ 2811 h 10795"/>
                      <a:gd name="GluePoint3X" fmla="*/ 4886 w 10000"/>
                      <a:gd name="GluePoint3Y" fmla="*/ 4 h 10795"/>
                      <a:gd name="GluePoint4X" fmla="*/ 8068 w 10000"/>
                      <a:gd name="GluePoint4Y" fmla="*/ 2813 h 10795"/>
                      <a:gd name="GluePoint5X" fmla="*/ 9996 w 10000"/>
                      <a:gd name="GluePoint5Y" fmla="*/ 5413 h 10795"/>
                      <a:gd name="GluePoint6X" fmla="*/ 8476 w 10000"/>
                      <a:gd name="GluePoint6Y" fmla="*/ 7306 h 10795"/>
                      <a:gd name="GluePoint7X" fmla="*/ 5202 w 10000"/>
                      <a:gd name="GluePoint7Y" fmla="*/ 10795 h 10795"/>
                      <a:gd name="GluePoint8X" fmla="*/ 2753 w 10000"/>
                      <a:gd name="GluePoint8Y" fmla="*/ 7683 h 10795"/>
                      <a:gd name="GluePoint9X" fmla="*/ 1375 w 10000"/>
                      <a:gd name="GluePoint9Y" fmla="*/ 7365 h 10795"/>
                      <a:gd name="GluePoint10X" fmla="*/ 45 w 10000"/>
                      <a:gd name="GluePoint10Y" fmla="*/ 5036 h 10795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</a:cxnLst>
                    <a:rect l="textAreaLeft" t="textAreaTop" r="textAreaRight" b="textAreaBottom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7468" name="Group 525"/>
                  <p:cNvGrpSpPr/>
                  <p:nvPr/>
                </p:nvGrpSpPr>
                <p:grpSpPr>
                  <a:xfrm>
                    <a:off x="7873920" y="1105200"/>
                    <a:ext cx="2402640" cy="1560960"/>
                    <a:chOff x="7873920" y="1105200"/>
                    <a:chExt cx="2402640" cy="1560960"/>
                  </a:xfrm>
                </p:grpSpPr>
                <p:grpSp>
                  <p:nvGrpSpPr>
                    <p:cNvPr id="7469" name="Group 526"/>
                    <p:cNvGrpSpPr/>
                    <p:nvPr/>
                  </p:nvGrpSpPr>
                  <p:grpSpPr>
                    <a:xfrm>
                      <a:off x="8060760" y="1200240"/>
                      <a:ext cx="2215800" cy="1465920"/>
                      <a:chOff x="8060760" y="1200240"/>
                      <a:chExt cx="2215800" cy="1465920"/>
                    </a:xfrm>
                  </p:grpSpPr>
                  <p:grpSp>
                    <p:nvGrpSpPr>
                      <p:cNvPr id="7470" name="Group 528"/>
                      <p:cNvGrpSpPr/>
                      <p:nvPr/>
                    </p:nvGrpSpPr>
                    <p:grpSpPr>
                      <a:xfrm>
                        <a:off x="8917920" y="1200240"/>
                        <a:ext cx="536400" cy="363960"/>
                        <a:chOff x="8917920" y="1200240"/>
                        <a:chExt cx="536400" cy="363960"/>
                      </a:xfrm>
                    </p:grpSpPr>
                    <p:grpSp>
                      <p:nvGrpSpPr>
                        <p:cNvPr id="7471" name="Group 327"/>
                        <p:cNvGrpSpPr/>
                        <p:nvPr/>
                      </p:nvGrpSpPr>
                      <p:grpSpPr>
                        <a:xfrm>
                          <a:off x="8917920" y="1218600"/>
                          <a:ext cx="536400" cy="263160"/>
                          <a:chOff x="8917920" y="1218600"/>
                          <a:chExt cx="536400" cy="263160"/>
                        </a:xfrm>
                      </p:grpSpPr>
                      <p:sp>
                        <p:nvSpPr>
                          <p:cNvPr id="7472" name="Oval 580"/>
                          <p:cNvSpPr/>
                          <p:nvPr/>
                        </p:nvSpPr>
                        <p:spPr>
                          <a:xfrm flipV="1">
                            <a:off x="8919720" y="128880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73" name="Rectangle 581"/>
                          <p:cNvSpPr/>
                          <p:nvPr/>
                        </p:nvSpPr>
                        <p:spPr>
                          <a:xfrm>
                            <a:off x="8918280" y="131760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74" name="Oval 582"/>
                          <p:cNvSpPr/>
                          <p:nvPr/>
                        </p:nvSpPr>
                        <p:spPr>
                          <a:xfrm flipV="1">
                            <a:off x="8918280" y="121860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75" name="Freeform 583"/>
                          <p:cNvSpPr/>
                          <p:nvPr/>
                        </p:nvSpPr>
                        <p:spPr>
                          <a:xfrm>
                            <a:off x="9055080" y="127728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76" name="Freeform 584"/>
                          <p:cNvSpPr/>
                          <p:nvPr/>
                        </p:nvSpPr>
                        <p:spPr>
                          <a:xfrm>
                            <a:off x="9028080" y="125316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77" name="Freeform 585"/>
                          <p:cNvSpPr/>
                          <p:nvPr/>
                        </p:nvSpPr>
                        <p:spPr>
                          <a:xfrm>
                            <a:off x="9234720" y="131040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78" name="Freeform 586"/>
                          <p:cNvSpPr/>
                          <p:nvPr/>
                        </p:nvSpPr>
                        <p:spPr>
                          <a:xfrm>
                            <a:off x="9021960" y="131184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479" name="Straight Connector 587"/>
                          <p:cNvCxnSpPr/>
                          <p:nvPr/>
                        </p:nvCxnSpPr>
                        <p:spPr>
                          <a:xfrm flipH="1" flipV="1">
                            <a:off x="8917920" y="131436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480" name="Straight Connector 588"/>
                          <p:cNvCxnSpPr/>
                          <p:nvPr/>
                        </p:nvCxnSpPr>
                        <p:spPr>
                          <a:xfrm flipH="1" flipV="1">
                            <a:off x="9452880" y="131292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481" name="Group 577"/>
                        <p:cNvGrpSpPr/>
                        <p:nvPr/>
                      </p:nvGrpSpPr>
                      <p:grpSpPr>
                        <a:xfrm>
                          <a:off x="8950680" y="1200240"/>
                          <a:ext cx="434160" cy="363960"/>
                          <a:chOff x="8950680" y="1200240"/>
                          <a:chExt cx="434160" cy="363960"/>
                        </a:xfrm>
                      </p:grpSpPr>
                      <p:sp>
                        <p:nvSpPr>
                          <p:cNvPr id="7482" name="Oval 578"/>
                          <p:cNvSpPr/>
                          <p:nvPr/>
                        </p:nvSpPr>
                        <p:spPr>
                          <a:xfrm>
                            <a:off x="9006120" y="127116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83" name="TextBox 579"/>
                          <p:cNvSpPr/>
                          <p:nvPr/>
                        </p:nvSpPr>
                        <p:spPr>
                          <a:xfrm>
                            <a:off x="8950680" y="120024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484" name="Group 529"/>
                      <p:cNvGrpSpPr/>
                      <p:nvPr/>
                    </p:nvGrpSpPr>
                    <p:grpSpPr>
                      <a:xfrm>
                        <a:off x="8921880" y="2302200"/>
                        <a:ext cx="536760" cy="363960"/>
                        <a:chOff x="8921880" y="2302200"/>
                        <a:chExt cx="536760" cy="363960"/>
                      </a:xfrm>
                    </p:grpSpPr>
                    <p:grpSp>
                      <p:nvGrpSpPr>
                        <p:cNvPr id="7485" name="Group 327"/>
                        <p:cNvGrpSpPr/>
                        <p:nvPr/>
                      </p:nvGrpSpPr>
                      <p:grpSpPr>
                        <a:xfrm>
                          <a:off x="8921880" y="2320560"/>
                          <a:ext cx="536760" cy="263160"/>
                          <a:chOff x="8921880" y="2320560"/>
                          <a:chExt cx="536760" cy="263160"/>
                        </a:xfrm>
                      </p:grpSpPr>
                      <p:sp>
                        <p:nvSpPr>
                          <p:cNvPr id="7486" name="Oval 567"/>
                          <p:cNvSpPr/>
                          <p:nvPr/>
                        </p:nvSpPr>
                        <p:spPr>
                          <a:xfrm flipV="1">
                            <a:off x="8923680" y="239076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87" name="Rectangle 568"/>
                          <p:cNvSpPr/>
                          <p:nvPr/>
                        </p:nvSpPr>
                        <p:spPr>
                          <a:xfrm>
                            <a:off x="8922240" y="241920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88" name="Oval 569"/>
                          <p:cNvSpPr/>
                          <p:nvPr/>
                        </p:nvSpPr>
                        <p:spPr>
                          <a:xfrm flipV="1">
                            <a:off x="8922240" y="232056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89" name="Freeform 570"/>
                          <p:cNvSpPr/>
                          <p:nvPr/>
                        </p:nvSpPr>
                        <p:spPr>
                          <a:xfrm>
                            <a:off x="9059400" y="237924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90" name="Freeform 571"/>
                          <p:cNvSpPr/>
                          <p:nvPr/>
                        </p:nvSpPr>
                        <p:spPr>
                          <a:xfrm>
                            <a:off x="9032040" y="235476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91" name="Freeform 572"/>
                          <p:cNvSpPr/>
                          <p:nvPr/>
                        </p:nvSpPr>
                        <p:spPr>
                          <a:xfrm>
                            <a:off x="9238680" y="241236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92" name="Freeform 573"/>
                          <p:cNvSpPr/>
                          <p:nvPr/>
                        </p:nvSpPr>
                        <p:spPr>
                          <a:xfrm>
                            <a:off x="9026280" y="241380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493" name="Straight Connector 574"/>
                          <p:cNvCxnSpPr/>
                          <p:nvPr/>
                        </p:nvCxnSpPr>
                        <p:spPr>
                          <a:xfrm flipH="1" flipV="1">
                            <a:off x="8921880" y="241632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494" name="Straight Connector 575"/>
                          <p:cNvCxnSpPr/>
                          <p:nvPr/>
                        </p:nvCxnSpPr>
                        <p:spPr>
                          <a:xfrm flipH="1" flipV="1">
                            <a:off x="9456840" y="2414880"/>
                            <a:ext cx="216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495" name="Group 564"/>
                        <p:cNvGrpSpPr/>
                        <p:nvPr/>
                      </p:nvGrpSpPr>
                      <p:grpSpPr>
                        <a:xfrm>
                          <a:off x="8954640" y="2302200"/>
                          <a:ext cx="434160" cy="363960"/>
                          <a:chOff x="8954640" y="2302200"/>
                          <a:chExt cx="434160" cy="363960"/>
                        </a:xfrm>
                      </p:grpSpPr>
                      <p:sp>
                        <p:nvSpPr>
                          <p:cNvPr id="7496" name="Oval 565"/>
                          <p:cNvSpPr/>
                          <p:nvPr/>
                        </p:nvSpPr>
                        <p:spPr>
                          <a:xfrm>
                            <a:off x="9010080" y="237312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497" name="TextBox 566"/>
                          <p:cNvSpPr/>
                          <p:nvPr/>
                        </p:nvSpPr>
                        <p:spPr>
                          <a:xfrm>
                            <a:off x="8954640" y="230220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498" name="Group 530"/>
                      <p:cNvGrpSpPr/>
                      <p:nvPr/>
                    </p:nvGrpSpPr>
                    <p:grpSpPr>
                      <a:xfrm>
                        <a:off x="9739800" y="1752120"/>
                        <a:ext cx="536760" cy="363960"/>
                        <a:chOff x="9739800" y="1752120"/>
                        <a:chExt cx="536760" cy="363960"/>
                      </a:xfrm>
                    </p:grpSpPr>
                    <p:grpSp>
                      <p:nvGrpSpPr>
                        <p:cNvPr id="7499" name="Group 327"/>
                        <p:cNvGrpSpPr/>
                        <p:nvPr/>
                      </p:nvGrpSpPr>
                      <p:grpSpPr>
                        <a:xfrm>
                          <a:off x="9739800" y="1770480"/>
                          <a:ext cx="536760" cy="263160"/>
                          <a:chOff x="9739800" y="1770480"/>
                          <a:chExt cx="536760" cy="263160"/>
                        </a:xfrm>
                      </p:grpSpPr>
                      <p:sp>
                        <p:nvSpPr>
                          <p:cNvPr id="7500" name="Oval 554"/>
                          <p:cNvSpPr/>
                          <p:nvPr/>
                        </p:nvSpPr>
                        <p:spPr>
                          <a:xfrm flipV="1">
                            <a:off x="9741600" y="184068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01" name="Rectangle 555"/>
                          <p:cNvSpPr/>
                          <p:nvPr/>
                        </p:nvSpPr>
                        <p:spPr>
                          <a:xfrm>
                            <a:off x="9740160" y="186948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02" name="Oval 556"/>
                          <p:cNvSpPr/>
                          <p:nvPr/>
                        </p:nvSpPr>
                        <p:spPr>
                          <a:xfrm flipV="1">
                            <a:off x="9740160" y="177048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03" name="Freeform 557"/>
                          <p:cNvSpPr/>
                          <p:nvPr/>
                        </p:nvSpPr>
                        <p:spPr>
                          <a:xfrm>
                            <a:off x="9877320" y="182916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04" name="Freeform 558"/>
                          <p:cNvSpPr/>
                          <p:nvPr/>
                        </p:nvSpPr>
                        <p:spPr>
                          <a:xfrm>
                            <a:off x="9849960" y="180504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05" name="Freeform 559"/>
                          <p:cNvSpPr/>
                          <p:nvPr/>
                        </p:nvSpPr>
                        <p:spPr>
                          <a:xfrm>
                            <a:off x="10056600" y="186228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06" name="Freeform 560"/>
                          <p:cNvSpPr/>
                          <p:nvPr/>
                        </p:nvSpPr>
                        <p:spPr>
                          <a:xfrm>
                            <a:off x="9843840" y="186372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507" name="Straight Connector 561"/>
                          <p:cNvCxnSpPr/>
                          <p:nvPr/>
                        </p:nvCxnSpPr>
                        <p:spPr>
                          <a:xfrm flipH="1" flipV="1">
                            <a:off x="9739800" y="186624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508" name="Straight Connector 562"/>
                          <p:cNvCxnSpPr/>
                          <p:nvPr/>
                        </p:nvCxnSpPr>
                        <p:spPr>
                          <a:xfrm flipH="1" flipV="1">
                            <a:off x="10274760" y="1864800"/>
                            <a:ext cx="216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509" name="Group 551"/>
                        <p:cNvGrpSpPr/>
                        <p:nvPr/>
                      </p:nvGrpSpPr>
                      <p:grpSpPr>
                        <a:xfrm>
                          <a:off x="9772560" y="1752120"/>
                          <a:ext cx="421560" cy="363960"/>
                          <a:chOff x="9772560" y="1752120"/>
                          <a:chExt cx="421560" cy="363960"/>
                        </a:xfrm>
                      </p:grpSpPr>
                      <p:sp>
                        <p:nvSpPr>
                          <p:cNvPr id="7510" name="Oval 552"/>
                          <p:cNvSpPr/>
                          <p:nvPr/>
                        </p:nvSpPr>
                        <p:spPr>
                          <a:xfrm>
                            <a:off x="9828000" y="182304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11" name="TextBox 553"/>
                          <p:cNvSpPr/>
                          <p:nvPr/>
                        </p:nvSpPr>
                        <p:spPr>
                          <a:xfrm>
                            <a:off x="9772560" y="175212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512" name="Group 531"/>
                      <p:cNvGrpSpPr/>
                      <p:nvPr/>
                    </p:nvGrpSpPr>
                    <p:grpSpPr>
                      <a:xfrm>
                        <a:off x="8060760" y="1746360"/>
                        <a:ext cx="536760" cy="363960"/>
                        <a:chOff x="8060760" y="1746360"/>
                        <a:chExt cx="536760" cy="363960"/>
                      </a:xfrm>
                    </p:grpSpPr>
                    <p:grpSp>
                      <p:nvGrpSpPr>
                        <p:cNvPr id="7513" name="Group 327"/>
                        <p:cNvGrpSpPr/>
                        <p:nvPr/>
                      </p:nvGrpSpPr>
                      <p:grpSpPr>
                        <a:xfrm>
                          <a:off x="8060760" y="1764720"/>
                          <a:ext cx="536760" cy="263160"/>
                          <a:chOff x="8060760" y="1764720"/>
                          <a:chExt cx="536760" cy="263160"/>
                        </a:xfrm>
                      </p:grpSpPr>
                      <p:sp>
                        <p:nvSpPr>
                          <p:cNvPr id="7514" name="Oval 541"/>
                          <p:cNvSpPr/>
                          <p:nvPr/>
                        </p:nvSpPr>
                        <p:spPr>
                          <a:xfrm flipV="1">
                            <a:off x="8062560" y="183492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15" name="Rectangle 542"/>
                          <p:cNvSpPr/>
                          <p:nvPr/>
                        </p:nvSpPr>
                        <p:spPr>
                          <a:xfrm>
                            <a:off x="8061120" y="186372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16" name="Oval 543"/>
                          <p:cNvSpPr/>
                          <p:nvPr/>
                        </p:nvSpPr>
                        <p:spPr>
                          <a:xfrm flipV="1">
                            <a:off x="8061120" y="176472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17" name="Freeform 544"/>
                          <p:cNvSpPr/>
                          <p:nvPr/>
                        </p:nvSpPr>
                        <p:spPr>
                          <a:xfrm>
                            <a:off x="8198280" y="182340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18" name="Freeform 545"/>
                          <p:cNvSpPr/>
                          <p:nvPr/>
                        </p:nvSpPr>
                        <p:spPr>
                          <a:xfrm>
                            <a:off x="8170920" y="179928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19" name="Freeform 546"/>
                          <p:cNvSpPr/>
                          <p:nvPr/>
                        </p:nvSpPr>
                        <p:spPr>
                          <a:xfrm>
                            <a:off x="8377560" y="185652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20" name="Freeform 547"/>
                          <p:cNvSpPr/>
                          <p:nvPr/>
                        </p:nvSpPr>
                        <p:spPr>
                          <a:xfrm>
                            <a:off x="8165160" y="185796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521" name="Straight Connector 548"/>
                          <p:cNvCxnSpPr/>
                          <p:nvPr/>
                        </p:nvCxnSpPr>
                        <p:spPr>
                          <a:xfrm flipH="1" flipV="1">
                            <a:off x="8060760" y="186048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522" name="Straight Connector 549"/>
                          <p:cNvCxnSpPr/>
                          <p:nvPr/>
                        </p:nvCxnSpPr>
                        <p:spPr>
                          <a:xfrm flipH="1" flipV="1">
                            <a:off x="8595720" y="1859040"/>
                            <a:ext cx="216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523" name="Group 538"/>
                        <p:cNvGrpSpPr/>
                        <p:nvPr/>
                      </p:nvGrpSpPr>
                      <p:grpSpPr>
                        <a:xfrm>
                          <a:off x="8093520" y="1746360"/>
                          <a:ext cx="434160" cy="363960"/>
                          <a:chOff x="8093520" y="1746360"/>
                          <a:chExt cx="434160" cy="363960"/>
                        </a:xfrm>
                      </p:grpSpPr>
                      <p:sp>
                        <p:nvSpPr>
                          <p:cNvPr id="7524" name="Oval 539"/>
                          <p:cNvSpPr/>
                          <p:nvPr/>
                        </p:nvSpPr>
                        <p:spPr>
                          <a:xfrm>
                            <a:off x="8148960" y="181728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25" name="TextBox 540"/>
                          <p:cNvSpPr/>
                          <p:nvPr/>
                        </p:nvSpPr>
                        <p:spPr>
                          <a:xfrm>
                            <a:off x="8093520" y="17463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526" name="Straight Connector 532"/>
                      <p:cNvCxnSpPr/>
                      <p:nvPr/>
                    </p:nvCxnSpPr>
                    <p:spPr>
                      <a:xfrm>
                        <a:off x="9159840" y="1533240"/>
                        <a:ext cx="4680" cy="7689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90"/>
                        </a:solidFill>
                        <a:prstDash val="dash"/>
                        <a:round/>
                      </a:ln>
                    </p:spPr>
                  </p:cxnSp>
                  <p:cxnSp>
                    <p:nvCxnSpPr>
                      <p:cNvPr id="7527" name="Straight Connector 533"/>
                      <p:cNvCxnSpPr/>
                      <p:nvPr/>
                    </p:nvCxnSpPr>
                    <p:spPr>
                      <a:xfrm>
                        <a:off x="8605800" y="1899360"/>
                        <a:ext cx="1144440" cy="612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528" name="Straight Connector 534"/>
                      <p:cNvCxnSpPr/>
                      <p:nvPr/>
                    </p:nvCxnSpPr>
                    <p:spPr>
                      <a:xfrm>
                        <a:off x="9376200" y="1453680"/>
                        <a:ext cx="456120" cy="33408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529" name="Straight Connector 535"/>
                      <p:cNvCxnSpPr/>
                      <p:nvPr/>
                    </p:nvCxnSpPr>
                    <p:spPr>
                      <a:xfrm>
                        <a:off x="8503920" y="2023560"/>
                        <a:ext cx="454320" cy="3225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530" name="Straight Connector 536"/>
                      <p:cNvCxnSpPr/>
                      <p:nvPr/>
                    </p:nvCxnSpPr>
                    <p:spPr>
                      <a:xfrm flipH="1">
                        <a:off x="8492040" y="1464840"/>
                        <a:ext cx="482760" cy="315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  <p:sp>
                  <p:nvSpPr>
                    <p:cNvPr id="7531" name="TextBox 527"/>
                    <p:cNvSpPr/>
                    <p:nvPr/>
                  </p:nvSpPr>
                  <p:spPr>
                    <a:xfrm>
                      <a:off x="7873920" y="1105200"/>
                      <a:ext cx="732600" cy="3952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9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AS 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7532" name="Group 457"/>
                <p:cNvGrpSpPr/>
                <p:nvPr/>
              </p:nvGrpSpPr>
              <p:grpSpPr>
                <a:xfrm>
                  <a:off x="1163520" y="1505880"/>
                  <a:ext cx="3452400" cy="1718640"/>
                  <a:chOff x="1163520" y="1505880"/>
                  <a:chExt cx="3452400" cy="1718640"/>
                </a:xfrm>
              </p:grpSpPr>
              <p:grpSp>
                <p:nvGrpSpPr>
                  <p:cNvPr id="7533" name="Group 459"/>
                  <p:cNvGrpSpPr/>
                  <p:nvPr/>
                </p:nvGrpSpPr>
                <p:grpSpPr>
                  <a:xfrm>
                    <a:off x="1163520" y="1505880"/>
                    <a:ext cx="2557080" cy="1718640"/>
                    <a:chOff x="1163520" y="1505880"/>
                    <a:chExt cx="2557080" cy="1718640"/>
                  </a:xfrm>
                </p:grpSpPr>
                <p:sp>
                  <p:nvSpPr>
                    <p:cNvPr id="7534" name="Freeform 2"/>
                    <p:cNvSpPr/>
                    <p:nvPr/>
                  </p:nvSpPr>
                  <p:spPr>
                    <a:xfrm>
                      <a:off x="1163520" y="1505880"/>
                      <a:ext cx="2557080" cy="1718640"/>
                    </a:xfrm>
                    <a:custGeom>
                      <a:avLst/>
                      <a:gdLst>
                        <a:gd name="textAreaLeft" fmla="*/ 0 w 2557080"/>
                        <a:gd name="textAreaRight" fmla="*/ 2557440 w 2557080"/>
                        <a:gd name="textAreaTop" fmla="*/ 0 h 1718640"/>
                        <a:gd name="textAreaBottom" fmla="*/ 1719000 h 1718640"/>
                        <a:gd name="GluePoint1X" fmla="*/ 45 w 10000"/>
                        <a:gd name="GluePoint1Y" fmla="*/ 5036 h 10795"/>
                        <a:gd name="GluePoint2X" fmla="*/ 2738 w 10000"/>
                        <a:gd name="GluePoint2Y" fmla="*/ 2811 h 10795"/>
                        <a:gd name="GluePoint3X" fmla="*/ 4886 w 10000"/>
                        <a:gd name="GluePoint3Y" fmla="*/ 4 h 10795"/>
                        <a:gd name="GluePoint4X" fmla="*/ 8068 w 10000"/>
                        <a:gd name="GluePoint4Y" fmla="*/ 2813 h 10795"/>
                        <a:gd name="GluePoint5X" fmla="*/ 9996 w 10000"/>
                        <a:gd name="GluePoint5Y" fmla="*/ 5413 h 10795"/>
                        <a:gd name="GluePoint6X" fmla="*/ 8476 w 10000"/>
                        <a:gd name="GluePoint6Y" fmla="*/ 7306 h 10795"/>
                        <a:gd name="GluePoint7X" fmla="*/ 5202 w 10000"/>
                        <a:gd name="GluePoint7Y" fmla="*/ 10795 h 10795"/>
                        <a:gd name="GluePoint8X" fmla="*/ 2753 w 10000"/>
                        <a:gd name="GluePoint8Y" fmla="*/ 7683 h 10795"/>
                        <a:gd name="GluePoint9X" fmla="*/ 1375 w 10000"/>
                        <a:gd name="GluePoint9Y" fmla="*/ 7365 h 10795"/>
                        <a:gd name="GluePoint10X" fmla="*/ 45 w 10000"/>
                        <a:gd name="GluePoint10Y" fmla="*/ 5036 h 1079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</a:cxnLst>
                      <a:rect l="textAreaLeft" t="textAreaTop" r="textAreaRight" b="textAreaBottom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grpSp>
                  <p:nvGrpSpPr>
                    <p:cNvPr id="7535" name="Group 463"/>
                    <p:cNvGrpSpPr/>
                    <p:nvPr/>
                  </p:nvGrpSpPr>
                  <p:grpSpPr>
                    <a:xfrm>
                      <a:off x="1385280" y="1645560"/>
                      <a:ext cx="2199960" cy="1496520"/>
                      <a:chOff x="1385280" y="1645560"/>
                      <a:chExt cx="2199960" cy="1496520"/>
                    </a:xfrm>
                  </p:grpSpPr>
                  <p:grpSp>
                    <p:nvGrpSpPr>
                      <p:cNvPr id="7536" name="Group 464"/>
                      <p:cNvGrpSpPr/>
                      <p:nvPr/>
                    </p:nvGrpSpPr>
                    <p:grpSpPr>
                      <a:xfrm>
                        <a:off x="2236320" y="1645560"/>
                        <a:ext cx="532800" cy="363960"/>
                        <a:chOff x="2236320" y="1645560"/>
                        <a:chExt cx="532800" cy="363960"/>
                      </a:xfrm>
                    </p:grpSpPr>
                    <p:grpSp>
                      <p:nvGrpSpPr>
                        <p:cNvPr id="7537" name="Group 327"/>
                        <p:cNvGrpSpPr/>
                        <p:nvPr/>
                      </p:nvGrpSpPr>
                      <p:grpSpPr>
                        <a:xfrm>
                          <a:off x="2236320" y="1664280"/>
                          <a:ext cx="532800" cy="270360"/>
                          <a:chOff x="2236320" y="1664280"/>
                          <a:chExt cx="532800" cy="270360"/>
                        </a:xfrm>
                      </p:grpSpPr>
                      <p:sp>
                        <p:nvSpPr>
                          <p:cNvPr id="7538" name="Oval 515"/>
                          <p:cNvSpPr/>
                          <p:nvPr/>
                        </p:nvSpPr>
                        <p:spPr>
                          <a:xfrm flipV="1">
                            <a:off x="2238120" y="173592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39" name="Rectangle 516"/>
                          <p:cNvSpPr/>
                          <p:nvPr/>
                        </p:nvSpPr>
                        <p:spPr>
                          <a:xfrm>
                            <a:off x="2236320" y="176616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40" name="Oval 517"/>
                          <p:cNvSpPr/>
                          <p:nvPr/>
                        </p:nvSpPr>
                        <p:spPr>
                          <a:xfrm flipV="1">
                            <a:off x="2236320" y="166392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41" name="Freeform 518"/>
                          <p:cNvSpPr/>
                          <p:nvPr/>
                        </p:nvSpPr>
                        <p:spPr>
                          <a:xfrm>
                            <a:off x="2372760" y="172512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42" name="Freeform 519"/>
                          <p:cNvSpPr/>
                          <p:nvPr/>
                        </p:nvSpPr>
                        <p:spPr>
                          <a:xfrm>
                            <a:off x="2345760" y="169992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43" name="Freeform 520"/>
                          <p:cNvSpPr/>
                          <p:nvPr/>
                        </p:nvSpPr>
                        <p:spPr>
                          <a:xfrm>
                            <a:off x="2550600" y="175896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44" name="Freeform 521"/>
                          <p:cNvSpPr/>
                          <p:nvPr/>
                        </p:nvSpPr>
                        <p:spPr>
                          <a:xfrm>
                            <a:off x="2339640" y="176040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545" name="Straight Connector 522"/>
                          <p:cNvCxnSpPr/>
                          <p:nvPr/>
                        </p:nvCxnSpPr>
                        <p:spPr>
                          <a:xfrm flipH="1" flipV="1">
                            <a:off x="2236320" y="17629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546" name="Straight Connector 523"/>
                          <p:cNvCxnSpPr/>
                          <p:nvPr/>
                        </p:nvCxnSpPr>
                        <p:spPr>
                          <a:xfrm flipH="1" flipV="1">
                            <a:off x="2767680" y="17614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547" name="Group 512"/>
                        <p:cNvGrpSpPr/>
                        <p:nvPr/>
                      </p:nvGrpSpPr>
                      <p:grpSpPr>
                        <a:xfrm>
                          <a:off x="2268720" y="1645560"/>
                          <a:ext cx="434160" cy="363960"/>
                          <a:chOff x="2268720" y="1645560"/>
                          <a:chExt cx="434160" cy="363960"/>
                        </a:xfrm>
                      </p:grpSpPr>
                      <p:sp>
                        <p:nvSpPr>
                          <p:cNvPr id="7548" name="Oval 513"/>
                          <p:cNvSpPr/>
                          <p:nvPr/>
                        </p:nvSpPr>
                        <p:spPr>
                          <a:xfrm>
                            <a:off x="2323800" y="171864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49" name="TextBox 514"/>
                          <p:cNvSpPr/>
                          <p:nvPr/>
                        </p:nvSpPr>
                        <p:spPr>
                          <a:xfrm>
                            <a:off x="2268720" y="16455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550" name="Group 465"/>
                      <p:cNvGrpSpPr/>
                      <p:nvPr/>
                    </p:nvGrpSpPr>
                    <p:grpSpPr>
                      <a:xfrm>
                        <a:off x="2240280" y="2778120"/>
                        <a:ext cx="532800" cy="363960"/>
                        <a:chOff x="2240280" y="2778120"/>
                        <a:chExt cx="532800" cy="363960"/>
                      </a:xfrm>
                    </p:grpSpPr>
                    <p:grpSp>
                      <p:nvGrpSpPr>
                        <p:cNvPr id="7551" name="Group 327"/>
                        <p:cNvGrpSpPr/>
                        <p:nvPr/>
                      </p:nvGrpSpPr>
                      <p:grpSpPr>
                        <a:xfrm>
                          <a:off x="2240280" y="2796840"/>
                          <a:ext cx="532800" cy="270360"/>
                          <a:chOff x="2240280" y="2796840"/>
                          <a:chExt cx="532800" cy="270360"/>
                        </a:xfrm>
                      </p:grpSpPr>
                      <p:sp>
                        <p:nvSpPr>
                          <p:cNvPr id="7552" name="Oval 502"/>
                          <p:cNvSpPr/>
                          <p:nvPr/>
                        </p:nvSpPr>
                        <p:spPr>
                          <a:xfrm flipV="1">
                            <a:off x="2242080" y="286848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53" name="Rectangle 503"/>
                          <p:cNvSpPr/>
                          <p:nvPr/>
                        </p:nvSpPr>
                        <p:spPr>
                          <a:xfrm>
                            <a:off x="2240280" y="289872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54" name="Oval 504"/>
                          <p:cNvSpPr/>
                          <p:nvPr/>
                        </p:nvSpPr>
                        <p:spPr>
                          <a:xfrm flipV="1">
                            <a:off x="2240280" y="279648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55" name="Freeform 505"/>
                          <p:cNvSpPr/>
                          <p:nvPr/>
                        </p:nvSpPr>
                        <p:spPr>
                          <a:xfrm>
                            <a:off x="2376720" y="285768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56" name="Freeform 506"/>
                          <p:cNvSpPr/>
                          <p:nvPr/>
                        </p:nvSpPr>
                        <p:spPr>
                          <a:xfrm>
                            <a:off x="2349720" y="283248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57" name="Freeform 507"/>
                          <p:cNvSpPr/>
                          <p:nvPr/>
                        </p:nvSpPr>
                        <p:spPr>
                          <a:xfrm>
                            <a:off x="2554560" y="289152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58" name="Freeform 508"/>
                          <p:cNvSpPr/>
                          <p:nvPr/>
                        </p:nvSpPr>
                        <p:spPr>
                          <a:xfrm>
                            <a:off x="2343600" y="289296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559" name="Straight Connector 509"/>
                          <p:cNvCxnSpPr/>
                          <p:nvPr/>
                        </p:nvCxnSpPr>
                        <p:spPr>
                          <a:xfrm flipH="1" flipV="1">
                            <a:off x="2240280" y="28954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560" name="Straight Connector 510"/>
                          <p:cNvCxnSpPr/>
                          <p:nvPr/>
                        </p:nvCxnSpPr>
                        <p:spPr>
                          <a:xfrm flipH="1" flipV="1">
                            <a:off x="2771640" y="28940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561" name="Group 499"/>
                        <p:cNvGrpSpPr/>
                        <p:nvPr/>
                      </p:nvGrpSpPr>
                      <p:grpSpPr>
                        <a:xfrm>
                          <a:off x="2272680" y="2778120"/>
                          <a:ext cx="434160" cy="363960"/>
                          <a:chOff x="2272680" y="2778120"/>
                          <a:chExt cx="434160" cy="363960"/>
                        </a:xfrm>
                      </p:grpSpPr>
                      <p:sp>
                        <p:nvSpPr>
                          <p:cNvPr id="7562" name="Oval 500"/>
                          <p:cNvSpPr/>
                          <p:nvPr/>
                        </p:nvSpPr>
                        <p:spPr>
                          <a:xfrm>
                            <a:off x="2327760" y="285120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63" name="TextBox 501"/>
                          <p:cNvSpPr/>
                          <p:nvPr/>
                        </p:nvSpPr>
                        <p:spPr>
                          <a:xfrm>
                            <a:off x="2272680" y="277812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564" name="Group 466"/>
                      <p:cNvGrpSpPr/>
                      <p:nvPr/>
                    </p:nvGrpSpPr>
                    <p:grpSpPr>
                      <a:xfrm>
                        <a:off x="3052440" y="2212920"/>
                        <a:ext cx="532800" cy="363960"/>
                        <a:chOff x="3052440" y="2212920"/>
                        <a:chExt cx="532800" cy="363960"/>
                      </a:xfrm>
                    </p:grpSpPr>
                    <p:grpSp>
                      <p:nvGrpSpPr>
                        <p:cNvPr id="7565" name="Group 327"/>
                        <p:cNvGrpSpPr/>
                        <p:nvPr/>
                      </p:nvGrpSpPr>
                      <p:grpSpPr>
                        <a:xfrm>
                          <a:off x="3052440" y="2231640"/>
                          <a:ext cx="532800" cy="270360"/>
                          <a:chOff x="3052440" y="2231640"/>
                          <a:chExt cx="532800" cy="270360"/>
                        </a:xfrm>
                      </p:grpSpPr>
                      <p:sp>
                        <p:nvSpPr>
                          <p:cNvPr id="7566" name="Oval 489"/>
                          <p:cNvSpPr/>
                          <p:nvPr/>
                        </p:nvSpPr>
                        <p:spPr>
                          <a:xfrm flipV="1">
                            <a:off x="3053880" y="230328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67" name="Rectangle 490"/>
                          <p:cNvSpPr/>
                          <p:nvPr/>
                        </p:nvSpPr>
                        <p:spPr>
                          <a:xfrm>
                            <a:off x="3052440" y="233352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68" name="Oval 491"/>
                          <p:cNvSpPr/>
                          <p:nvPr/>
                        </p:nvSpPr>
                        <p:spPr>
                          <a:xfrm flipV="1">
                            <a:off x="3052440" y="223128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69" name="Freeform 492"/>
                          <p:cNvSpPr/>
                          <p:nvPr/>
                        </p:nvSpPr>
                        <p:spPr>
                          <a:xfrm>
                            <a:off x="3188880" y="229212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70" name="Freeform 493"/>
                          <p:cNvSpPr/>
                          <p:nvPr/>
                        </p:nvSpPr>
                        <p:spPr>
                          <a:xfrm>
                            <a:off x="3161880" y="226728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71" name="Freeform 494"/>
                          <p:cNvSpPr/>
                          <p:nvPr/>
                        </p:nvSpPr>
                        <p:spPr>
                          <a:xfrm>
                            <a:off x="3366720" y="232596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72" name="Freeform 495"/>
                          <p:cNvSpPr/>
                          <p:nvPr/>
                        </p:nvSpPr>
                        <p:spPr>
                          <a:xfrm>
                            <a:off x="3155760" y="232740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573" name="Straight Connector 496"/>
                          <p:cNvCxnSpPr/>
                          <p:nvPr/>
                        </p:nvCxnSpPr>
                        <p:spPr>
                          <a:xfrm flipH="1" flipV="1">
                            <a:off x="3052440" y="23302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574" name="Straight Connector 497"/>
                          <p:cNvCxnSpPr/>
                          <p:nvPr/>
                        </p:nvCxnSpPr>
                        <p:spPr>
                          <a:xfrm flipH="1" flipV="1">
                            <a:off x="3583800" y="23288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575" name="Group 486"/>
                        <p:cNvGrpSpPr/>
                        <p:nvPr/>
                      </p:nvGrpSpPr>
                      <p:grpSpPr>
                        <a:xfrm>
                          <a:off x="3084840" y="2212920"/>
                          <a:ext cx="421560" cy="363960"/>
                          <a:chOff x="3084840" y="2212920"/>
                          <a:chExt cx="421560" cy="363960"/>
                        </a:xfrm>
                      </p:grpSpPr>
                      <p:sp>
                        <p:nvSpPr>
                          <p:cNvPr id="7576" name="Oval 487"/>
                          <p:cNvSpPr/>
                          <p:nvPr/>
                        </p:nvSpPr>
                        <p:spPr>
                          <a:xfrm>
                            <a:off x="3139920" y="228600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77" name="TextBox 488"/>
                          <p:cNvSpPr/>
                          <p:nvPr/>
                        </p:nvSpPr>
                        <p:spPr>
                          <a:xfrm>
                            <a:off x="3084840" y="221292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578" name="Group 467"/>
                      <p:cNvGrpSpPr/>
                      <p:nvPr/>
                    </p:nvGrpSpPr>
                    <p:grpSpPr>
                      <a:xfrm>
                        <a:off x="1385280" y="2207160"/>
                        <a:ext cx="532800" cy="363960"/>
                        <a:chOff x="1385280" y="2207160"/>
                        <a:chExt cx="532800" cy="363960"/>
                      </a:xfrm>
                    </p:grpSpPr>
                    <p:grpSp>
                      <p:nvGrpSpPr>
                        <p:cNvPr id="7579" name="Group 327"/>
                        <p:cNvGrpSpPr/>
                        <p:nvPr/>
                      </p:nvGrpSpPr>
                      <p:grpSpPr>
                        <a:xfrm>
                          <a:off x="1385280" y="2225520"/>
                          <a:ext cx="532800" cy="270720"/>
                          <a:chOff x="1385280" y="2225520"/>
                          <a:chExt cx="532800" cy="270720"/>
                        </a:xfrm>
                      </p:grpSpPr>
                      <p:sp>
                        <p:nvSpPr>
                          <p:cNvPr id="7580" name="Oval 476"/>
                          <p:cNvSpPr/>
                          <p:nvPr/>
                        </p:nvSpPr>
                        <p:spPr>
                          <a:xfrm flipV="1">
                            <a:off x="1387080" y="229752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81" name="Rectangle 477"/>
                          <p:cNvSpPr/>
                          <p:nvPr/>
                        </p:nvSpPr>
                        <p:spPr>
                          <a:xfrm>
                            <a:off x="1385280" y="232740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82" name="Oval 478"/>
                          <p:cNvSpPr/>
                          <p:nvPr/>
                        </p:nvSpPr>
                        <p:spPr>
                          <a:xfrm flipV="1">
                            <a:off x="1385280" y="222516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83" name="Freeform 479"/>
                          <p:cNvSpPr/>
                          <p:nvPr/>
                        </p:nvSpPr>
                        <p:spPr>
                          <a:xfrm>
                            <a:off x="1521720" y="228636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84" name="Freeform 480"/>
                          <p:cNvSpPr/>
                          <p:nvPr/>
                        </p:nvSpPr>
                        <p:spPr>
                          <a:xfrm>
                            <a:off x="1494720" y="226116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85" name="Freeform 481"/>
                          <p:cNvSpPr/>
                          <p:nvPr/>
                        </p:nvSpPr>
                        <p:spPr>
                          <a:xfrm>
                            <a:off x="1699560" y="232020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86" name="Freeform 482"/>
                          <p:cNvSpPr/>
                          <p:nvPr/>
                        </p:nvSpPr>
                        <p:spPr>
                          <a:xfrm>
                            <a:off x="1488600" y="232164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587" name="Straight Connector 483"/>
                          <p:cNvCxnSpPr/>
                          <p:nvPr/>
                        </p:nvCxnSpPr>
                        <p:spPr>
                          <a:xfrm flipH="1" flipV="1">
                            <a:off x="1385280" y="2324520"/>
                            <a:ext cx="1800" cy="766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588" name="Straight Connector 484"/>
                          <p:cNvCxnSpPr/>
                          <p:nvPr/>
                        </p:nvCxnSpPr>
                        <p:spPr>
                          <a:xfrm flipH="1" flipV="1">
                            <a:off x="1916640" y="2323080"/>
                            <a:ext cx="1800" cy="766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589" name="Group 473"/>
                        <p:cNvGrpSpPr/>
                        <p:nvPr/>
                      </p:nvGrpSpPr>
                      <p:grpSpPr>
                        <a:xfrm>
                          <a:off x="1417680" y="2207160"/>
                          <a:ext cx="434160" cy="363960"/>
                          <a:chOff x="1417680" y="2207160"/>
                          <a:chExt cx="434160" cy="363960"/>
                        </a:xfrm>
                      </p:grpSpPr>
                      <p:sp>
                        <p:nvSpPr>
                          <p:cNvPr id="7590" name="Oval 474"/>
                          <p:cNvSpPr/>
                          <p:nvPr/>
                        </p:nvSpPr>
                        <p:spPr>
                          <a:xfrm>
                            <a:off x="1472760" y="227988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591" name="TextBox 475"/>
                          <p:cNvSpPr/>
                          <p:nvPr/>
                        </p:nvSpPr>
                        <p:spPr>
                          <a:xfrm>
                            <a:off x="1417680" y="22071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592" name="Straight Connector 468"/>
                      <p:cNvCxnSpPr/>
                      <p:nvPr/>
                    </p:nvCxnSpPr>
                    <p:spPr>
                      <a:xfrm>
                        <a:off x="2691360" y="1906200"/>
                        <a:ext cx="452880" cy="34344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593" name="Straight Connector 469"/>
                      <p:cNvCxnSpPr/>
                      <p:nvPr/>
                    </p:nvCxnSpPr>
                    <p:spPr>
                      <a:xfrm>
                        <a:off x="1825200" y="2492280"/>
                        <a:ext cx="451080" cy="33120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594" name="Straight Connector 470"/>
                      <p:cNvCxnSpPr/>
                      <p:nvPr/>
                    </p:nvCxnSpPr>
                    <p:spPr>
                      <a:xfrm flipH="1">
                        <a:off x="2669760" y="2489400"/>
                        <a:ext cx="47952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595" name="Straight Connector 471"/>
                      <p:cNvCxnSpPr/>
                      <p:nvPr/>
                    </p:nvCxnSpPr>
                    <p:spPr>
                      <a:xfrm flipH="1">
                        <a:off x="1813320" y="1917720"/>
                        <a:ext cx="47952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</p:grpSp>
              <p:sp>
                <p:nvSpPr>
                  <p:cNvPr id="7596" name="TextBox 460"/>
                  <p:cNvSpPr/>
                  <p:nvPr/>
                </p:nvSpPr>
                <p:spPr>
                  <a:xfrm>
                    <a:off x="1167480" y="1616760"/>
                    <a:ext cx="75312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2000" b="0" u="none" strike="noStrike">
                        <a:solidFill>
                          <a:srgbClr val="00009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AS 1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cxnSp>
                <p:nvCxnSpPr>
                  <p:cNvPr id="7597" name="Straight Connector 461"/>
                  <p:cNvCxnSpPr/>
                  <p:nvPr/>
                </p:nvCxnSpPr>
                <p:spPr>
                  <a:xfrm flipH="1" flipV="1">
                    <a:off x="3585240" y="2394000"/>
                    <a:ext cx="1031040" cy="699480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</a:ln>
                </p:spPr>
              </p:cxnSp>
            </p:grpSp>
            <p:cxnSp>
              <p:nvCxnSpPr>
                <p:cNvPr id="7598" name="Straight Connector 458"/>
                <p:cNvCxnSpPr/>
                <p:nvPr/>
              </p:nvCxnSpPr>
              <p:spPr>
                <a:xfrm flipV="1">
                  <a:off x="6694560" y="1912680"/>
                  <a:ext cx="1399320" cy="1063440"/>
                </a:xfrm>
                <a:prstGeom prst="straightConnector1">
                  <a:avLst/>
                </a:prstGeom>
                <a:ln w="3810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7599" name="Group 438"/>
              <p:cNvGrpSpPr/>
              <p:nvPr/>
            </p:nvGrpSpPr>
            <p:grpSpPr>
              <a:xfrm>
                <a:off x="9262800" y="2179440"/>
                <a:ext cx="1701360" cy="615960"/>
                <a:chOff x="9262800" y="2179440"/>
                <a:chExt cx="1701360" cy="615960"/>
              </a:xfrm>
            </p:grpSpPr>
            <p:grpSp>
              <p:nvGrpSpPr>
                <p:cNvPr id="7600" name="Group 439"/>
                <p:cNvGrpSpPr/>
                <p:nvPr/>
              </p:nvGrpSpPr>
              <p:grpSpPr>
                <a:xfrm>
                  <a:off x="9262800" y="2179440"/>
                  <a:ext cx="1701360" cy="615960"/>
                  <a:chOff x="9262800" y="2179440"/>
                  <a:chExt cx="1701360" cy="615960"/>
                </a:xfrm>
              </p:grpSpPr>
              <p:sp>
                <p:nvSpPr>
                  <p:cNvPr id="7601" name="Freeform 2"/>
                  <p:cNvSpPr/>
                  <p:nvPr/>
                </p:nvSpPr>
                <p:spPr>
                  <a:xfrm>
                    <a:off x="9262800" y="2179440"/>
                    <a:ext cx="1701360" cy="615960"/>
                  </a:xfrm>
                  <a:custGeom>
                    <a:avLst/>
                    <a:gdLst>
                      <a:gd name="textAreaLeft" fmla="*/ 0 w 1701360"/>
                      <a:gd name="textAreaRight" fmla="*/ 1701720 w 1701360"/>
                      <a:gd name="textAreaTop" fmla="*/ 0 h 615960"/>
                      <a:gd name="textAreaBottom" fmla="*/ 616320 h 615960"/>
                      <a:gd name="GluePoint1X" fmla="*/ 40 w 11293"/>
                      <a:gd name="GluePoint1Y" fmla="*/ 9082 h 11127"/>
                      <a:gd name="GluePoint2X" fmla="*/ 4577 w 11293"/>
                      <a:gd name="GluePoint2Y" fmla="*/ 470 h 11127"/>
                      <a:gd name="GluePoint3X" fmla="*/ 7822 w 11293"/>
                      <a:gd name="GluePoint3Y" fmla="*/ 1336 h 11127"/>
                      <a:gd name="GluePoint4X" fmla="*/ 10740 w 11293"/>
                      <a:gd name="GluePoint4Y" fmla="*/ 3004 h 11127"/>
                      <a:gd name="GluePoint5X" fmla="*/ 11102 w 11293"/>
                      <a:gd name="GluePoint5Y" fmla="*/ 7683 h 11127"/>
                      <a:gd name="GluePoint6X" fmla="*/ 8541 w 11293"/>
                      <a:gd name="GluePoint6Y" fmla="*/ 11085 h 11127"/>
                      <a:gd name="GluePoint7X" fmla="*/ 2705 w 11293"/>
                      <a:gd name="GluePoint7Y" fmla="*/ 9564 h 11127"/>
                      <a:gd name="GluePoint8X" fmla="*/ 40 w 11293"/>
                      <a:gd name="GluePoint8Y" fmla="*/ 9082 h 11127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</a:cxnLst>
                    <a:rect l="textAreaLeft" t="textAreaTop" r="textAreaRight" b="textAreaBottom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7602" name="Group 327"/>
                  <p:cNvGrpSpPr/>
                  <p:nvPr/>
                </p:nvGrpSpPr>
                <p:grpSpPr>
                  <a:xfrm>
                    <a:off x="10362240" y="2312280"/>
                    <a:ext cx="536760" cy="263160"/>
                    <a:chOff x="10362240" y="2312280"/>
                    <a:chExt cx="536760" cy="263160"/>
                  </a:xfrm>
                </p:grpSpPr>
                <p:sp>
                  <p:nvSpPr>
                    <p:cNvPr id="7603" name="Oval 446"/>
                    <p:cNvSpPr/>
                    <p:nvPr/>
                  </p:nvSpPr>
                  <p:spPr>
                    <a:xfrm flipV="1">
                      <a:off x="10364040" y="2382480"/>
                      <a:ext cx="534600" cy="192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604" name="Rectangle 447"/>
                    <p:cNvSpPr/>
                    <p:nvPr/>
                  </p:nvSpPr>
                  <p:spPr>
                    <a:xfrm>
                      <a:off x="10362600" y="2411280"/>
                      <a:ext cx="536040" cy="684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3760" rIns="90000" bIns="237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605" name="Oval 448"/>
                    <p:cNvSpPr/>
                    <p:nvPr/>
                  </p:nvSpPr>
                  <p:spPr>
                    <a:xfrm flipV="1">
                      <a:off x="10362600" y="2312280"/>
                      <a:ext cx="534600" cy="1929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606" name="Freeform 449"/>
                    <p:cNvSpPr/>
                    <p:nvPr/>
                  </p:nvSpPr>
                  <p:spPr>
                    <a:xfrm>
                      <a:off x="10499760" y="2371320"/>
                      <a:ext cx="260280" cy="95760"/>
                    </a:xfrm>
                    <a:custGeom>
                      <a:avLst/>
                      <a:gdLst>
                        <a:gd name="textAreaLeft" fmla="*/ 0 w 260280"/>
                        <a:gd name="textAreaRight" fmla="*/ 260640 w 260280"/>
                        <a:gd name="textAreaTop" fmla="*/ 0 h 95760"/>
                        <a:gd name="textAreaBottom" fmla="*/ 96120 h 9576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607" name="Freeform 450"/>
                    <p:cNvSpPr/>
                    <p:nvPr/>
                  </p:nvSpPr>
                  <p:spPr>
                    <a:xfrm>
                      <a:off x="10472760" y="2346840"/>
                      <a:ext cx="314640" cy="66960"/>
                    </a:xfrm>
                    <a:custGeom>
                      <a:avLst/>
                      <a:gdLst>
                        <a:gd name="textAreaLeft" fmla="*/ 0 w 314640"/>
                        <a:gd name="textAreaRight" fmla="*/ 315000 w 314640"/>
                        <a:gd name="textAreaTop" fmla="*/ 0 h 66960"/>
                        <a:gd name="textAreaBottom" fmla="*/ 67320 h 669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2320" rIns="90000" bIns="223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608" name="Freeform 451"/>
                    <p:cNvSpPr/>
                    <p:nvPr/>
                  </p:nvSpPr>
                  <p:spPr>
                    <a:xfrm>
                      <a:off x="10679040" y="2404080"/>
                      <a:ext cx="115560" cy="58320"/>
                    </a:xfrm>
                    <a:custGeom>
                      <a:avLst/>
                      <a:gdLst>
                        <a:gd name="textAreaLeft" fmla="*/ 0 w 115560"/>
                        <a:gd name="textAreaRight" fmla="*/ 115920 w 115560"/>
                        <a:gd name="textAreaTop" fmla="*/ 0 h 58320"/>
                        <a:gd name="textAreaBottom" fmla="*/ 58680 h 583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3680" rIns="90000" bIns="136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609" name="Freeform 452"/>
                    <p:cNvSpPr/>
                    <p:nvPr/>
                  </p:nvSpPr>
                  <p:spPr>
                    <a:xfrm>
                      <a:off x="10466640" y="2405520"/>
                      <a:ext cx="114120" cy="56880"/>
                    </a:xfrm>
                    <a:custGeom>
                      <a:avLst/>
                      <a:gdLst>
                        <a:gd name="textAreaLeft" fmla="*/ 0 w 114120"/>
                        <a:gd name="textAreaRight" fmla="*/ 114480 w 114120"/>
                        <a:gd name="textAreaTop" fmla="*/ 0 h 56880"/>
                        <a:gd name="textAreaBottom" fmla="*/ 57240 h 568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2240" rIns="90000" bIns="122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7610" name="Straight Connector 453"/>
                    <p:cNvCxnSpPr/>
                    <p:nvPr/>
                  </p:nvCxnSpPr>
                  <p:spPr>
                    <a:xfrm flipH="1" flipV="1">
                      <a:off x="10362240" y="2408400"/>
                      <a:ext cx="2160" cy="7452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7611" name="Straight Connector 454"/>
                    <p:cNvCxnSpPr/>
                    <p:nvPr/>
                  </p:nvCxnSpPr>
                  <p:spPr>
                    <a:xfrm flipH="1" flipV="1">
                      <a:off x="10897560" y="2406960"/>
                      <a:ext cx="1800" cy="7452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7612" name="Group 443"/>
                  <p:cNvGrpSpPr/>
                  <p:nvPr/>
                </p:nvGrpSpPr>
                <p:grpSpPr>
                  <a:xfrm>
                    <a:off x="10333800" y="2293920"/>
                    <a:ext cx="460440" cy="364680"/>
                    <a:chOff x="10333800" y="2293920"/>
                    <a:chExt cx="460440" cy="364680"/>
                  </a:xfrm>
                </p:grpSpPr>
                <p:sp>
                  <p:nvSpPr>
                    <p:cNvPr id="7613" name="Oval 444"/>
                    <p:cNvSpPr/>
                    <p:nvPr/>
                  </p:nvSpPr>
                  <p:spPr>
                    <a:xfrm>
                      <a:off x="10450440" y="2364840"/>
                      <a:ext cx="338040" cy="20880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614" name="TextBox 445"/>
                    <p:cNvSpPr/>
                    <p:nvPr/>
                  </p:nvSpPr>
                  <p:spPr>
                    <a:xfrm>
                      <a:off x="10333800" y="2293920"/>
                      <a:ext cx="460440" cy="3646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  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cxnSp>
              <p:nvCxnSpPr>
                <p:cNvPr id="7615" name="Straight Connector 440"/>
                <p:cNvCxnSpPr/>
                <p:nvPr/>
              </p:nvCxnSpPr>
              <p:spPr>
                <a:xfrm flipH="1">
                  <a:off x="9485640" y="2460960"/>
                  <a:ext cx="870120" cy="1044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</p:grpSp>
        </p:grpSp>
        <p:cxnSp>
          <p:nvCxnSpPr>
            <p:cNvPr id="7616" name="Straight Connector 436"/>
            <p:cNvCxnSpPr/>
            <p:nvPr/>
          </p:nvCxnSpPr>
          <p:spPr>
            <a:xfrm flipV="1">
              <a:off x="3590280" y="1928880"/>
              <a:ext cx="4451760" cy="42300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</a:ln>
          </p:spPr>
        </p:cxnSp>
      </p:grpSp>
      <p:sp>
        <p:nvSpPr>
          <p:cNvPr id="7617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BGP: populating forwarding tables 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grpSp>
        <p:nvGrpSpPr>
          <p:cNvPr id="7618" name="Group 230"/>
          <p:cNvGrpSpPr/>
          <p:nvPr/>
        </p:nvGrpSpPr>
        <p:grpSpPr>
          <a:xfrm>
            <a:off x="2993400" y="2473560"/>
            <a:ext cx="1274760" cy="818280"/>
            <a:chOff x="2993400" y="2473560"/>
            <a:chExt cx="1274760" cy="818280"/>
          </a:xfrm>
        </p:grpSpPr>
        <p:sp>
          <p:nvSpPr>
            <p:cNvPr id="7619" name="Text Box 119"/>
            <p:cNvSpPr/>
            <p:nvPr/>
          </p:nvSpPr>
          <p:spPr>
            <a:xfrm>
              <a:off x="2993400" y="2994480"/>
              <a:ext cx="1251000" cy="29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6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AS2,AS3,X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0" name="AutoShape 118"/>
            <p:cNvSpPr/>
            <p:nvPr/>
          </p:nvSpPr>
          <p:spPr>
            <a:xfrm rot="1968000">
              <a:off x="3486600" y="2659320"/>
              <a:ext cx="767880" cy="27576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96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7621" name="Group 245"/>
          <p:cNvGrpSpPr/>
          <p:nvPr/>
        </p:nvGrpSpPr>
        <p:grpSpPr>
          <a:xfrm>
            <a:off x="3743640" y="1671480"/>
            <a:ext cx="941400" cy="614880"/>
            <a:chOff x="3743640" y="1671480"/>
            <a:chExt cx="941400" cy="614880"/>
          </a:xfrm>
        </p:grpSpPr>
        <p:sp>
          <p:nvSpPr>
            <p:cNvPr id="7622" name="AutoShape 118"/>
            <p:cNvSpPr/>
            <p:nvPr/>
          </p:nvSpPr>
          <p:spPr>
            <a:xfrm rot="21210600">
              <a:off x="3903840" y="1967760"/>
              <a:ext cx="767880" cy="27576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2121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23" name="TextBox 247"/>
            <p:cNvSpPr/>
            <p:nvPr/>
          </p:nvSpPr>
          <p:spPr>
            <a:xfrm>
              <a:off x="3743640" y="1671480"/>
              <a:ext cx="75528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AS3,X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24" name="Group 117"/>
          <p:cNvGrpSpPr/>
          <p:nvPr/>
        </p:nvGrpSpPr>
        <p:grpSpPr>
          <a:xfrm>
            <a:off x="7037640" y="2400480"/>
            <a:ext cx="1291320" cy="680400"/>
            <a:chOff x="7037640" y="2400480"/>
            <a:chExt cx="1291320" cy="680400"/>
          </a:xfrm>
        </p:grpSpPr>
        <p:sp>
          <p:nvSpPr>
            <p:cNvPr id="7625" name="AutoShape 118"/>
            <p:cNvSpPr/>
            <p:nvPr/>
          </p:nvSpPr>
          <p:spPr>
            <a:xfrm rot="19396800">
              <a:off x="7038720" y="2604240"/>
              <a:ext cx="767880" cy="25848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939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6" name="Text Box 119"/>
            <p:cNvSpPr/>
            <p:nvPr/>
          </p:nvSpPr>
          <p:spPr>
            <a:xfrm>
              <a:off x="7378560" y="2783520"/>
              <a:ext cx="950400" cy="29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600" b="0" i="1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ＭＳ Ｐゴシック"/>
                </a:rPr>
                <a:t>AS3, X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27" name="Rectangle 4"/>
          <p:cNvSpPr/>
          <p:nvPr/>
        </p:nvSpPr>
        <p:spPr>
          <a:xfrm>
            <a:off x="3131640" y="4506480"/>
            <a:ext cx="894312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1960" indent="-291960" defTabSz="914400">
              <a:lnSpc>
                <a:spcPct val="90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recall: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b,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 learn via iBGP from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c: “path to X goes through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8" name="Rectangle 4"/>
          <p:cNvSpPr/>
          <p:nvPr/>
        </p:nvSpPr>
        <p:spPr>
          <a:xfrm>
            <a:off x="3127680" y="4950360"/>
            <a:ext cx="827064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ct val="90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at 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d: OSPF intra-domain routing: to get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c, use  interface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29" name="Group 383"/>
          <p:cNvGrpSpPr/>
          <p:nvPr/>
        </p:nvGrpSpPr>
        <p:grpSpPr>
          <a:xfrm>
            <a:off x="1643400" y="1934640"/>
            <a:ext cx="1356120" cy="1064520"/>
            <a:chOff x="1643400" y="1934640"/>
            <a:chExt cx="1356120" cy="1064520"/>
          </a:xfrm>
        </p:grpSpPr>
        <p:sp>
          <p:nvSpPr>
            <p:cNvPr id="7630" name="TextBox 384"/>
            <p:cNvSpPr/>
            <p:nvPr/>
          </p:nvSpPr>
          <p:spPr>
            <a:xfrm>
              <a:off x="2719800" y="2688120"/>
              <a:ext cx="279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31" name="TextBox 385"/>
            <p:cNvSpPr/>
            <p:nvPr/>
          </p:nvSpPr>
          <p:spPr>
            <a:xfrm>
              <a:off x="2013120" y="2695320"/>
              <a:ext cx="279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32" name="TextBox 386"/>
            <p:cNvSpPr/>
            <p:nvPr/>
          </p:nvSpPr>
          <p:spPr>
            <a:xfrm>
              <a:off x="1703880" y="1934640"/>
              <a:ext cx="279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33" name="TextBox 387"/>
            <p:cNvSpPr/>
            <p:nvPr/>
          </p:nvSpPr>
          <p:spPr>
            <a:xfrm>
              <a:off x="1643400" y="2432880"/>
              <a:ext cx="279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34" name="Group 388"/>
          <p:cNvGrpSpPr/>
          <p:nvPr/>
        </p:nvGrpSpPr>
        <p:grpSpPr>
          <a:xfrm>
            <a:off x="1126080" y="3005280"/>
            <a:ext cx="1682640" cy="3439440"/>
            <a:chOff x="1126080" y="3005280"/>
            <a:chExt cx="1682640" cy="3439440"/>
          </a:xfrm>
        </p:grpSpPr>
        <p:sp>
          <p:nvSpPr>
            <p:cNvPr id="7635" name="Freeform 389"/>
            <p:cNvSpPr/>
            <p:nvPr/>
          </p:nvSpPr>
          <p:spPr>
            <a:xfrm flipH="1" rot="10326000">
              <a:off x="1360440" y="3091680"/>
              <a:ext cx="1333080" cy="1104840"/>
            </a:xfrm>
            <a:custGeom>
              <a:avLst/>
              <a:gdLst>
                <a:gd name="textAreaLeft" fmla="*/ -360 w 1333080"/>
                <a:gd name="textAreaRight" fmla="*/ 1333080 w 1333080"/>
                <a:gd name="textAreaTop" fmla="*/ 0 h 1104840"/>
                <a:gd name="textAreaBottom" fmla="*/ 1105200 h 1104840"/>
                <a:gd name="GluePoint1X" fmla="*/ 1029955 w 1332977"/>
                <a:gd name="GluePoint1Y" fmla="*/ 1143414 h 1143414"/>
                <a:gd name="GluePoint2X" fmla="*/ 0 w 1332977"/>
                <a:gd name="GluePoint2Y" fmla="*/ 164654 h 1143414"/>
                <a:gd name="GluePoint3X" fmla="*/ 991394 w 1332977"/>
                <a:gd name="GluePoint3Y" fmla="*/ 130 h 1143414"/>
                <a:gd name="GluePoint4X" fmla="*/ 1332977 w 1332977"/>
                <a:gd name="GluePoint4Y" fmla="*/ 1045574 h 1143414"/>
                <a:gd name="GluePoint5X" fmla="*/ 1029955 w 1332977"/>
                <a:gd name="GluePoint5Y" fmla="*/ 1143414 h 11434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32977" h="1143414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4926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grpSp>
          <p:nvGrpSpPr>
            <p:cNvPr id="7636" name="Group 390"/>
            <p:cNvGrpSpPr/>
            <p:nvPr/>
          </p:nvGrpSpPr>
          <p:grpSpPr>
            <a:xfrm>
              <a:off x="1126080" y="4001400"/>
              <a:ext cx="1682640" cy="2443320"/>
              <a:chOff x="1126080" y="4001400"/>
              <a:chExt cx="1682640" cy="2443320"/>
            </a:xfrm>
          </p:grpSpPr>
          <p:sp>
            <p:nvSpPr>
              <p:cNvPr id="7637" name="Rectangle 391"/>
              <p:cNvSpPr/>
              <p:nvPr/>
            </p:nvSpPr>
            <p:spPr>
              <a:xfrm rot="10800000">
                <a:off x="1398240" y="4107240"/>
                <a:ext cx="1026720" cy="1145520"/>
              </a:xfrm>
              <a:prstGeom prst="rect">
                <a:avLst/>
              </a:prstGeom>
              <a:gradFill rotWithShape="0">
                <a:gsLst>
                  <a:gs pos="0">
                    <a:srgbClr val="262699">
                      <a:alpha val="62000"/>
                    </a:srgbClr>
                  </a:gs>
                  <a:gs pos="5400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7638" name="Group 104"/>
              <p:cNvGrpSpPr/>
              <p:nvPr/>
            </p:nvGrpSpPr>
            <p:grpSpPr>
              <a:xfrm>
                <a:off x="1401480" y="6033600"/>
                <a:ext cx="1035000" cy="411120"/>
                <a:chOff x="1401480" y="6033600"/>
                <a:chExt cx="1035000" cy="411120"/>
              </a:xfrm>
            </p:grpSpPr>
            <p:sp>
              <p:nvSpPr>
                <p:cNvPr id="7639" name="Oval 415"/>
                <p:cNvSpPr/>
                <p:nvPr/>
              </p:nvSpPr>
              <p:spPr>
                <a:xfrm>
                  <a:off x="1401480" y="6171480"/>
                  <a:ext cx="1034640" cy="273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7640" name="Rectangle 416"/>
                <p:cNvSpPr/>
                <p:nvPr/>
              </p:nvSpPr>
              <p:spPr>
                <a:xfrm>
                  <a:off x="1401480" y="6171480"/>
                  <a:ext cx="1034640" cy="135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7641" name="Oval 417"/>
                <p:cNvSpPr/>
                <p:nvPr/>
              </p:nvSpPr>
              <p:spPr>
                <a:xfrm>
                  <a:off x="1401480" y="6033600"/>
                  <a:ext cx="1034640" cy="273240"/>
                </a:xfrm>
                <a:prstGeom prst="ellipse">
                  <a:avLst/>
                </a:prstGeom>
                <a:solidFill>
                  <a:srgbClr val="8585E0">
                    <a:alpha val="70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7642" name="Straight Connector 418"/>
                <p:cNvCxnSpPr/>
                <p:nvPr/>
              </p:nvCxnSpPr>
              <p:spPr>
                <a:xfrm>
                  <a:off x="2436480" y="6171120"/>
                  <a:ext cx="360" cy="136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7643" name="Straight Connector 419"/>
                <p:cNvCxnSpPr/>
                <p:nvPr/>
              </p:nvCxnSpPr>
              <p:spPr>
                <a:xfrm>
                  <a:off x="1401480" y="6171120"/>
                  <a:ext cx="360" cy="136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7644" name="Rectangle 393"/>
              <p:cNvSpPr/>
              <p:nvPr/>
            </p:nvSpPr>
            <p:spPr>
              <a:xfrm>
                <a:off x="1405800" y="5193000"/>
                <a:ext cx="1026720" cy="991080"/>
              </a:xfrm>
              <a:prstGeom prst="rect">
                <a:avLst/>
              </a:prstGeom>
              <a:gradFill rotWithShape="0">
                <a:gsLst>
                  <a:gs pos="0">
                    <a:srgbClr val="8585E0">
                      <a:alpha val="62000"/>
                    </a:srgbClr>
                  </a:gs>
                  <a:gs pos="54000">
                    <a:srgbClr val="ADADEB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7645" name="Straight Connector 394"/>
              <p:cNvCxnSpPr/>
              <p:nvPr/>
            </p:nvCxnSpPr>
            <p:spPr>
              <a:xfrm>
                <a:off x="1389960" y="4344120"/>
                <a:ext cx="11880" cy="189540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cxnSp>
            <p:nvCxnSpPr>
              <p:cNvPr id="7646" name="Straight Connector 395"/>
              <p:cNvCxnSpPr/>
              <p:nvPr/>
            </p:nvCxnSpPr>
            <p:spPr>
              <a:xfrm>
                <a:off x="2431440" y="4344120"/>
                <a:ext cx="5400" cy="189540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7647" name="Group 9"/>
              <p:cNvGrpSpPr/>
              <p:nvPr/>
            </p:nvGrpSpPr>
            <p:grpSpPr>
              <a:xfrm>
                <a:off x="1366560" y="4001400"/>
                <a:ext cx="1079640" cy="454680"/>
                <a:chOff x="1366560" y="4001400"/>
                <a:chExt cx="1079640" cy="454680"/>
              </a:xfrm>
            </p:grpSpPr>
            <p:sp>
              <p:nvSpPr>
                <p:cNvPr id="7648" name="Oval 406"/>
                <p:cNvSpPr/>
                <p:nvPr/>
              </p:nvSpPr>
              <p:spPr>
                <a:xfrm flipV="1">
                  <a:off x="1369800" y="4123440"/>
                  <a:ext cx="1074240" cy="3322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D6D6F5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7649" name="Rectangle 407"/>
                <p:cNvSpPr/>
                <p:nvPr/>
              </p:nvSpPr>
              <p:spPr>
                <a:xfrm>
                  <a:off x="1366560" y="4171320"/>
                  <a:ext cx="1077480" cy="1188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7650" name="Oval 408"/>
                <p:cNvSpPr/>
                <p:nvPr/>
              </p:nvSpPr>
              <p:spPr>
                <a:xfrm flipV="1">
                  <a:off x="1366560" y="4001040"/>
                  <a:ext cx="1076040" cy="3322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7651" name="Freeform 409"/>
                <p:cNvSpPr/>
                <p:nvPr/>
              </p:nvSpPr>
              <p:spPr>
                <a:xfrm>
                  <a:off x="1643040" y="4104000"/>
                  <a:ext cx="523440" cy="165960"/>
                </a:xfrm>
                <a:custGeom>
                  <a:avLst/>
                  <a:gdLst>
                    <a:gd name="textAreaLeft" fmla="*/ 0 w 523440"/>
                    <a:gd name="textAreaRight" fmla="*/ 523800 w 523440"/>
                    <a:gd name="textAreaTop" fmla="*/ 0 h 165960"/>
                    <a:gd name="textAreaBottom" fmla="*/ 166320 h 1659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7652" name="Freeform 410"/>
                <p:cNvSpPr/>
                <p:nvPr/>
              </p:nvSpPr>
              <p:spPr>
                <a:xfrm>
                  <a:off x="1589040" y="4060440"/>
                  <a:ext cx="631440" cy="115560"/>
                </a:xfrm>
                <a:custGeom>
                  <a:avLst/>
                  <a:gdLst>
                    <a:gd name="textAreaLeft" fmla="*/ 0 w 631440"/>
                    <a:gd name="textAreaRight" fmla="*/ 631800 w 631440"/>
                    <a:gd name="textAreaTop" fmla="*/ 0 h 115560"/>
                    <a:gd name="textAreaBottom" fmla="*/ 115920 h 1155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7653" name="Freeform 411"/>
                <p:cNvSpPr/>
                <p:nvPr/>
              </p:nvSpPr>
              <p:spPr>
                <a:xfrm>
                  <a:off x="2004840" y="4159440"/>
                  <a:ext cx="231480" cy="100440"/>
                </a:xfrm>
                <a:custGeom>
                  <a:avLst/>
                  <a:gdLst>
                    <a:gd name="textAreaLeft" fmla="*/ 0 w 231480"/>
                    <a:gd name="textAreaRight" fmla="*/ 231840 w 231480"/>
                    <a:gd name="textAreaTop" fmla="*/ 0 h 100440"/>
                    <a:gd name="textAreaBottom" fmla="*/ 100800 h 100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7654" name="Freeform 412"/>
                <p:cNvSpPr/>
                <p:nvPr/>
              </p:nvSpPr>
              <p:spPr>
                <a:xfrm>
                  <a:off x="1577880" y="4161240"/>
                  <a:ext cx="228240" cy="100440"/>
                </a:xfrm>
                <a:custGeom>
                  <a:avLst/>
                  <a:gdLst>
                    <a:gd name="textAreaLeft" fmla="*/ 0 w 228240"/>
                    <a:gd name="textAreaRight" fmla="*/ 228600 w 228240"/>
                    <a:gd name="textAreaTop" fmla="*/ 0 h 100440"/>
                    <a:gd name="textAreaBottom" fmla="*/ 100800 h 100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7655" name="Straight Connector 413"/>
                <p:cNvCxnSpPr/>
                <p:nvPr/>
              </p:nvCxnSpPr>
              <p:spPr>
                <a:xfrm flipH="1" flipV="1">
                  <a:off x="1366560" y="4167720"/>
                  <a:ext cx="3600" cy="1296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7656" name="Straight Connector 414"/>
                <p:cNvCxnSpPr/>
                <p:nvPr/>
              </p:nvCxnSpPr>
              <p:spPr>
                <a:xfrm flipH="1" flipV="1">
                  <a:off x="2442960" y="4164480"/>
                  <a:ext cx="3600" cy="1296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7657" name="Rectangle 397"/>
              <p:cNvSpPr/>
              <p:nvPr/>
            </p:nvSpPr>
            <p:spPr>
              <a:xfrm>
                <a:off x="1134720" y="4483800"/>
                <a:ext cx="1670400" cy="15019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7658" name="TextBox 398"/>
              <p:cNvSpPr/>
              <p:nvPr/>
            </p:nvSpPr>
            <p:spPr>
              <a:xfrm>
                <a:off x="1128960" y="4478400"/>
                <a:ext cx="6127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dest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9" name="TextBox 399"/>
              <p:cNvSpPr/>
              <p:nvPr/>
            </p:nvSpPr>
            <p:spPr>
              <a:xfrm>
                <a:off x="1751040" y="4483800"/>
                <a:ext cx="10576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interface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7660" name="Straight Connector 400"/>
              <p:cNvCxnSpPr/>
              <p:nvPr/>
            </p:nvCxnSpPr>
            <p:spPr>
              <a:xfrm>
                <a:off x="1742760" y="4489920"/>
                <a:ext cx="1800" cy="149040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7661" name="Straight Connector 401"/>
              <p:cNvCxnSpPr/>
              <p:nvPr/>
            </p:nvCxnSpPr>
            <p:spPr>
              <a:xfrm flipH="1">
                <a:off x="1126080" y="4855680"/>
                <a:ext cx="1679760" cy="36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sp>
            <p:nvSpPr>
              <p:cNvPr id="7662" name="TextBox 404"/>
              <p:cNvSpPr/>
              <p:nvPr/>
            </p:nvSpPr>
            <p:spPr>
              <a:xfrm>
                <a:off x="1811520" y="4779000"/>
                <a:ext cx="40932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…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3" name="TextBox 428"/>
              <p:cNvSpPr/>
              <p:nvPr/>
            </p:nvSpPr>
            <p:spPr>
              <a:xfrm>
                <a:off x="1806840" y="5619960"/>
                <a:ext cx="40932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…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4" name="TextBox 429"/>
              <p:cNvSpPr/>
              <p:nvPr/>
            </p:nvSpPr>
            <p:spPr>
              <a:xfrm>
                <a:off x="1234800" y="4778280"/>
                <a:ext cx="40932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…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5" name="TextBox 430"/>
              <p:cNvSpPr/>
              <p:nvPr/>
            </p:nvSpPr>
            <p:spPr>
              <a:xfrm>
                <a:off x="1258200" y="5619240"/>
                <a:ext cx="40932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…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666" name="TextBox 421"/>
          <p:cNvSpPr/>
          <p:nvPr/>
        </p:nvSpPr>
        <p:spPr>
          <a:xfrm>
            <a:off x="491760" y="2538360"/>
            <a:ext cx="111780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local link interfaces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at 1a, 1d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7" name="Rectangle 4"/>
          <p:cNvSpPr/>
          <p:nvPr/>
        </p:nvSpPr>
        <p:spPr>
          <a:xfrm>
            <a:off x="3129840" y="5365800"/>
            <a:ext cx="827064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ct val="90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at 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d: to get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X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, use  interface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68" name="Group 136"/>
          <p:cNvGrpSpPr/>
          <p:nvPr/>
        </p:nvGrpSpPr>
        <p:grpSpPr>
          <a:xfrm>
            <a:off x="1260720" y="5091120"/>
            <a:ext cx="926280" cy="365040"/>
            <a:chOff x="1260720" y="5091120"/>
            <a:chExt cx="926280" cy="365040"/>
          </a:xfrm>
        </p:grpSpPr>
        <p:sp>
          <p:nvSpPr>
            <p:cNvPr id="7669" name="TextBox 2"/>
            <p:cNvSpPr/>
            <p:nvPr/>
          </p:nvSpPr>
          <p:spPr>
            <a:xfrm>
              <a:off x="1260720" y="5091480"/>
              <a:ext cx="4204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1c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0" name="TextBox 431"/>
            <p:cNvSpPr/>
            <p:nvPr/>
          </p:nvSpPr>
          <p:spPr>
            <a:xfrm>
              <a:off x="1876320" y="509112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71" name="Group 3"/>
          <p:cNvGrpSpPr/>
          <p:nvPr/>
        </p:nvGrpSpPr>
        <p:grpSpPr>
          <a:xfrm>
            <a:off x="1312560" y="5421240"/>
            <a:ext cx="874080" cy="367920"/>
            <a:chOff x="1312560" y="5421240"/>
            <a:chExt cx="874080" cy="367920"/>
          </a:xfrm>
        </p:grpSpPr>
        <p:sp>
          <p:nvSpPr>
            <p:cNvPr id="7672" name="TextBox 432"/>
            <p:cNvSpPr/>
            <p:nvPr/>
          </p:nvSpPr>
          <p:spPr>
            <a:xfrm>
              <a:off x="1312560" y="5421240"/>
              <a:ext cx="3139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3" name="TextBox 433"/>
            <p:cNvSpPr/>
            <p:nvPr/>
          </p:nvSpPr>
          <p:spPr>
            <a:xfrm>
              <a:off x="1875960" y="542448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74" name="Group 281"/>
          <p:cNvGrpSpPr/>
          <p:nvPr/>
        </p:nvGrpSpPr>
        <p:grpSpPr>
          <a:xfrm>
            <a:off x="2293200" y="1828800"/>
            <a:ext cx="1146960" cy="1018080"/>
            <a:chOff x="2293200" y="1828800"/>
            <a:chExt cx="1146960" cy="1018080"/>
          </a:xfrm>
        </p:grpSpPr>
        <p:grpSp>
          <p:nvGrpSpPr>
            <p:cNvPr id="7675" name="Group 282"/>
            <p:cNvGrpSpPr/>
            <p:nvPr/>
          </p:nvGrpSpPr>
          <p:grpSpPr>
            <a:xfrm>
              <a:off x="2293200" y="1964880"/>
              <a:ext cx="760680" cy="811440"/>
              <a:chOff x="2293200" y="1964880"/>
              <a:chExt cx="760680" cy="811440"/>
            </a:xfrm>
          </p:grpSpPr>
          <p:cxnSp>
            <p:nvCxnSpPr>
              <p:cNvPr id="7676" name="Straight Arrow Connector 286"/>
              <p:cNvCxnSpPr/>
              <p:nvPr/>
            </p:nvCxnSpPr>
            <p:spPr>
              <a:xfrm flipH="1" flipV="1">
                <a:off x="2652120" y="1964880"/>
                <a:ext cx="402120" cy="302760"/>
              </a:xfrm>
              <a:prstGeom prst="straightConnector1">
                <a:avLst/>
              </a:prstGeom>
              <a:ln w="25400">
                <a:solidFill>
                  <a:srgbClr val="CC0000"/>
                </a:solidFill>
                <a:round/>
                <a:tailEnd len="med" type="triangle" w="med"/>
              </a:ln>
            </p:spPr>
          </p:cxnSp>
          <p:cxnSp>
            <p:nvCxnSpPr>
              <p:cNvPr id="7677" name="Straight Arrow Connector 287"/>
              <p:cNvCxnSpPr/>
              <p:nvPr/>
            </p:nvCxnSpPr>
            <p:spPr>
              <a:xfrm flipH="1">
                <a:off x="2293200" y="2369520"/>
                <a:ext cx="641880" cy="360"/>
              </a:xfrm>
              <a:prstGeom prst="straightConnector1">
                <a:avLst/>
              </a:prstGeom>
              <a:ln w="25400">
                <a:solidFill>
                  <a:srgbClr val="CC0000"/>
                </a:solidFill>
                <a:round/>
                <a:tailEnd len="med" type="triangle" w="med"/>
              </a:ln>
            </p:spPr>
          </p:cxnSp>
          <p:cxnSp>
            <p:nvCxnSpPr>
              <p:cNvPr id="7678" name="Straight Arrow Connector 288"/>
              <p:cNvCxnSpPr/>
              <p:nvPr/>
            </p:nvCxnSpPr>
            <p:spPr>
              <a:xfrm flipH="1">
                <a:off x="2616840" y="2488320"/>
                <a:ext cx="422640" cy="288360"/>
              </a:xfrm>
              <a:prstGeom prst="straightConnector1">
                <a:avLst/>
              </a:prstGeom>
              <a:ln w="25400">
                <a:solidFill>
                  <a:srgbClr val="CC0000"/>
                </a:solidFill>
                <a:round/>
                <a:tailEnd len="med" type="triangle" w="med"/>
              </a:ln>
            </p:spPr>
          </p:cxnSp>
        </p:grpSp>
        <p:sp>
          <p:nvSpPr>
            <p:cNvPr id="7679" name="TextBox 283"/>
            <p:cNvSpPr/>
            <p:nvPr/>
          </p:nvSpPr>
          <p:spPr>
            <a:xfrm>
              <a:off x="2356200" y="2122920"/>
              <a:ext cx="60804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AS3,X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0" name="TextBox 284"/>
            <p:cNvSpPr/>
            <p:nvPr/>
          </p:nvSpPr>
          <p:spPr>
            <a:xfrm>
              <a:off x="2806200" y="1828800"/>
              <a:ext cx="60804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AS3,X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1" name="TextBox 285"/>
            <p:cNvSpPr/>
            <p:nvPr/>
          </p:nvSpPr>
          <p:spPr>
            <a:xfrm>
              <a:off x="2832120" y="2543040"/>
              <a:ext cx="60804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AS3,X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003" dur="indefinite" restart="never" nodeType="tmRoot">
          <p:childTnLst>
            <p:seq>
              <p:cTn id="2004" dur="indefinite" nodeType="mainSeq">
                <p:childTnLst>
                  <p:par>
                    <p:cTn id="2005" fill="hold">
                      <p:stCondLst>
                        <p:cond delay="indefinite"/>
                      </p:stCondLst>
                      <p:childTnLst>
                        <p:par>
                          <p:cTn id="2006" fill="hold">
                            <p:stCondLst>
                              <p:cond delay="0"/>
                            </p:stCondLst>
                            <p:childTnLst>
                              <p:par>
                                <p:cTn id="200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09" dur="500"/>
                                        <p:tgtEl>
                                          <p:spTgt spid="7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0" fill="hold">
                            <p:stCondLst>
                              <p:cond delay="500"/>
                            </p:stCondLst>
                            <p:childTnLst>
                              <p:par>
                                <p:cTn id="2011" presetID="9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012" dur="500"/>
                                        <p:tgtEl>
                                          <p:spTgt spid="76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4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015" dur="500"/>
                                        <p:tgtEl>
                                          <p:spTgt spid="7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7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018" dur="500"/>
                                        <p:tgtEl>
                                          <p:spTgt spid="76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22" dur="500"/>
                                        <p:tgtEl>
                                          <p:spTgt spid="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3" fill="hold">
                      <p:stCondLst>
                        <p:cond delay="indefinite"/>
                      </p:stCondLst>
                      <p:childTnLst>
                        <p:par>
                          <p:cTn id="2024" fill="hold">
                            <p:stCondLst>
                              <p:cond delay="0"/>
                            </p:stCondLst>
                            <p:childTnLst>
                              <p:par>
                                <p:cTn id="2025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027" dur="1000"/>
                                        <p:tgtEl>
                                          <p:spTgt spid="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30" dur="500"/>
                                        <p:tgtEl>
                                          <p:spTgt spid="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33" dur="500"/>
                                        <p:tgtEl>
                                          <p:spTgt spid="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4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035" dur="500"/>
                                        <p:tgtEl>
                                          <p:spTgt spid="76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7" fill="hold">
                      <p:stCondLst>
                        <p:cond delay="indefinite"/>
                      </p:stCondLst>
                      <p:childTnLst>
                        <p:par>
                          <p:cTn id="2038" fill="hold">
                            <p:stCondLst>
                              <p:cond delay="0"/>
                            </p:stCondLst>
                            <p:childTnLst>
                              <p:par>
                                <p:cTn id="203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41" dur="500"/>
                                        <p:tgtEl>
                                          <p:spTgt spid="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44" dur="500"/>
                                        <p:tgtEl>
                                          <p:spTgt spid="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2" name="Group 708"/>
          <p:cNvGrpSpPr/>
          <p:nvPr/>
        </p:nvGrpSpPr>
        <p:grpSpPr>
          <a:xfrm>
            <a:off x="1163520" y="1064160"/>
            <a:ext cx="9800640" cy="2876040"/>
            <a:chOff x="1163520" y="1064160"/>
            <a:chExt cx="9800640" cy="2876040"/>
          </a:xfrm>
        </p:grpSpPr>
        <p:grpSp>
          <p:nvGrpSpPr>
            <p:cNvPr id="7683" name="Group 709"/>
            <p:cNvGrpSpPr/>
            <p:nvPr/>
          </p:nvGrpSpPr>
          <p:grpSpPr>
            <a:xfrm>
              <a:off x="1163520" y="1064160"/>
              <a:ext cx="9800640" cy="2876040"/>
              <a:chOff x="1163520" y="1064160"/>
              <a:chExt cx="9800640" cy="2876040"/>
            </a:xfrm>
          </p:grpSpPr>
          <p:grpSp>
            <p:nvGrpSpPr>
              <p:cNvPr id="7684" name="Group 711"/>
              <p:cNvGrpSpPr/>
              <p:nvPr/>
            </p:nvGrpSpPr>
            <p:grpSpPr>
              <a:xfrm>
                <a:off x="1163520" y="1064160"/>
                <a:ext cx="9249120" cy="2876040"/>
                <a:chOff x="1163520" y="1064160"/>
                <a:chExt cx="9249120" cy="2876040"/>
              </a:xfrm>
            </p:grpSpPr>
            <p:grpSp>
              <p:nvGrpSpPr>
                <p:cNvPr id="7685" name="Group 729"/>
                <p:cNvGrpSpPr/>
                <p:nvPr/>
              </p:nvGrpSpPr>
              <p:grpSpPr>
                <a:xfrm>
                  <a:off x="4362840" y="2220120"/>
                  <a:ext cx="2545200" cy="1720080"/>
                  <a:chOff x="4362840" y="2220120"/>
                  <a:chExt cx="2545200" cy="1720080"/>
                </a:xfrm>
              </p:grpSpPr>
              <p:grpSp>
                <p:nvGrpSpPr>
                  <p:cNvPr id="7686" name="Group 863"/>
                  <p:cNvGrpSpPr/>
                  <p:nvPr/>
                </p:nvGrpSpPr>
                <p:grpSpPr>
                  <a:xfrm>
                    <a:off x="4362840" y="2220120"/>
                    <a:ext cx="2545200" cy="1720080"/>
                    <a:chOff x="4362840" y="2220120"/>
                    <a:chExt cx="2545200" cy="1720080"/>
                  </a:xfrm>
                </p:grpSpPr>
                <p:sp>
                  <p:nvSpPr>
                    <p:cNvPr id="7687" name="Freeform 2"/>
                    <p:cNvSpPr/>
                    <p:nvPr/>
                  </p:nvSpPr>
                  <p:spPr>
                    <a:xfrm>
                      <a:off x="4362840" y="2220120"/>
                      <a:ext cx="2545200" cy="1720080"/>
                    </a:xfrm>
                    <a:custGeom>
                      <a:avLst/>
                      <a:gdLst>
                        <a:gd name="textAreaLeft" fmla="*/ 0 w 2545200"/>
                        <a:gd name="textAreaRight" fmla="*/ 2545560 w 2545200"/>
                        <a:gd name="textAreaTop" fmla="*/ 0 h 1720080"/>
                        <a:gd name="textAreaBottom" fmla="*/ 1720440 h 1720080"/>
                        <a:gd name="GluePoint1X" fmla="*/ 45 w 10000"/>
                        <a:gd name="GluePoint1Y" fmla="*/ 5036 h 10795"/>
                        <a:gd name="GluePoint2X" fmla="*/ 2738 w 10000"/>
                        <a:gd name="GluePoint2Y" fmla="*/ 2811 h 10795"/>
                        <a:gd name="GluePoint3X" fmla="*/ 4886 w 10000"/>
                        <a:gd name="GluePoint3Y" fmla="*/ 4 h 10795"/>
                        <a:gd name="GluePoint4X" fmla="*/ 8068 w 10000"/>
                        <a:gd name="GluePoint4Y" fmla="*/ 2813 h 10795"/>
                        <a:gd name="GluePoint5X" fmla="*/ 9996 w 10000"/>
                        <a:gd name="GluePoint5Y" fmla="*/ 5413 h 10795"/>
                        <a:gd name="GluePoint6X" fmla="*/ 8476 w 10000"/>
                        <a:gd name="GluePoint6Y" fmla="*/ 7306 h 10795"/>
                        <a:gd name="GluePoint7X" fmla="*/ 5202 w 10000"/>
                        <a:gd name="GluePoint7Y" fmla="*/ 10795 h 10795"/>
                        <a:gd name="GluePoint8X" fmla="*/ 2753 w 10000"/>
                        <a:gd name="GluePoint8Y" fmla="*/ 7683 h 10795"/>
                        <a:gd name="GluePoint9X" fmla="*/ 1375 w 10000"/>
                        <a:gd name="GluePoint9Y" fmla="*/ 7365 h 10795"/>
                        <a:gd name="GluePoint10X" fmla="*/ 45 w 10000"/>
                        <a:gd name="GluePoint10Y" fmla="*/ 5036 h 1079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</a:cxnLst>
                      <a:rect l="textAreaLeft" t="textAreaTop" r="textAreaRight" b="textAreaBottom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grpSp>
                  <p:nvGrpSpPr>
                    <p:cNvPr id="7688" name="Group 866"/>
                    <p:cNvGrpSpPr/>
                    <p:nvPr/>
                  </p:nvGrpSpPr>
                  <p:grpSpPr>
                    <a:xfrm>
                      <a:off x="4583520" y="2360160"/>
                      <a:ext cx="2189880" cy="1497240"/>
                      <a:chOff x="4583520" y="2360160"/>
                      <a:chExt cx="2189880" cy="1497240"/>
                    </a:xfrm>
                  </p:grpSpPr>
                  <p:grpSp>
                    <p:nvGrpSpPr>
                      <p:cNvPr id="7689" name="Group 867"/>
                      <p:cNvGrpSpPr/>
                      <p:nvPr/>
                    </p:nvGrpSpPr>
                    <p:grpSpPr>
                      <a:xfrm>
                        <a:off x="5430960" y="2360160"/>
                        <a:ext cx="530280" cy="363960"/>
                        <a:chOff x="5430960" y="2360160"/>
                        <a:chExt cx="530280" cy="363960"/>
                      </a:xfrm>
                    </p:grpSpPr>
                    <p:grpSp>
                      <p:nvGrpSpPr>
                        <p:cNvPr id="7690" name="Group 327"/>
                        <p:cNvGrpSpPr/>
                        <p:nvPr/>
                      </p:nvGrpSpPr>
                      <p:grpSpPr>
                        <a:xfrm>
                          <a:off x="5430960" y="2378880"/>
                          <a:ext cx="530280" cy="271080"/>
                          <a:chOff x="5430960" y="2378880"/>
                          <a:chExt cx="530280" cy="271080"/>
                        </a:xfrm>
                      </p:grpSpPr>
                      <p:sp>
                        <p:nvSpPr>
                          <p:cNvPr id="7691" name="Oval 917"/>
                          <p:cNvSpPr/>
                          <p:nvPr/>
                        </p:nvSpPr>
                        <p:spPr>
                          <a:xfrm flipV="1">
                            <a:off x="5432400" y="245124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692" name="Rectangle 918"/>
                          <p:cNvSpPr/>
                          <p:nvPr/>
                        </p:nvSpPr>
                        <p:spPr>
                          <a:xfrm>
                            <a:off x="5430960" y="248076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693" name="Oval 919"/>
                          <p:cNvSpPr/>
                          <p:nvPr/>
                        </p:nvSpPr>
                        <p:spPr>
                          <a:xfrm flipV="1">
                            <a:off x="5430960" y="237888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694" name="Freeform 920"/>
                          <p:cNvSpPr/>
                          <p:nvPr/>
                        </p:nvSpPr>
                        <p:spPr>
                          <a:xfrm>
                            <a:off x="5566680" y="243936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695" name="Freeform 921"/>
                          <p:cNvSpPr/>
                          <p:nvPr/>
                        </p:nvSpPr>
                        <p:spPr>
                          <a:xfrm>
                            <a:off x="5539680" y="241452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696" name="Freeform 922"/>
                          <p:cNvSpPr/>
                          <p:nvPr/>
                        </p:nvSpPr>
                        <p:spPr>
                          <a:xfrm>
                            <a:off x="5743800" y="247320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697" name="Freeform 923"/>
                          <p:cNvSpPr/>
                          <p:nvPr/>
                        </p:nvSpPr>
                        <p:spPr>
                          <a:xfrm>
                            <a:off x="5533920" y="247464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698" name="Straight Connector 924"/>
                          <p:cNvCxnSpPr/>
                          <p:nvPr/>
                        </p:nvCxnSpPr>
                        <p:spPr>
                          <a:xfrm flipH="1" flipV="1">
                            <a:off x="5430960" y="24775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699" name="Straight Connector 925"/>
                          <p:cNvCxnSpPr/>
                          <p:nvPr/>
                        </p:nvCxnSpPr>
                        <p:spPr>
                          <a:xfrm flipH="1" flipV="1">
                            <a:off x="5959800" y="24760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700" name="Group 914"/>
                        <p:cNvGrpSpPr/>
                        <p:nvPr/>
                      </p:nvGrpSpPr>
                      <p:grpSpPr>
                        <a:xfrm>
                          <a:off x="5463000" y="2360160"/>
                          <a:ext cx="434160" cy="363960"/>
                          <a:chOff x="5463000" y="2360160"/>
                          <a:chExt cx="434160" cy="363960"/>
                        </a:xfrm>
                      </p:grpSpPr>
                      <p:sp>
                        <p:nvSpPr>
                          <p:cNvPr id="7701" name="Oval 915"/>
                          <p:cNvSpPr/>
                          <p:nvPr/>
                        </p:nvSpPr>
                        <p:spPr>
                          <a:xfrm>
                            <a:off x="5518080" y="243288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02" name="TextBox 916"/>
                          <p:cNvSpPr/>
                          <p:nvPr/>
                        </p:nvSpPr>
                        <p:spPr>
                          <a:xfrm>
                            <a:off x="5463000" y="23601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703" name="Group 868"/>
                      <p:cNvGrpSpPr/>
                      <p:nvPr/>
                    </p:nvGrpSpPr>
                    <p:grpSpPr>
                      <a:xfrm>
                        <a:off x="5434920" y="3493440"/>
                        <a:ext cx="530280" cy="363960"/>
                        <a:chOff x="5434920" y="3493440"/>
                        <a:chExt cx="530280" cy="363960"/>
                      </a:xfrm>
                    </p:grpSpPr>
                    <p:grpSp>
                      <p:nvGrpSpPr>
                        <p:cNvPr id="7704" name="Group 327"/>
                        <p:cNvGrpSpPr/>
                        <p:nvPr/>
                      </p:nvGrpSpPr>
                      <p:grpSpPr>
                        <a:xfrm>
                          <a:off x="5434920" y="3512520"/>
                          <a:ext cx="530280" cy="271080"/>
                          <a:chOff x="5434920" y="3512520"/>
                          <a:chExt cx="530280" cy="271080"/>
                        </a:xfrm>
                      </p:grpSpPr>
                      <p:sp>
                        <p:nvSpPr>
                          <p:cNvPr id="7705" name="Oval 904"/>
                          <p:cNvSpPr/>
                          <p:nvPr/>
                        </p:nvSpPr>
                        <p:spPr>
                          <a:xfrm flipV="1">
                            <a:off x="5436360" y="358488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06" name="Rectangle 905"/>
                          <p:cNvSpPr/>
                          <p:nvPr/>
                        </p:nvSpPr>
                        <p:spPr>
                          <a:xfrm>
                            <a:off x="5434920" y="361440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07" name="Oval 906"/>
                          <p:cNvSpPr/>
                          <p:nvPr/>
                        </p:nvSpPr>
                        <p:spPr>
                          <a:xfrm flipV="1">
                            <a:off x="5434920" y="351252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08" name="Freeform 907"/>
                          <p:cNvSpPr/>
                          <p:nvPr/>
                        </p:nvSpPr>
                        <p:spPr>
                          <a:xfrm>
                            <a:off x="5570640" y="357300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09" name="Freeform 908"/>
                          <p:cNvSpPr/>
                          <p:nvPr/>
                        </p:nvSpPr>
                        <p:spPr>
                          <a:xfrm>
                            <a:off x="5543640" y="354780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10" name="Freeform 909"/>
                          <p:cNvSpPr/>
                          <p:nvPr/>
                        </p:nvSpPr>
                        <p:spPr>
                          <a:xfrm>
                            <a:off x="5747760" y="360684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11" name="Freeform 910"/>
                          <p:cNvSpPr/>
                          <p:nvPr/>
                        </p:nvSpPr>
                        <p:spPr>
                          <a:xfrm>
                            <a:off x="5537880" y="360828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712" name="Straight Connector 911"/>
                          <p:cNvCxnSpPr/>
                          <p:nvPr/>
                        </p:nvCxnSpPr>
                        <p:spPr>
                          <a:xfrm flipH="1" flipV="1">
                            <a:off x="5434920" y="361116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713" name="Straight Connector 912"/>
                          <p:cNvCxnSpPr/>
                          <p:nvPr/>
                        </p:nvCxnSpPr>
                        <p:spPr>
                          <a:xfrm flipH="1" flipV="1">
                            <a:off x="5963760" y="36097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714" name="Group 901"/>
                        <p:cNvGrpSpPr/>
                        <p:nvPr/>
                      </p:nvGrpSpPr>
                      <p:grpSpPr>
                        <a:xfrm>
                          <a:off x="5466960" y="3493440"/>
                          <a:ext cx="434160" cy="363960"/>
                          <a:chOff x="5466960" y="3493440"/>
                          <a:chExt cx="434160" cy="363960"/>
                        </a:xfrm>
                      </p:grpSpPr>
                      <p:sp>
                        <p:nvSpPr>
                          <p:cNvPr id="7715" name="Oval 902"/>
                          <p:cNvSpPr/>
                          <p:nvPr/>
                        </p:nvSpPr>
                        <p:spPr>
                          <a:xfrm>
                            <a:off x="5522040" y="356652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16" name="TextBox 903"/>
                          <p:cNvSpPr/>
                          <p:nvPr/>
                        </p:nvSpPr>
                        <p:spPr>
                          <a:xfrm>
                            <a:off x="5466960" y="349344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717" name="Group 869"/>
                      <p:cNvGrpSpPr/>
                      <p:nvPr/>
                    </p:nvGrpSpPr>
                    <p:grpSpPr>
                      <a:xfrm>
                        <a:off x="6243120" y="2927880"/>
                        <a:ext cx="530280" cy="363960"/>
                        <a:chOff x="6243120" y="2927880"/>
                        <a:chExt cx="530280" cy="363960"/>
                      </a:xfrm>
                    </p:grpSpPr>
                    <p:grpSp>
                      <p:nvGrpSpPr>
                        <p:cNvPr id="7718" name="Group 327"/>
                        <p:cNvGrpSpPr/>
                        <p:nvPr/>
                      </p:nvGrpSpPr>
                      <p:grpSpPr>
                        <a:xfrm>
                          <a:off x="6243120" y="2946600"/>
                          <a:ext cx="530280" cy="271080"/>
                          <a:chOff x="6243120" y="2946600"/>
                          <a:chExt cx="530280" cy="271080"/>
                        </a:xfrm>
                      </p:grpSpPr>
                      <p:sp>
                        <p:nvSpPr>
                          <p:cNvPr id="7719" name="Oval 891"/>
                          <p:cNvSpPr/>
                          <p:nvPr/>
                        </p:nvSpPr>
                        <p:spPr>
                          <a:xfrm flipV="1">
                            <a:off x="6244920" y="301896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20" name="Rectangle 892"/>
                          <p:cNvSpPr/>
                          <p:nvPr/>
                        </p:nvSpPr>
                        <p:spPr>
                          <a:xfrm>
                            <a:off x="6243480" y="304848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21" name="Oval 893"/>
                          <p:cNvSpPr/>
                          <p:nvPr/>
                        </p:nvSpPr>
                        <p:spPr>
                          <a:xfrm flipV="1">
                            <a:off x="6243480" y="294660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22" name="Freeform 894"/>
                          <p:cNvSpPr/>
                          <p:nvPr/>
                        </p:nvSpPr>
                        <p:spPr>
                          <a:xfrm>
                            <a:off x="6378840" y="300708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23" name="Freeform 895"/>
                          <p:cNvSpPr/>
                          <p:nvPr/>
                        </p:nvSpPr>
                        <p:spPr>
                          <a:xfrm>
                            <a:off x="6352200" y="298224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24" name="Freeform 896"/>
                          <p:cNvSpPr/>
                          <p:nvPr/>
                        </p:nvSpPr>
                        <p:spPr>
                          <a:xfrm>
                            <a:off x="6556320" y="304092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25" name="Freeform 897"/>
                          <p:cNvSpPr/>
                          <p:nvPr/>
                        </p:nvSpPr>
                        <p:spPr>
                          <a:xfrm>
                            <a:off x="6346080" y="304236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726" name="Straight Connector 898"/>
                          <p:cNvCxnSpPr/>
                          <p:nvPr/>
                        </p:nvCxnSpPr>
                        <p:spPr>
                          <a:xfrm flipH="1" flipV="1">
                            <a:off x="6243120" y="30452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727" name="Straight Connector 899"/>
                          <p:cNvCxnSpPr/>
                          <p:nvPr/>
                        </p:nvCxnSpPr>
                        <p:spPr>
                          <a:xfrm flipH="1" flipV="1">
                            <a:off x="6771960" y="304380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728" name="Group 888"/>
                        <p:cNvGrpSpPr/>
                        <p:nvPr/>
                      </p:nvGrpSpPr>
                      <p:grpSpPr>
                        <a:xfrm>
                          <a:off x="6275520" y="2927880"/>
                          <a:ext cx="421560" cy="363960"/>
                          <a:chOff x="6275520" y="2927880"/>
                          <a:chExt cx="421560" cy="363960"/>
                        </a:xfrm>
                      </p:grpSpPr>
                      <p:sp>
                        <p:nvSpPr>
                          <p:cNvPr id="7729" name="Oval 889"/>
                          <p:cNvSpPr/>
                          <p:nvPr/>
                        </p:nvSpPr>
                        <p:spPr>
                          <a:xfrm>
                            <a:off x="6330240" y="300060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30" name="TextBox 890"/>
                          <p:cNvSpPr/>
                          <p:nvPr/>
                        </p:nvSpPr>
                        <p:spPr>
                          <a:xfrm>
                            <a:off x="6275520" y="292788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731" name="Group 870"/>
                      <p:cNvGrpSpPr/>
                      <p:nvPr/>
                    </p:nvGrpSpPr>
                    <p:grpSpPr>
                      <a:xfrm>
                        <a:off x="4583520" y="2921760"/>
                        <a:ext cx="530640" cy="363960"/>
                        <a:chOff x="4583520" y="2921760"/>
                        <a:chExt cx="530640" cy="363960"/>
                      </a:xfrm>
                    </p:grpSpPr>
                    <p:grpSp>
                      <p:nvGrpSpPr>
                        <p:cNvPr id="7732" name="Group 327"/>
                        <p:cNvGrpSpPr/>
                        <p:nvPr/>
                      </p:nvGrpSpPr>
                      <p:grpSpPr>
                        <a:xfrm>
                          <a:off x="4583520" y="2940840"/>
                          <a:ext cx="530640" cy="271080"/>
                          <a:chOff x="4583520" y="2940840"/>
                          <a:chExt cx="530640" cy="271080"/>
                        </a:xfrm>
                      </p:grpSpPr>
                      <p:sp>
                        <p:nvSpPr>
                          <p:cNvPr id="7733" name="Oval 878"/>
                          <p:cNvSpPr/>
                          <p:nvPr/>
                        </p:nvSpPr>
                        <p:spPr>
                          <a:xfrm flipV="1">
                            <a:off x="4585320" y="301320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34" name="Rectangle 879"/>
                          <p:cNvSpPr/>
                          <p:nvPr/>
                        </p:nvSpPr>
                        <p:spPr>
                          <a:xfrm>
                            <a:off x="4583880" y="304236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35" name="Oval 880"/>
                          <p:cNvSpPr/>
                          <p:nvPr/>
                        </p:nvSpPr>
                        <p:spPr>
                          <a:xfrm flipV="1">
                            <a:off x="4583880" y="294084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36" name="Freeform 881"/>
                          <p:cNvSpPr/>
                          <p:nvPr/>
                        </p:nvSpPr>
                        <p:spPr>
                          <a:xfrm>
                            <a:off x="4719240" y="300132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37" name="Freeform 882"/>
                          <p:cNvSpPr/>
                          <p:nvPr/>
                        </p:nvSpPr>
                        <p:spPr>
                          <a:xfrm>
                            <a:off x="4692600" y="297612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38" name="Freeform 883"/>
                          <p:cNvSpPr/>
                          <p:nvPr/>
                        </p:nvSpPr>
                        <p:spPr>
                          <a:xfrm>
                            <a:off x="4896720" y="303516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39" name="Freeform 884"/>
                          <p:cNvSpPr/>
                          <p:nvPr/>
                        </p:nvSpPr>
                        <p:spPr>
                          <a:xfrm>
                            <a:off x="4686480" y="303660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740" name="Straight Connector 885"/>
                          <p:cNvCxnSpPr/>
                          <p:nvPr/>
                        </p:nvCxnSpPr>
                        <p:spPr>
                          <a:xfrm flipH="1" flipV="1">
                            <a:off x="4583520" y="303948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741" name="Straight Connector 886"/>
                          <p:cNvCxnSpPr/>
                          <p:nvPr/>
                        </p:nvCxnSpPr>
                        <p:spPr>
                          <a:xfrm flipH="1" flipV="1">
                            <a:off x="5112360" y="303804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742" name="Group 875"/>
                        <p:cNvGrpSpPr/>
                        <p:nvPr/>
                      </p:nvGrpSpPr>
                      <p:grpSpPr>
                        <a:xfrm>
                          <a:off x="4615920" y="2921760"/>
                          <a:ext cx="434160" cy="363960"/>
                          <a:chOff x="4615920" y="2921760"/>
                          <a:chExt cx="434160" cy="363960"/>
                        </a:xfrm>
                      </p:grpSpPr>
                      <p:sp>
                        <p:nvSpPr>
                          <p:cNvPr id="7743" name="Oval 876"/>
                          <p:cNvSpPr/>
                          <p:nvPr/>
                        </p:nvSpPr>
                        <p:spPr>
                          <a:xfrm>
                            <a:off x="4670640" y="299484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44" name="TextBox 877"/>
                          <p:cNvSpPr/>
                          <p:nvPr/>
                        </p:nvSpPr>
                        <p:spPr>
                          <a:xfrm>
                            <a:off x="4615920" y="29217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745" name="Straight Connector 871"/>
                      <p:cNvCxnSpPr/>
                      <p:nvPr/>
                    </p:nvCxnSpPr>
                    <p:spPr>
                      <a:xfrm>
                        <a:off x="5883840" y="2620800"/>
                        <a:ext cx="450720" cy="34344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746" name="Straight Connector 872"/>
                      <p:cNvCxnSpPr/>
                      <p:nvPr/>
                    </p:nvCxnSpPr>
                    <p:spPr>
                      <a:xfrm>
                        <a:off x="5021640" y="3207240"/>
                        <a:ext cx="448920" cy="33192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747" name="Straight Connector 873"/>
                      <p:cNvCxnSpPr/>
                      <p:nvPr/>
                    </p:nvCxnSpPr>
                    <p:spPr>
                      <a:xfrm flipH="1">
                        <a:off x="5862600" y="3204720"/>
                        <a:ext cx="47700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</p:grpSp>
              <p:sp>
                <p:nvSpPr>
                  <p:cNvPr id="7748" name="TextBox 864"/>
                  <p:cNvSpPr/>
                  <p:nvPr/>
                </p:nvSpPr>
                <p:spPr>
                  <a:xfrm>
                    <a:off x="4570560" y="2279520"/>
                    <a:ext cx="73260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2000" b="0" u="none" strike="noStrike">
                        <a:solidFill>
                          <a:srgbClr val="00009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AS 2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7749" name="Group 730"/>
                <p:cNvGrpSpPr/>
                <p:nvPr/>
              </p:nvGrpSpPr>
              <p:grpSpPr>
                <a:xfrm>
                  <a:off x="7837560" y="1064160"/>
                  <a:ext cx="2575080" cy="1672200"/>
                  <a:chOff x="7837560" y="1064160"/>
                  <a:chExt cx="2575080" cy="1672200"/>
                </a:xfrm>
              </p:grpSpPr>
              <p:sp>
                <p:nvSpPr>
                  <p:cNvPr id="7750" name="Freeform 2"/>
                  <p:cNvSpPr/>
                  <p:nvPr/>
                </p:nvSpPr>
                <p:spPr>
                  <a:xfrm>
                    <a:off x="7837560" y="1064160"/>
                    <a:ext cx="2575080" cy="1672200"/>
                  </a:xfrm>
                  <a:custGeom>
                    <a:avLst/>
                    <a:gdLst>
                      <a:gd name="textAreaLeft" fmla="*/ 0 w 2575080"/>
                      <a:gd name="textAreaRight" fmla="*/ 2575440 w 2575080"/>
                      <a:gd name="textAreaTop" fmla="*/ 0 h 1672200"/>
                      <a:gd name="textAreaBottom" fmla="*/ 1672560 h 1672200"/>
                      <a:gd name="GluePoint1X" fmla="*/ 45 w 10000"/>
                      <a:gd name="GluePoint1Y" fmla="*/ 5036 h 10795"/>
                      <a:gd name="GluePoint2X" fmla="*/ 2738 w 10000"/>
                      <a:gd name="GluePoint2Y" fmla="*/ 2811 h 10795"/>
                      <a:gd name="GluePoint3X" fmla="*/ 4886 w 10000"/>
                      <a:gd name="GluePoint3Y" fmla="*/ 4 h 10795"/>
                      <a:gd name="GluePoint4X" fmla="*/ 8068 w 10000"/>
                      <a:gd name="GluePoint4Y" fmla="*/ 2813 h 10795"/>
                      <a:gd name="GluePoint5X" fmla="*/ 9996 w 10000"/>
                      <a:gd name="GluePoint5Y" fmla="*/ 5413 h 10795"/>
                      <a:gd name="GluePoint6X" fmla="*/ 8476 w 10000"/>
                      <a:gd name="GluePoint6Y" fmla="*/ 7306 h 10795"/>
                      <a:gd name="GluePoint7X" fmla="*/ 5202 w 10000"/>
                      <a:gd name="GluePoint7Y" fmla="*/ 10795 h 10795"/>
                      <a:gd name="GluePoint8X" fmla="*/ 2753 w 10000"/>
                      <a:gd name="GluePoint8Y" fmla="*/ 7683 h 10795"/>
                      <a:gd name="GluePoint9X" fmla="*/ 1375 w 10000"/>
                      <a:gd name="GluePoint9Y" fmla="*/ 7365 h 10795"/>
                      <a:gd name="GluePoint10X" fmla="*/ 45 w 10000"/>
                      <a:gd name="GluePoint10Y" fmla="*/ 5036 h 10795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</a:cxnLst>
                    <a:rect l="textAreaLeft" t="textAreaTop" r="textAreaRight" b="textAreaBottom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7751" name="Group 799"/>
                  <p:cNvGrpSpPr/>
                  <p:nvPr/>
                </p:nvGrpSpPr>
                <p:grpSpPr>
                  <a:xfrm>
                    <a:off x="7873920" y="1105200"/>
                    <a:ext cx="2402640" cy="1560960"/>
                    <a:chOff x="7873920" y="1105200"/>
                    <a:chExt cx="2402640" cy="1560960"/>
                  </a:xfrm>
                </p:grpSpPr>
                <p:grpSp>
                  <p:nvGrpSpPr>
                    <p:cNvPr id="7752" name="Group 800"/>
                    <p:cNvGrpSpPr/>
                    <p:nvPr/>
                  </p:nvGrpSpPr>
                  <p:grpSpPr>
                    <a:xfrm>
                      <a:off x="8060760" y="1200240"/>
                      <a:ext cx="2215800" cy="1465920"/>
                      <a:chOff x="8060760" y="1200240"/>
                      <a:chExt cx="2215800" cy="1465920"/>
                    </a:xfrm>
                  </p:grpSpPr>
                  <p:grpSp>
                    <p:nvGrpSpPr>
                      <p:cNvPr id="7753" name="Group 802"/>
                      <p:cNvGrpSpPr/>
                      <p:nvPr/>
                    </p:nvGrpSpPr>
                    <p:grpSpPr>
                      <a:xfrm>
                        <a:off x="8917920" y="1200240"/>
                        <a:ext cx="536400" cy="363960"/>
                        <a:chOff x="8917920" y="1200240"/>
                        <a:chExt cx="536400" cy="363960"/>
                      </a:xfrm>
                    </p:grpSpPr>
                    <p:grpSp>
                      <p:nvGrpSpPr>
                        <p:cNvPr id="7754" name="Group 327"/>
                        <p:cNvGrpSpPr/>
                        <p:nvPr/>
                      </p:nvGrpSpPr>
                      <p:grpSpPr>
                        <a:xfrm>
                          <a:off x="8917920" y="1218600"/>
                          <a:ext cx="536400" cy="263160"/>
                          <a:chOff x="8917920" y="1218600"/>
                          <a:chExt cx="536400" cy="263160"/>
                        </a:xfrm>
                      </p:grpSpPr>
                      <p:sp>
                        <p:nvSpPr>
                          <p:cNvPr id="7755" name="Oval 854"/>
                          <p:cNvSpPr/>
                          <p:nvPr/>
                        </p:nvSpPr>
                        <p:spPr>
                          <a:xfrm flipV="1">
                            <a:off x="8919720" y="128880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56" name="Rectangle 855"/>
                          <p:cNvSpPr/>
                          <p:nvPr/>
                        </p:nvSpPr>
                        <p:spPr>
                          <a:xfrm>
                            <a:off x="8918280" y="131760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57" name="Oval 856"/>
                          <p:cNvSpPr/>
                          <p:nvPr/>
                        </p:nvSpPr>
                        <p:spPr>
                          <a:xfrm flipV="1">
                            <a:off x="8918280" y="121860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58" name="Freeform 857"/>
                          <p:cNvSpPr/>
                          <p:nvPr/>
                        </p:nvSpPr>
                        <p:spPr>
                          <a:xfrm>
                            <a:off x="9055080" y="127728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59" name="Freeform 858"/>
                          <p:cNvSpPr/>
                          <p:nvPr/>
                        </p:nvSpPr>
                        <p:spPr>
                          <a:xfrm>
                            <a:off x="9028080" y="125316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60" name="Freeform 859"/>
                          <p:cNvSpPr/>
                          <p:nvPr/>
                        </p:nvSpPr>
                        <p:spPr>
                          <a:xfrm>
                            <a:off x="9234720" y="131040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61" name="Freeform 860"/>
                          <p:cNvSpPr/>
                          <p:nvPr/>
                        </p:nvSpPr>
                        <p:spPr>
                          <a:xfrm>
                            <a:off x="9021960" y="131184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762" name="Straight Connector 861"/>
                          <p:cNvCxnSpPr/>
                          <p:nvPr/>
                        </p:nvCxnSpPr>
                        <p:spPr>
                          <a:xfrm flipH="1" flipV="1">
                            <a:off x="8917920" y="131436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763" name="Straight Connector 862"/>
                          <p:cNvCxnSpPr/>
                          <p:nvPr/>
                        </p:nvCxnSpPr>
                        <p:spPr>
                          <a:xfrm flipH="1" flipV="1">
                            <a:off x="9452880" y="131292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764" name="Group 851"/>
                        <p:cNvGrpSpPr/>
                        <p:nvPr/>
                      </p:nvGrpSpPr>
                      <p:grpSpPr>
                        <a:xfrm>
                          <a:off x="8950680" y="1200240"/>
                          <a:ext cx="434160" cy="363960"/>
                          <a:chOff x="8950680" y="1200240"/>
                          <a:chExt cx="434160" cy="363960"/>
                        </a:xfrm>
                      </p:grpSpPr>
                      <p:sp>
                        <p:nvSpPr>
                          <p:cNvPr id="7765" name="Oval 852"/>
                          <p:cNvSpPr/>
                          <p:nvPr/>
                        </p:nvSpPr>
                        <p:spPr>
                          <a:xfrm>
                            <a:off x="9006120" y="127116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66" name="TextBox 853"/>
                          <p:cNvSpPr/>
                          <p:nvPr/>
                        </p:nvSpPr>
                        <p:spPr>
                          <a:xfrm>
                            <a:off x="8950680" y="120024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767" name="Group 803"/>
                      <p:cNvGrpSpPr/>
                      <p:nvPr/>
                    </p:nvGrpSpPr>
                    <p:grpSpPr>
                      <a:xfrm>
                        <a:off x="8921880" y="2302200"/>
                        <a:ext cx="536760" cy="363960"/>
                        <a:chOff x="8921880" y="2302200"/>
                        <a:chExt cx="536760" cy="363960"/>
                      </a:xfrm>
                    </p:grpSpPr>
                    <p:grpSp>
                      <p:nvGrpSpPr>
                        <p:cNvPr id="7768" name="Group 327"/>
                        <p:cNvGrpSpPr/>
                        <p:nvPr/>
                      </p:nvGrpSpPr>
                      <p:grpSpPr>
                        <a:xfrm>
                          <a:off x="8921880" y="2320560"/>
                          <a:ext cx="536760" cy="263160"/>
                          <a:chOff x="8921880" y="2320560"/>
                          <a:chExt cx="536760" cy="263160"/>
                        </a:xfrm>
                      </p:grpSpPr>
                      <p:sp>
                        <p:nvSpPr>
                          <p:cNvPr id="7769" name="Oval 841"/>
                          <p:cNvSpPr/>
                          <p:nvPr/>
                        </p:nvSpPr>
                        <p:spPr>
                          <a:xfrm flipV="1">
                            <a:off x="8923680" y="239076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70" name="Rectangle 842"/>
                          <p:cNvSpPr/>
                          <p:nvPr/>
                        </p:nvSpPr>
                        <p:spPr>
                          <a:xfrm>
                            <a:off x="8922240" y="241920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71" name="Oval 843"/>
                          <p:cNvSpPr/>
                          <p:nvPr/>
                        </p:nvSpPr>
                        <p:spPr>
                          <a:xfrm flipV="1">
                            <a:off x="8922240" y="232056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72" name="Freeform 844"/>
                          <p:cNvSpPr/>
                          <p:nvPr/>
                        </p:nvSpPr>
                        <p:spPr>
                          <a:xfrm>
                            <a:off x="9059400" y="237924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73" name="Freeform 845"/>
                          <p:cNvSpPr/>
                          <p:nvPr/>
                        </p:nvSpPr>
                        <p:spPr>
                          <a:xfrm>
                            <a:off x="9032040" y="235476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74" name="Freeform 846"/>
                          <p:cNvSpPr/>
                          <p:nvPr/>
                        </p:nvSpPr>
                        <p:spPr>
                          <a:xfrm>
                            <a:off x="9238680" y="241236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75" name="Freeform 847"/>
                          <p:cNvSpPr/>
                          <p:nvPr/>
                        </p:nvSpPr>
                        <p:spPr>
                          <a:xfrm>
                            <a:off x="9026280" y="241380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776" name="Straight Connector 848"/>
                          <p:cNvCxnSpPr/>
                          <p:nvPr/>
                        </p:nvCxnSpPr>
                        <p:spPr>
                          <a:xfrm flipH="1" flipV="1">
                            <a:off x="8921880" y="241632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777" name="Straight Connector 849"/>
                          <p:cNvCxnSpPr/>
                          <p:nvPr/>
                        </p:nvCxnSpPr>
                        <p:spPr>
                          <a:xfrm flipH="1" flipV="1">
                            <a:off x="9456840" y="2414880"/>
                            <a:ext cx="216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778" name="Group 838"/>
                        <p:cNvGrpSpPr/>
                        <p:nvPr/>
                      </p:nvGrpSpPr>
                      <p:grpSpPr>
                        <a:xfrm>
                          <a:off x="8954640" y="2302200"/>
                          <a:ext cx="434160" cy="363960"/>
                          <a:chOff x="8954640" y="2302200"/>
                          <a:chExt cx="434160" cy="363960"/>
                        </a:xfrm>
                      </p:grpSpPr>
                      <p:sp>
                        <p:nvSpPr>
                          <p:cNvPr id="7779" name="Oval 839"/>
                          <p:cNvSpPr/>
                          <p:nvPr/>
                        </p:nvSpPr>
                        <p:spPr>
                          <a:xfrm>
                            <a:off x="9010080" y="237312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80" name="TextBox 840"/>
                          <p:cNvSpPr/>
                          <p:nvPr/>
                        </p:nvSpPr>
                        <p:spPr>
                          <a:xfrm>
                            <a:off x="8954640" y="230220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781" name="Group 804"/>
                      <p:cNvGrpSpPr/>
                      <p:nvPr/>
                    </p:nvGrpSpPr>
                    <p:grpSpPr>
                      <a:xfrm>
                        <a:off x="9739800" y="1752120"/>
                        <a:ext cx="536760" cy="363960"/>
                        <a:chOff x="9739800" y="1752120"/>
                        <a:chExt cx="536760" cy="363960"/>
                      </a:xfrm>
                    </p:grpSpPr>
                    <p:grpSp>
                      <p:nvGrpSpPr>
                        <p:cNvPr id="7782" name="Group 327"/>
                        <p:cNvGrpSpPr/>
                        <p:nvPr/>
                      </p:nvGrpSpPr>
                      <p:grpSpPr>
                        <a:xfrm>
                          <a:off x="9739800" y="1770480"/>
                          <a:ext cx="536760" cy="263160"/>
                          <a:chOff x="9739800" y="1770480"/>
                          <a:chExt cx="536760" cy="263160"/>
                        </a:xfrm>
                      </p:grpSpPr>
                      <p:sp>
                        <p:nvSpPr>
                          <p:cNvPr id="7783" name="Oval 828"/>
                          <p:cNvSpPr/>
                          <p:nvPr/>
                        </p:nvSpPr>
                        <p:spPr>
                          <a:xfrm flipV="1">
                            <a:off x="9741600" y="184068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84" name="Rectangle 829"/>
                          <p:cNvSpPr/>
                          <p:nvPr/>
                        </p:nvSpPr>
                        <p:spPr>
                          <a:xfrm>
                            <a:off x="9740160" y="186948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85" name="Oval 830"/>
                          <p:cNvSpPr/>
                          <p:nvPr/>
                        </p:nvSpPr>
                        <p:spPr>
                          <a:xfrm flipV="1">
                            <a:off x="9740160" y="177048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86" name="Freeform 831"/>
                          <p:cNvSpPr/>
                          <p:nvPr/>
                        </p:nvSpPr>
                        <p:spPr>
                          <a:xfrm>
                            <a:off x="9877320" y="182916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87" name="Freeform 832"/>
                          <p:cNvSpPr/>
                          <p:nvPr/>
                        </p:nvSpPr>
                        <p:spPr>
                          <a:xfrm>
                            <a:off x="9849960" y="180504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88" name="Freeform 833"/>
                          <p:cNvSpPr/>
                          <p:nvPr/>
                        </p:nvSpPr>
                        <p:spPr>
                          <a:xfrm>
                            <a:off x="10056600" y="186228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89" name="Freeform 834"/>
                          <p:cNvSpPr/>
                          <p:nvPr/>
                        </p:nvSpPr>
                        <p:spPr>
                          <a:xfrm>
                            <a:off x="9843840" y="186372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790" name="Straight Connector 835"/>
                          <p:cNvCxnSpPr/>
                          <p:nvPr/>
                        </p:nvCxnSpPr>
                        <p:spPr>
                          <a:xfrm flipH="1" flipV="1">
                            <a:off x="9739800" y="186624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791" name="Straight Connector 836"/>
                          <p:cNvCxnSpPr/>
                          <p:nvPr/>
                        </p:nvCxnSpPr>
                        <p:spPr>
                          <a:xfrm flipH="1" flipV="1">
                            <a:off x="10274760" y="1864800"/>
                            <a:ext cx="216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792" name="Group 825"/>
                        <p:cNvGrpSpPr/>
                        <p:nvPr/>
                      </p:nvGrpSpPr>
                      <p:grpSpPr>
                        <a:xfrm>
                          <a:off x="9772560" y="1752120"/>
                          <a:ext cx="421560" cy="363960"/>
                          <a:chOff x="9772560" y="1752120"/>
                          <a:chExt cx="421560" cy="363960"/>
                        </a:xfrm>
                      </p:grpSpPr>
                      <p:sp>
                        <p:nvSpPr>
                          <p:cNvPr id="7793" name="Oval 826"/>
                          <p:cNvSpPr/>
                          <p:nvPr/>
                        </p:nvSpPr>
                        <p:spPr>
                          <a:xfrm>
                            <a:off x="9828000" y="182304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94" name="TextBox 827"/>
                          <p:cNvSpPr/>
                          <p:nvPr/>
                        </p:nvSpPr>
                        <p:spPr>
                          <a:xfrm>
                            <a:off x="9772560" y="175212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795" name="Group 805"/>
                      <p:cNvGrpSpPr/>
                      <p:nvPr/>
                    </p:nvGrpSpPr>
                    <p:grpSpPr>
                      <a:xfrm>
                        <a:off x="8060760" y="1746360"/>
                        <a:ext cx="536760" cy="363960"/>
                        <a:chOff x="8060760" y="1746360"/>
                        <a:chExt cx="536760" cy="363960"/>
                      </a:xfrm>
                    </p:grpSpPr>
                    <p:grpSp>
                      <p:nvGrpSpPr>
                        <p:cNvPr id="7796" name="Group 327"/>
                        <p:cNvGrpSpPr/>
                        <p:nvPr/>
                      </p:nvGrpSpPr>
                      <p:grpSpPr>
                        <a:xfrm>
                          <a:off x="8060760" y="1764720"/>
                          <a:ext cx="536760" cy="263160"/>
                          <a:chOff x="8060760" y="1764720"/>
                          <a:chExt cx="536760" cy="263160"/>
                        </a:xfrm>
                      </p:grpSpPr>
                      <p:sp>
                        <p:nvSpPr>
                          <p:cNvPr id="7797" name="Oval 815"/>
                          <p:cNvSpPr/>
                          <p:nvPr/>
                        </p:nvSpPr>
                        <p:spPr>
                          <a:xfrm flipV="1">
                            <a:off x="8062560" y="183492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98" name="Rectangle 816"/>
                          <p:cNvSpPr/>
                          <p:nvPr/>
                        </p:nvSpPr>
                        <p:spPr>
                          <a:xfrm>
                            <a:off x="8061120" y="186372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799" name="Oval 817"/>
                          <p:cNvSpPr/>
                          <p:nvPr/>
                        </p:nvSpPr>
                        <p:spPr>
                          <a:xfrm flipV="1">
                            <a:off x="8061120" y="176472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00" name="Freeform 818"/>
                          <p:cNvSpPr/>
                          <p:nvPr/>
                        </p:nvSpPr>
                        <p:spPr>
                          <a:xfrm>
                            <a:off x="8198280" y="182340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01" name="Freeform 819"/>
                          <p:cNvSpPr/>
                          <p:nvPr/>
                        </p:nvSpPr>
                        <p:spPr>
                          <a:xfrm>
                            <a:off x="8170920" y="179928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02" name="Freeform 820"/>
                          <p:cNvSpPr/>
                          <p:nvPr/>
                        </p:nvSpPr>
                        <p:spPr>
                          <a:xfrm>
                            <a:off x="8377560" y="185652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03" name="Freeform 821"/>
                          <p:cNvSpPr/>
                          <p:nvPr/>
                        </p:nvSpPr>
                        <p:spPr>
                          <a:xfrm>
                            <a:off x="8165160" y="185796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804" name="Straight Connector 822"/>
                          <p:cNvCxnSpPr/>
                          <p:nvPr/>
                        </p:nvCxnSpPr>
                        <p:spPr>
                          <a:xfrm flipH="1" flipV="1">
                            <a:off x="8060760" y="186048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805" name="Straight Connector 823"/>
                          <p:cNvCxnSpPr/>
                          <p:nvPr/>
                        </p:nvCxnSpPr>
                        <p:spPr>
                          <a:xfrm flipH="1" flipV="1">
                            <a:off x="8595720" y="1859040"/>
                            <a:ext cx="216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806" name="Group 812"/>
                        <p:cNvGrpSpPr/>
                        <p:nvPr/>
                      </p:nvGrpSpPr>
                      <p:grpSpPr>
                        <a:xfrm>
                          <a:off x="8093520" y="1746360"/>
                          <a:ext cx="434160" cy="363960"/>
                          <a:chOff x="8093520" y="1746360"/>
                          <a:chExt cx="434160" cy="363960"/>
                        </a:xfrm>
                      </p:grpSpPr>
                      <p:sp>
                        <p:nvSpPr>
                          <p:cNvPr id="7807" name="Oval 813"/>
                          <p:cNvSpPr/>
                          <p:nvPr/>
                        </p:nvSpPr>
                        <p:spPr>
                          <a:xfrm>
                            <a:off x="8148960" y="181728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08" name="TextBox 814"/>
                          <p:cNvSpPr/>
                          <p:nvPr/>
                        </p:nvSpPr>
                        <p:spPr>
                          <a:xfrm>
                            <a:off x="8093520" y="17463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809" name="Straight Connector 806"/>
                      <p:cNvCxnSpPr/>
                      <p:nvPr/>
                    </p:nvCxnSpPr>
                    <p:spPr>
                      <a:xfrm>
                        <a:off x="9159840" y="1533240"/>
                        <a:ext cx="4680" cy="7689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90"/>
                        </a:solidFill>
                        <a:prstDash val="dash"/>
                        <a:round/>
                      </a:ln>
                    </p:spPr>
                  </p:cxnSp>
                  <p:cxnSp>
                    <p:nvCxnSpPr>
                      <p:cNvPr id="7810" name="Straight Connector 807"/>
                      <p:cNvCxnSpPr/>
                      <p:nvPr/>
                    </p:nvCxnSpPr>
                    <p:spPr>
                      <a:xfrm>
                        <a:off x="8605800" y="1899360"/>
                        <a:ext cx="1144440" cy="612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811" name="Straight Connector 808"/>
                      <p:cNvCxnSpPr/>
                      <p:nvPr/>
                    </p:nvCxnSpPr>
                    <p:spPr>
                      <a:xfrm>
                        <a:off x="9376200" y="1453680"/>
                        <a:ext cx="456120" cy="33408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812" name="Straight Connector 809"/>
                      <p:cNvCxnSpPr/>
                      <p:nvPr/>
                    </p:nvCxnSpPr>
                    <p:spPr>
                      <a:xfrm>
                        <a:off x="8503920" y="2023560"/>
                        <a:ext cx="454320" cy="3225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813" name="Straight Connector 810"/>
                      <p:cNvCxnSpPr/>
                      <p:nvPr/>
                    </p:nvCxnSpPr>
                    <p:spPr>
                      <a:xfrm flipH="1">
                        <a:off x="8492040" y="1464840"/>
                        <a:ext cx="482760" cy="315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  <p:sp>
                  <p:nvSpPr>
                    <p:cNvPr id="7814" name="TextBox 801"/>
                    <p:cNvSpPr/>
                    <p:nvPr/>
                  </p:nvSpPr>
                  <p:spPr>
                    <a:xfrm>
                      <a:off x="7873920" y="1105200"/>
                      <a:ext cx="732600" cy="3952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9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AS 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7815" name="Group 731"/>
                <p:cNvGrpSpPr/>
                <p:nvPr/>
              </p:nvGrpSpPr>
              <p:grpSpPr>
                <a:xfrm>
                  <a:off x="1163520" y="1505880"/>
                  <a:ext cx="3452400" cy="1718640"/>
                  <a:chOff x="1163520" y="1505880"/>
                  <a:chExt cx="3452400" cy="1718640"/>
                </a:xfrm>
              </p:grpSpPr>
              <p:grpSp>
                <p:nvGrpSpPr>
                  <p:cNvPr id="7816" name="Group 733"/>
                  <p:cNvGrpSpPr/>
                  <p:nvPr/>
                </p:nvGrpSpPr>
                <p:grpSpPr>
                  <a:xfrm>
                    <a:off x="1163520" y="1505880"/>
                    <a:ext cx="2557080" cy="1718640"/>
                    <a:chOff x="1163520" y="1505880"/>
                    <a:chExt cx="2557080" cy="1718640"/>
                  </a:xfrm>
                </p:grpSpPr>
                <p:sp>
                  <p:nvSpPr>
                    <p:cNvPr id="7817" name="Freeform 2"/>
                    <p:cNvSpPr/>
                    <p:nvPr/>
                  </p:nvSpPr>
                  <p:spPr>
                    <a:xfrm>
                      <a:off x="1163520" y="1505880"/>
                      <a:ext cx="2557080" cy="1718640"/>
                    </a:xfrm>
                    <a:custGeom>
                      <a:avLst/>
                      <a:gdLst>
                        <a:gd name="textAreaLeft" fmla="*/ 0 w 2557080"/>
                        <a:gd name="textAreaRight" fmla="*/ 2557440 w 2557080"/>
                        <a:gd name="textAreaTop" fmla="*/ 0 h 1718640"/>
                        <a:gd name="textAreaBottom" fmla="*/ 1719000 h 1718640"/>
                        <a:gd name="GluePoint1X" fmla="*/ 45 w 10000"/>
                        <a:gd name="GluePoint1Y" fmla="*/ 5036 h 10795"/>
                        <a:gd name="GluePoint2X" fmla="*/ 2738 w 10000"/>
                        <a:gd name="GluePoint2Y" fmla="*/ 2811 h 10795"/>
                        <a:gd name="GluePoint3X" fmla="*/ 4886 w 10000"/>
                        <a:gd name="GluePoint3Y" fmla="*/ 4 h 10795"/>
                        <a:gd name="GluePoint4X" fmla="*/ 8068 w 10000"/>
                        <a:gd name="GluePoint4Y" fmla="*/ 2813 h 10795"/>
                        <a:gd name="GluePoint5X" fmla="*/ 9996 w 10000"/>
                        <a:gd name="GluePoint5Y" fmla="*/ 5413 h 10795"/>
                        <a:gd name="GluePoint6X" fmla="*/ 8476 w 10000"/>
                        <a:gd name="GluePoint6Y" fmla="*/ 7306 h 10795"/>
                        <a:gd name="GluePoint7X" fmla="*/ 5202 w 10000"/>
                        <a:gd name="GluePoint7Y" fmla="*/ 10795 h 10795"/>
                        <a:gd name="GluePoint8X" fmla="*/ 2753 w 10000"/>
                        <a:gd name="GluePoint8Y" fmla="*/ 7683 h 10795"/>
                        <a:gd name="GluePoint9X" fmla="*/ 1375 w 10000"/>
                        <a:gd name="GluePoint9Y" fmla="*/ 7365 h 10795"/>
                        <a:gd name="GluePoint10X" fmla="*/ 45 w 10000"/>
                        <a:gd name="GluePoint10Y" fmla="*/ 5036 h 1079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</a:cxnLst>
                      <a:rect l="textAreaLeft" t="textAreaTop" r="textAreaRight" b="textAreaBottom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grpSp>
                  <p:nvGrpSpPr>
                    <p:cNvPr id="7818" name="Group 737"/>
                    <p:cNvGrpSpPr/>
                    <p:nvPr/>
                  </p:nvGrpSpPr>
                  <p:grpSpPr>
                    <a:xfrm>
                      <a:off x="1385280" y="1645560"/>
                      <a:ext cx="2199960" cy="1496520"/>
                      <a:chOff x="1385280" y="1645560"/>
                      <a:chExt cx="2199960" cy="1496520"/>
                    </a:xfrm>
                  </p:grpSpPr>
                  <p:grpSp>
                    <p:nvGrpSpPr>
                      <p:cNvPr id="7819" name="Group 738"/>
                      <p:cNvGrpSpPr/>
                      <p:nvPr/>
                    </p:nvGrpSpPr>
                    <p:grpSpPr>
                      <a:xfrm>
                        <a:off x="2236320" y="1645560"/>
                        <a:ext cx="532800" cy="363960"/>
                        <a:chOff x="2236320" y="1645560"/>
                        <a:chExt cx="532800" cy="363960"/>
                      </a:xfrm>
                    </p:grpSpPr>
                    <p:grpSp>
                      <p:nvGrpSpPr>
                        <p:cNvPr id="7820" name="Group 327"/>
                        <p:cNvGrpSpPr/>
                        <p:nvPr/>
                      </p:nvGrpSpPr>
                      <p:grpSpPr>
                        <a:xfrm>
                          <a:off x="2236320" y="1664280"/>
                          <a:ext cx="532800" cy="270360"/>
                          <a:chOff x="2236320" y="1664280"/>
                          <a:chExt cx="532800" cy="270360"/>
                        </a:xfrm>
                      </p:grpSpPr>
                      <p:sp>
                        <p:nvSpPr>
                          <p:cNvPr id="7821" name="Oval 789"/>
                          <p:cNvSpPr/>
                          <p:nvPr/>
                        </p:nvSpPr>
                        <p:spPr>
                          <a:xfrm flipV="1">
                            <a:off x="2238120" y="173592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22" name="Rectangle 790"/>
                          <p:cNvSpPr/>
                          <p:nvPr/>
                        </p:nvSpPr>
                        <p:spPr>
                          <a:xfrm>
                            <a:off x="2236320" y="176616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23" name="Oval 791"/>
                          <p:cNvSpPr/>
                          <p:nvPr/>
                        </p:nvSpPr>
                        <p:spPr>
                          <a:xfrm flipV="1">
                            <a:off x="2236320" y="166392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24" name="Freeform 792"/>
                          <p:cNvSpPr/>
                          <p:nvPr/>
                        </p:nvSpPr>
                        <p:spPr>
                          <a:xfrm>
                            <a:off x="2372760" y="172512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25" name="Freeform 793"/>
                          <p:cNvSpPr/>
                          <p:nvPr/>
                        </p:nvSpPr>
                        <p:spPr>
                          <a:xfrm>
                            <a:off x="2345760" y="169992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26" name="Freeform 794"/>
                          <p:cNvSpPr/>
                          <p:nvPr/>
                        </p:nvSpPr>
                        <p:spPr>
                          <a:xfrm>
                            <a:off x="2550600" y="175896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27" name="Freeform 795"/>
                          <p:cNvSpPr/>
                          <p:nvPr/>
                        </p:nvSpPr>
                        <p:spPr>
                          <a:xfrm>
                            <a:off x="2339640" y="176040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828" name="Straight Connector 796"/>
                          <p:cNvCxnSpPr/>
                          <p:nvPr/>
                        </p:nvCxnSpPr>
                        <p:spPr>
                          <a:xfrm flipH="1" flipV="1">
                            <a:off x="2236320" y="17629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829" name="Straight Connector 797"/>
                          <p:cNvCxnSpPr/>
                          <p:nvPr/>
                        </p:nvCxnSpPr>
                        <p:spPr>
                          <a:xfrm flipH="1" flipV="1">
                            <a:off x="2767680" y="17614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830" name="Group 786"/>
                        <p:cNvGrpSpPr/>
                        <p:nvPr/>
                      </p:nvGrpSpPr>
                      <p:grpSpPr>
                        <a:xfrm>
                          <a:off x="2268720" y="1645560"/>
                          <a:ext cx="434160" cy="363960"/>
                          <a:chOff x="2268720" y="1645560"/>
                          <a:chExt cx="434160" cy="363960"/>
                        </a:xfrm>
                      </p:grpSpPr>
                      <p:sp>
                        <p:nvSpPr>
                          <p:cNvPr id="7831" name="Oval 787"/>
                          <p:cNvSpPr/>
                          <p:nvPr/>
                        </p:nvSpPr>
                        <p:spPr>
                          <a:xfrm>
                            <a:off x="2323800" y="171864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32" name="TextBox 788"/>
                          <p:cNvSpPr/>
                          <p:nvPr/>
                        </p:nvSpPr>
                        <p:spPr>
                          <a:xfrm>
                            <a:off x="2268720" y="16455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833" name="Group 739"/>
                      <p:cNvGrpSpPr/>
                      <p:nvPr/>
                    </p:nvGrpSpPr>
                    <p:grpSpPr>
                      <a:xfrm>
                        <a:off x="2240280" y="2778120"/>
                        <a:ext cx="532800" cy="363960"/>
                        <a:chOff x="2240280" y="2778120"/>
                        <a:chExt cx="532800" cy="363960"/>
                      </a:xfrm>
                    </p:grpSpPr>
                    <p:grpSp>
                      <p:nvGrpSpPr>
                        <p:cNvPr id="7834" name="Group 327"/>
                        <p:cNvGrpSpPr/>
                        <p:nvPr/>
                      </p:nvGrpSpPr>
                      <p:grpSpPr>
                        <a:xfrm>
                          <a:off x="2240280" y="2796840"/>
                          <a:ext cx="532800" cy="270360"/>
                          <a:chOff x="2240280" y="2796840"/>
                          <a:chExt cx="532800" cy="270360"/>
                        </a:xfrm>
                      </p:grpSpPr>
                      <p:sp>
                        <p:nvSpPr>
                          <p:cNvPr id="7835" name="Oval 776"/>
                          <p:cNvSpPr/>
                          <p:nvPr/>
                        </p:nvSpPr>
                        <p:spPr>
                          <a:xfrm flipV="1">
                            <a:off x="2242080" y="286848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36" name="Rectangle 777"/>
                          <p:cNvSpPr/>
                          <p:nvPr/>
                        </p:nvSpPr>
                        <p:spPr>
                          <a:xfrm>
                            <a:off x="2240280" y="289872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37" name="Oval 778"/>
                          <p:cNvSpPr/>
                          <p:nvPr/>
                        </p:nvSpPr>
                        <p:spPr>
                          <a:xfrm flipV="1">
                            <a:off x="2240280" y="279648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38" name="Freeform 779"/>
                          <p:cNvSpPr/>
                          <p:nvPr/>
                        </p:nvSpPr>
                        <p:spPr>
                          <a:xfrm>
                            <a:off x="2376720" y="285768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39" name="Freeform 780"/>
                          <p:cNvSpPr/>
                          <p:nvPr/>
                        </p:nvSpPr>
                        <p:spPr>
                          <a:xfrm>
                            <a:off x="2349720" y="283248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40" name="Freeform 781"/>
                          <p:cNvSpPr/>
                          <p:nvPr/>
                        </p:nvSpPr>
                        <p:spPr>
                          <a:xfrm>
                            <a:off x="2554560" y="289152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41" name="Freeform 782"/>
                          <p:cNvSpPr/>
                          <p:nvPr/>
                        </p:nvSpPr>
                        <p:spPr>
                          <a:xfrm>
                            <a:off x="2343600" y="289296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842" name="Straight Connector 783"/>
                          <p:cNvCxnSpPr/>
                          <p:nvPr/>
                        </p:nvCxnSpPr>
                        <p:spPr>
                          <a:xfrm flipH="1" flipV="1">
                            <a:off x="2240280" y="28954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843" name="Straight Connector 784"/>
                          <p:cNvCxnSpPr/>
                          <p:nvPr/>
                        </p:nvCxnSpPr>
                        <p:spPr>
                          <a:xfrm flipH="1" flipV="1">
                            <a:off x="2771640" y="28940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844" name="Group 773"/>
                        <p:cNvGrpSpPr/>
                        <p:nvPr/>
                      </p:nvGrpSpPr>
                      <p:grpSpPr>
                        <a:xfrm>
                          <a:off x="2272680" y="2778120"/>
                          <a:ext cx="434160" cy="363960"/>
                          <a:chOff x="2272680" y="2778120"/>
                          <a:chExt cx="434160" cy="363960"/>
                        </a:xfrm>
                      </p:grpSpPr>
                      <p:sp>
                        <p:nvSpPr>
                          <p:cNvPr id="7845" name="Oval 774"/>
                          <p:cNvSpPr/>
                          <p:nvPr/>
                        </p:nvSpPr>
                        <p:spPr>
                          <a:xfrm>
                            <a:off x="2327760" y="285120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46" name="TextBox 775"/>
                          <p:cNvSpPr/>
                          <p:nvPr/>
                        </p:nvSpPr>
                        <p:spPr>
                          <a:xfrm>
                            <a:off x="2272680" y="277812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847" name="Group 740"/>
                      <p:cNvGrpSpPr/>
                      <p:nvPr/>
                    </p:nvGrpSpPr>
                    <p:grpSpPr>
                      <a:xfrm>
                        <a:off x="3052440" y="2212920"/>
                        <a:ext cx="532800" cy="363960"/>
                        <a:chOff x="3052440" y="2212920"/>
                        <a:chExt cx="532800" cy="363960"/>
                      </a:xfrm>
                    </p:grpSpPr>
                    <p:grpSp>
                      <p:nvGrpSpPr>
                        <p:cNvPr id="7848" name="Group 327"/>
                        <p:cNvGrpSpPr/>
                        <p:nvPr/>
                      </p:nvGrpSpPr>
                      <p:grpSpPr>
                        <a:xfrm>
                          <a:off x="3052440" y="2231640"/>
                          <a:ext cx="532800" cy="270360"/>
                          <a:chOff x="3052440" y="2231640"/>
                          <a:chExt cx="532800" cy="270360"/>
                        </a:xfrm>
                      </p:grpSpPr>
                      <p:sp>
                        <p:nvSpPr>
                          <p:cNvPr id="7849" name="Oval 763"/>
                          <p:cNvSpPr/>
                          <p:nvPr/>
                        </p:nvSpPr>
                        <p:spPr>
                          <a:xfrm flipV="1">
                            <a:off x="3053880" y="230328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50" name="Rectangle 764"/>
                          <p:cNvSpPr/>
                          <p:nvPr/>
                        </p:nvSpPr>
                        <p:spPr>
                          <a:xfrm>
                            <a:off x="3052440" y="233352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51" name="Oval 765"/>
                          <p:cNvSpPr/>
                          <p:nvPr/>
                        </p:nvSpPr>
                        <p:spPr>
                          <a:xfrm flipV="1">
                            <a:off x="3052440" y="223128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52" name="Freeform 766"/>
                          <p:cNvSpPr/>
                          <p:nvPr/>
                        </p:nvSpPr>
                        <p:spPr>
                          <a:xfrm>
                            <a:off x="3188880" y="229212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53" name="Freeform 767"/>
                          <p:cNvSpPr/>
                          <p:nvPr/>
                        </p:nvSpPr>
                        <p:spPr>
                          <a:xfrm>
                            <a:off x="3161880" y="226728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54" name="Freeform 768"/>
                          <p:cNvSpPr/>
                          <p:nvPr/>
                        </p:nvSpPr>
                        <p:spPr>
                          <a:xfrm>
                            <a:off x="3366720" y="232596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55" name="Freeform 769"/>
                          <p:cNvSpPr/>
                          <p:nvPr/>
                        </p:nvSpPr>
                        <p:spPr>
                          <a:xfrm>
                            <a:off x="3155760" y="232740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856" name="Straight Connector 770"/>
                          <p:cNvCxnSpPr/>
                          <p:nvPr/>
                        </p:nvCxnSpPr>
                        <p:spPr>
                          <a:xfrm flipH="1" flipV="1">
                            <a:off x="3052440" y="23302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857" name="Straight Connector 771"/>
                          <p:cNvCxnSpPr/>
                          <p:nvPr/>
                        </p:nvCxnSpPr>
                        <p:spPr>
                          <a:xfrm flipH="1" flipV="1">
                            <a:off x="3583800" y="23288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858" name="Group 760"/>
                        <p:cNvGrpSpPr/>
                        <p:nvPr/>
                      </p:nvGrpSpPr>
                      <p:grpSpPr>
                        <a:xfrm>
                          <a:off x="3084840" y="2212920"/>
                          <a:ext cx="421560" cy="363960"/>
                          <a:chOff x="3084840" y="2212920"/>
                          <a:chExt cx="421560" cy="363960"/>
                        </a:xfrm>
                      </p:grpSpPr>
                      <p:sp>
                        <p:nvSpPr>
                          <p:cNvPr id="7859" name="Oval 761"/>
                          <p:cNvSpPr/>
                          <p:nvPr/>
                        </p:nvSpPr>
                        <p:spPr>
                          <a:xfrm>
                            <a:off x="3139920" y="228600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60" name="TextBox 762"/>
                          <p:cNvSpPr/>
                          <p:nvPr/>
                        </p:nvSpPr>
                        <p:spPr>
                          <a:xfrm>
                            <a:off x="3084840" y="221292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861" name="Group 741"/>
                      <p:cNvGrpSpPr/>
                      <p:nvPr/>
                    </p:nvGrpSpPr>
                    <p:grpSpPr>
                      <a:xfrm>
                        <a:off x="1385280" y="2207160"/>
                        <a:ext cx="532800" cy="363960"/>
                        <a:chOff x="1385280" y="2207160"/>
                        <a:chExt cx="532800" cy="363960"/>
                      </a:xfrm>
                    </p:grpSpPr>
                    <p:grpSp>
                      <p:nvGrpSpPr>
                        <p:cNvPr id="7862" name="Group 327"/>
                        <p:cNvGrpSpPr/>
                        <p:nvPr/>
                      </p:nvGrpSpPr>
                      <p:grpSpPr>
                        <a:xfrm>
                          <a:off x="1385280" y="2225520"/>
                          <a:ext cx="532800" cy="270720"/>
                          <a:chOff x="1385280" y="2225520"/>
                          <a:chExt cx="532800" cy="270720"/>
                        </a:xfrm>
                      </p:grpSpPr>
                      <p:sp>
                        <p:nvSpPr>
                          <p:cNvPr id="7863" name="Oval 750"/>
                          <p:cNvSpPr/>
                          <p:nvPr/>
                        </p:nvSpPr>
                        <p:spPr>
                          <a:xfrm flipV="1">
                            <a:off x="1387080" y="229752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64" name="Rectangle 751"/>
                          <p:cNvSpPr/>
                          <p:nvPr/>
                        </p:nvSpPr>
                        <p:spPr>
                          <a:xfrm>
                            <a:off x="1385280" y="232740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65" name="Oval 752"/>
                          <p:cNvSpPr/>
                          <p:nvPr/>
                        </p:nvSpPr>
                        <p:spPr>
                          <a:xfrm flipV="1">
                            <a:off x="1385280" y="222516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66" name="Freeform 753"/>
                          <p:cNvSpPr/>
                          <p:nvPr/>
                        </p:nvSpPr>
                        <p:spPr>
                          <a:xfrm>
                            <a:off x="1521720" y="228636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67" name="Freeform 754"/>
                          <p:cNvSpPr/>
                          <p:nvPr/>
                        </p:nvSpPr>
                        <p:spPr>
                          <a:xfrm>
                            <a:off x="1494720" y="226116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68" name="Freeform 755"/>
                          <p:cNvSpPr/>
                          <p:nvPr/>
                        </p:nvSpPr>
                        <p:spPr>
                          <a:xfrm>
                            <a:off x="1699560" y="232020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69" name="Freeform 756"/>
                          <p:cNvSpPr/>
                          <p:nvPr/>
                        </p:nvSpPr>
                        <p:spPr>
                          <a:xfrm>
                            <a:off x="1488600" y="232164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870" name="Straight Connector 757"/>
                          <p:cNvCxnSpPr/>
                          <p:nvPr/>
                        </p:nvCxnSpPr>
                        <p:spPr>
                          <a:xfrm flipH="1" flipV="1">
                            <a:off x="1385280" y="2324520"/>
                            <a:ext cx="1800" cy="766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871" name="Straight Connector 758"/>
                          <p:cNvCxnSpPr/>
                          <p:nvPr/>
                        </p:nvCxnSpPr>
                        <p:spPr>
                          <a:xfrm flipH="1" flipV="1">
                            <a:off x="1916640" y="2323080"/>
                            <a:ext cx="1800" cy="766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872" name="Group 747"/>
                        <p:cNvGrpSpPr/>
                        <p:nvPr/>
                      </p:nvGrpSpPr>
                      <p:grpSpPr>
                        <a:xfrm>
                          <a:off x="1417680" y="2207160"/>
                          <a:ext cx="434160" cy="363960"/>
                          <a:chOff x="1417680" y="2207160"/>
                          <a:chExt cx="434160" cy="363960"/>
                        </a:xfrm>
                      </p:grpSpPr>
                      <p:sp>
                        <p:nvSpPr>
                          <p:cNvPr id="7873" name="Oval 748"/>
                          <p:cNvSpPr/>
                          <p:nvPr/>
                        </p:nvSpPr>
                        <p:spPr>
                          <a:xfrm>
                            <a:off x="1472760" y="227988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874" name="TextBox 749"/>
                          <p:cNvSpPr/>
                          <p:nvPr/>
                        </p:nvSpPr>
                        <p:spPr>
                          <a:xfrm>
                            <a:off x="1417680" y="22071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875" name="Straight Connector 742"/>
                      <p:cNvCxnSpPr/>
                      <p:nvPr/>
                    </p:nvCxnSpPr>
                    <p:spPr>
                      <a:xfrm>
                        <a:off x="2691360" y="1906200"/>
                        <a:ext cx="452880" cy="34344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876" name="Straight Connector 743"/>
                      <p:cNvCxnSpPr/>
                      <p:nvPr/>
                    </p:nvCxnSpPr>
                    <p:spPr>
                      <a:xfrm>
                        <a:off x="1825200" y="2492280"/>
                        <a:ext cx="451080" cy="33120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877" name="Straight Connector 744"/>
                      <p:cNvCxnSpPr/>
                      <p:nvPr/>
                    </p:nvCxnSpPr>
                    <p:spPr>
                      <a:xfrm flipH="1">
                        <a:off x="2669760" y="2489400"/>
                        <a:ext cx="47952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7878" name="Straight Connector 745"/>
                      <p:cNvCxnSpPr/>
                      <p:nvPr/>
                    </p:nvCxnSpPr>
                    <p:spPr>
                      <a:xfrm flipH="1">
                        <a:off x="1813320" y="1917720"/>
                        <a:ext cx="47952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</p:grpSp>
              <p:sp>
                <p:nvSpPr>
                  <p:cNvPr id="7879" name="TextBox 734"/>
                  <p:cNvSpPr/>
                  <p:nvPr/>
                </p:nvSpPr>
                <p:spPr>
                  <a:xfrm>
                    <a:off x="1167480" y="1616760"/>
                    <a:ext cx="75312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2000" b="0" u="none" strike="noStrike">
                        <a:solidFill>
                          <a:srgbClr val="00009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AS 1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cxnSp>
                <p:nvCxnSpPr>
                  <p:cNvPr id="7880" name="Straight Connector 735"/>
                  <p:cNvCxnSpPr/>
                  <p:nvPr/>
                </p:nvCxnSpPr>
                <p:spPr>
                  <a:xfrm flipH="1" flipV="1">
                    <a:off x="3585240" y="2394000"/>
                    <a:ext cx="1031040" cy="699480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</a:ln>
                </p:spPr>
              </p:cxnSp>
            </p:grpSp>
            <p:cxnSp>
              <p:nvCxnSpPr>
                <p:cNvPr id="7881" name="Straight Connector 732"/>
                <p:cNvCxnSpPr/>
                <p:nvPr/>
              </p:nvCxnSpPr>
              <p:spPr>
                <a:xfrm flipV="1">
                  <a:off x="6694560" y="1912680"/>
                  <a:ext cx="1399320" cy="1063440"/>
                </a:xfrm>
                <a:prstGeom prst="straightConnector1">
                  <a:avLst/>
                </a:prstGeom>
                <a:ln w="3810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7882" name="Group 712"/>
              <p:cNvGrpSpPr/>
              <p:nvPr/>
            </p:nvGrpSpPr>
            <p:grpSpPr>
              <a:xfrm>
                <a:off x="9262800" y="2179440"/>
                <a:ext cx="1701360" cy="615960"/>
                <a:chOff x="9262800" y="2179440"/>
                <a:chExt cx="1701360" cy="615960"/>
              </a:xfrm>
            </p:grpSpPr>
            <p:grpSp>
              <p:nvGrpSpPr>
                <p:cNvPr id="7883" name="Group 713"/>
                <p:cNvGrpSpPr/>
                <p:nvPr/>
              </p:nvGrpSpPr>
              <p:grpSpPr>
                <a:xfrm>
                  <a:off x="9262800" y="2179440"/>
                  <a:ext cx="1701360" cy="615960"/>
                  <a:chOff x="9262800" y="2179440"/>
                  <a:chExt cx="1701360" cy="615960"/>
                </a:xfrm>
              </p:grpSpPr>
              <p:sp>
                <p:nvSpPr>
                  <p:cNvPr id="7884" name="Freeform 2"/>
                  <p:cNvSpPr/>
                  <p:nvPr/>
                </p:nvSpPr>
                <p:spPr>
                  <a:xfrm>
                    <a:off x="9262800" y="2179440"/>
                    <a:ext cx="1701360" cy="615960"/>
                  </a:xfrm>
                  <a:custGeom>
                    <a:avLst/>
                    <a:gdLst>
                      <a:gd name="textAreaLeft" fmla="*/ 0 w 1701360"/>
                      <a:gd name="textAreaRight" fmla="*/ 1701720 w 1701360"/>
                      <a:gd name="textAreaTop" fmla="*/ 0 h 615960"/>
                      <a:gd name="textAreaBottom" fmla="*/ 616320 h 615960"/>
                      <a:gd name="GluePoint1X" fmla="*/ 40 w 11293"/>
                      <a:gd name="GluePoint1Y" fmla="*/ 9082 h 11127"/>
                      <a:gd name="GluePoint2X" fmla="*/ 4577 w 11293"/>
                      <a:gd name="GluePoint2Y" fmla="*/ 470 h 11127"/>
                      <a:gd name="GluePoint3X" fmla="*/ 7822 w 11293"/>
                      <a:gd name="GluePoint3Y" fmla="*/ 1336 h 11127"/>
                      <a:gd name="GluePoint4X" fmla="*/ 10740 w 11293"/>
                      <a:gd name="GluePoint4Y" fmla="*/ 3004 h 11127"/>
                      <a:gd name="GluePoint5X" fmla="*/ 11102 w 11293"/>
                      <a:gd name="GluePoint5Y" fmla="*/ 7683 h 11127"/>
                      <a:gd name="GluePoint6X" fmla="*/ 8541 w 11293"/>
                      <a:gd name="GluePoint6Y" fmla="*/ 11085 h 11127"/>
                      <a:gd name="GluePoint7X" fmla="*/ 2705 w 11293"/>
                      <a:gd name="GluePoint7Y" fmla="*/ 9564 h 11127"/>
                      <a:gd name="GluePoint8X" fmla="*/ 40 w 11293"/>
                      <a:gd name="GluePoint8Y" fmla="*/ 9082 h 11127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</a:cxnLst>
                    <a:rect l="textAreaLeft" t="textAreaTop" r="textAreaRight" b="textAreaBottom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7885" name="Group 327"/>
                  <p:cNvGrpSpPr/>
                  <p:nvPr/>
                </p:nvGrpSpPr>
                <p:grpSpPr>
                  <a:xfrm>
                    <a:off x="10362240" y="2312280"/>
                    <a:ext cx="536760" cy="263160"/>
                    <a:chOff x="10362240" y="2312280"/>
                    <a:chExt cx="536760" cy="263160"/>
                  </a:xfrm>
                </p:grpSpPr>
                <p:sp>
                  <p:nvSpPr>
                    <p:cNvPr id="7886" name="Oval 720"/>
                    <p:cNvSpPr/>
                    <p:nvPr/>
                  </p:nvSpPr>
                  <p:spPr>
                    <a:xfrm flipV="1">
                      <a:off x="10364040" y="2382480"/>
                      <a:ext cx="534600" cy="192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887" name="Rectangle 721"/>
                    <p:cNvSpPr/>
                    <p:nvPr/>
                  </p:nvSpPr>
                  <p:spPr>
                    <a:xfrm>
                      <a:off x="10362600" y="2411280"/>
                      <a:ext cx="536040" cy="684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3760" rIns="90000" bIns="237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888" name="Oval 722"/>
                    <p:cNvSpPr/>
                    <p:nvPr/>
                  </p:nvSpPr>
                  <p:spPr>
                    <a:xfrm flipV="1">
                      <a:off x="10362600" y="2312280"/>
                      <a:ext cx="534600" cy="1929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889" name="Freeform 723"/>
                    <p:cNvSpPr/>
                    <p:nvPr/>
                  </p:nvSpPr>
                  <p:spPr>
                    <a:xfrm>
                      <a:off x="10499760" y="2371320"/>
                      <a:ext cx="260280" cy="95760"/>
                    </a:xfrm>
                    <a:custGeom>
                      <a:avLst/>
                      <a:gdLst>
                        <a:gd name="textAreaLeft" fmla="*/ 0 w 260280"/>
                        <a:gd name="textAreaRight" fmla="*/ 260640 w 260280"/>
                        <a:gd name="textAreaTop" fmla="*/ 0 h 95760"/>
                        <a:gd name="textAreaBottom" fmla="*/ 96120 h 9576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890" name="Freeform 724"/>
                    <p:cNvSpPr/>
                    <p:nvPr/>
                  </p:nvSpPr>
                  <p:spPr>
                    <a:xfrm>
                      <a:off x="10472760" y="2346840"/>
                      <a:ext cx="314640" cy="66960"/>
                    </a:xfrm>
                    <a:custGeom>
                      <a:avLst/>
                      <a:gdLst>
                        <a:gd name="textAreaLeft" fmla="*/ 0 w 314640"/>
                        <a:gd name="textAreaRight" fmla="*/ 315000 w 314640"/>
                        <a:gd name="textAreaTop" fmla="*/ 0 h 66960"/>
                        <a:gd name="textAreaBottom" fmla="*/ 67320 h 669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2320" rIns="90000" bIns="223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891" name="Freeform 725"/>
                    <p:cNvSpPr/>
                    <p:nvPr/>
                  </p:nvSpPr>
                  <p:spPr>
                    <a:xfrm>
                      <a:off x="10679040" y="2404080"/>
                      <a:ext cx="115560" cy="58320"/>
                    </a:xfrm>
                    <a:custGeom>
                      <a:avLst/>
                      <a:gdLst>
                        <a:gd name="textAreaLeft" fmla="*/ 0 w 115560"/>
                        <a:gd name="textAreaRight" fmla="*/ 115920 w 115560"/>
                        <a:gd name="textAreaTop" fmla="*/ 0 h 58320"/>
                        <a:gd name="textAreaBottom" fmla="*/ 58680 h 583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3680" rIns="90000" bIns="136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892" name="Freeform 726"/>
                    <p:cNvSpPr/>
                    <p:nvPr/>
                  </p:nvSpPr>
                  <p:spPr>
                    <a:xfrm>
                      <a:off x="10466640" y="2405520"/>
                      <a:ext cx="114120" cy="56880"/>
                    </a:xfrm>
                    <a:custGeom>
                      <a:avLst/>
                      <a:gdLst>
                        <a:gd name="textAreaLeft" fmla="*/ 0 w 114120"/>
                        <a:gd name="textAreaRight" fmla="*/ 114480 w 114120"/>
                        <a:gd name="textAreaTop" fmla="*/ 0 h 56880"/>
                        <a:gd name="textAreaBottom" fmla="*/ 57240 h 568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2240" rIns="90000" bIns="122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7893" name="Straight Connector 727"/>
                    <p:cNvCxnSpPr/>
                    <p:nvPr/>
                  </p:nvCxnSpPr>
                  <p:spPr>
                    <a:xfrm flipH="1" flipV="1">
                      <a:off x="10362240" y="2408400"/>
                      <a:ext cx="2160" cy="7452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7894" name="Straight Connector 728"/>
                    <p:cNvCxnSpPr/>
                    <p:nvPr/>
                  </p:nvCxnSpPr>
                  <p:spPr>
                    <a:xfrm flipH="1" flipV="1">
                      <a:off x="10897560" y="2406960"/>
                      <a:ext cx="1800" cy="7452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7895" name="Group 717"/>
                  <p:cNvGrpSpPr/>
                  <p:nvPr/>
                </p:nvGrpSpPr>
                <p:grpSpPr>
                  <a:xfrm>
                    <a:off x="10333800" y="2293920"/>
                    <a:ext cx="460440" cy="364680"/>
                    <a:chOff x="10333800" y="2293920"/>
                    <a:chExt cx="460440" cy="364680"/>
                  </a:xfrm>
                </p:grpSpPr>
                <p:sp>
                  <p:nvSpPr>
                    <p:cNvPr id="7896" name="Oval 718"/>
                    <p:cNvSpPr/>
                    <p:nvPr/>
                  </p:nvSpPr>
                  <p:spPr>
                    <a:xfrm>
                      <a:off x="10450440" y="2364840"/>
                      <a:ext cx="338040" cy="20880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7897" name="TextBox 719"/>
                    <p:cNvSpPr/>
                    <p:nvPr/>
                  </p:nvSpPr>
                  <p:spPr>
                    <a:xfrm>
                      <a:off x="10333800" y="2293920"/>
                      <a:ext cx="460440" cy="3646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  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cxnSp>
              <p:nvCxnSpPr>
                <p:cNvPr id="7898" name="Straight Connector 714"/>
                <p:cNvCxnSpPr/>
                <p:nvPr/>
              </p:nvCxnSpPr>
              <p:spPr>
                <a:xfrm flipH="1">
                  <a:off x="9485640" y="2460960"/>
                  <a:ext cx="870120" cy="1044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</p:grpSp>
        </p:grpSp>
        <p:cxnSp>
          <p:nvCxnSpPr>
            <p:cNvPr id="7899" name="Straight Connector 710"/>
            <p:cNvCxnSpPr/>
            <p:nvPr/>
          </p:nvCxnSpPr>
          <p:spPr>
            <a:xfrm flipV="1">
              <a:off x="3590280" y="1928880"/>
              <a:ext cx="4451760" cy="42300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</a:ln>
          </p:spPr>
        </p:cxnSp>
      </p:grpSp>
      <p:sp>
        <p:nvSpPr>
          <p:cNvPr id="7900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BGP: populating forwarding tables 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7901" name="Rectangle 4"/>
          <p:cNvSpPr/>
          <p:nvPr/>
        </p:nvSpPr>
        <p:spPr>
          <a:xfrm>
            <a:off x="3131640" y="4506480"/>
            <a:ext cx="894312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1960" indent="-291960" defTabSz="914400">
              <a:lnSpc>
                <a:spcPct val="90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recall: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b,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 learn via iBGP from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c: “path to X goes through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2" name="Rectangle 4"/>
          <p:cNvSpPr/>
          <p:nvPr/>
        </p:nvSpPr>
        <p:spPr>
          <a:xfrm>
            <a:off x="3127680" y="4950360"/>
            <a:ext cx="827064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ct val="90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at 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d: OSPF intra-domain routing: to get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c, use  interface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03" name="Group 383"/>
          <p:cNvGrpSpPr/>
          <p:nvPr/>
        </p:nvGrpSpPr>
        <p:grpSpPr>
          <a:xfrm>
            <a:off x="1643400" y="1934640"/>
            <a:ext cx="340200" cy="802080"/>
            <a:chOff x="1643400" y="1934640"/>
            <a:chExt cx="340200" cy="802080"/>
          </a:xfrm>
        </p:grpSpPr>
        <p:sp>
          <p:nvSpPr>
            <p:cNvPr id="7904" name="TextBox 386"/>
            <p:cNvSpPr/>
            <p:nvPr/>
          </p:nvSpPr>
          <p:spPr>
            <a:xfrm>
              <a:off x="1703880" y="1934640"/>
              <a:ext cx="279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5" name="TextBox 387"/>
            <p:cNvSpPr/>
            <p:nvPr/>
          </p:nvSpPr>
          <p:spPr>
            <a:xfrm>
              <a:off x="1643400" y="2432880"/>
              <a:ext cx="2797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06" name="Rectangle 4"/>
          <p:cNvSpPr/>
          <p:nvPr/>
        </p:nvSpPr>
        <p:spPr>
          <a:xfrm>
            <a:off x="3129840" y="5365800"/>
            <a:ext cx="827064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ct val="90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at 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d: to get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X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, use  interface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07" name="Group 486"/>
          <p:cNvGrpSpPr/>
          <p:nvPr/>
        </p:nvGrpSpPr>
        <p:grpSpPr>
          <a:xfrm>
            <a:off x="399600" y="2408040"/>
            <a:ext cx="1682640" cy="3698280"/>
            <a:chOff x="399600" y="2408040"/>
            <a:chExt cx="1682640" cy="3698280"/>
          </a:xfrm>
        </p:grpSpPr>
        <p:sp>
          <p:nvSpPr>
            <p:cNvPr id="7908" name="Freeform 372"/>
            <p:cNvSpPr/>
            <p:nvPr/>
          </p:nvSpPr>
          <p:spPr>
            <a:xfrm flipH="1" rot="10326000">
              <a:off x="668160" y="2483640"/>
              <a:ext cx="1195920" cy="1377720"/>
            </a:xfrm>
            <a:custGeom>
              <a:avLst/>
              <a:gdLst>
                <a:gd name="textAreaLeft" fmla="*/ 360 w 1195920"/>
                <a:gd name="textAreaRight" fmla="*/ 1196640 w 1195920"/>
                <a:gd name="textAreaTop" fmla="*/ 0 h 1377720"/>
                <a:gd name="textAreaBottom" fmla="*/ 1378080 h 1377720"/>
                <a:gd name="GluePoint1X" fmla="*/ 851586 w 1196017"/>
                <a:gd name="GluePoint1Y" fmla="*/ 1642695 h 1642695"/>
                <a:gd name="GluePoint2X" fmla="*/ 0 w 1196017"/>
                <a:gd name="GluePoint2Y" fmla="*/ 164654 h 1642695"/>
                <a:gd name="GluePoint3X" fmla="*/ 991394 w 1196017"/>
                <a:gd name="GluePoint3Y" fmla="*/ 130 h 1642695"/>
                <a:gd name="GluePoint4X" fmla="*/ 1196017 w 1196017"/>
                <a:gd name="GluePoint4Y" fmla="*/ 1546568 h 1642695"/>
                <a:gd name="GluePoint5X" fmla="*/ 851586 w 1196017"/>
                <a:gd name="GluePoint5Y" fmla="*/ 1642695 h 16426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96017" h="1642695">
                  <a:moveTo>
                    <a:pt x="851586" y="1642695"/>
                  </a:moveTo>
                  <a:cubicBezTo>
                    <a:pt x="351624" y="596424"/>
                    <a:pt x="519034" y="861914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952595" y="541133"/>
                    <a:pt x="1196017" y="1546568"/>
                  </a:cubicBezTo>
                  <a:cubicBezTo>
                    <a:pt x="1046703" y="1529995"/>
                    <a:pt x="1015898" y="1558953"/>
                    <a:pt x="851586" y="164269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492600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909" name="Rectangle 451"/>
            <p:cNvSpPr/>
            <p:nvPr/>
          </p:nvSpPr>
          <p:spPr>
            <a:xfrm rot="10800000">
              <a:off x="734400" y="3769200"/>
              <a:ext cx="1026720" cy="1145520"/>
            </a:xfrm>
            <a:prstGeom prst="rect">
              <a:avLst/>
            </a:prstGeom>
            <a:gradFill rotWithShape="0">
              <a:gsLst>
                <a:gs pos="0">
                  <a:srgbClr val="262699">
                    <a:alpha val="62000"/>
                  </a:srgbClr>
                </a:gs>
                <a:gs pos="54000">
                  <a:srgbClr val="8585E0"/>
                </a:gs>
                <a:gs pos="100000">
                  <a:srgbClr val="FFFFFF"/>
                </a:gs>
              </a:gsLst>
              <a:lin ang="540000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grpSp>
          <p:nvGrpSpPr>
            <p:cNvPr id="7910" name="Group 104"/>
            <p:cNvGrpSpPr/>
            <p:nvPr/>
          </p:nvGrpSpPr>
          <p:grpSpPr>
            <a:xfrm>
              <a:off x="737280" y="5695560"/>
              <a:ext cx="1035360" cy="410760"/>
              <a:chOff x="737280" y="5695560"/>
              <a:chExt cx="1035360" cy="410760"/>
            </a:xfrm>
          </p:grpSpPr>
          <p:sp>
            <p:nvSpPr>
              <p:cNvPr id="7911" name="Oval 475"/>
              <p:cNvSpPr/>
              <p:nvPr/>
            </p:nvSpPr>
            <p:spPr>
              <a:xfrm>
                <a:off x="737640" y="5833080"/>
                <a:ext cx="1034640" cy="273240"/>
              </a:xfrm>
              <a:prstGeom prst="ellipse">
                <a:avLst/>
              </a:prstGeom>
              <a:solidFill>
                <a:srgbClr val="262699"/>
              </a:solidFill>
              <a:ln w="63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7912" name="Rectangle 476"/>
              <p:cNvSpPr/>
              <p:nvPr/>
            </p:nvSpPr>
            <p:spPr>
              <a:xfrm>
                <a:off x="737640" y="5833080"/>
                <a:ext cx="1034640" cy="135720"/>
              </a:xfrm>
              <a:prstGeom prst="rect">
                <a:avLst/>
              </a:prstGeom>
              <a:solidFill>
                <a:srgbClr val="262699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7913" name="Oval 477"/>
              <p:cNvSpPr/>
              <p:nvPr/>
            </p:nvSpPr>
            <p:spPr>
              <a:xfrm>
                <a:off x="737640" y="5695560"/>
                <a:ext cx="1034640" cy="273240"/>
              </a:xfrm>
              <a:prstGeom prst="ellipse">
                <a:avLst/>
              </a:prstGeom>
              <a:solidFill>
                <a:srgbClr val="8585E0">
                  <a:alpha val="70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7914" name="Straight Connector 478"/>
              <p:cNvCxnSpPr/>
              <p:nvPr/>
            </p:nvCxnSpPr>
            <p:spPr>
              <a:xfrm>
                <a:off x="1772640" y="5833080"/>
                <a:ext cx="360" cy="1364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7915" name="Straight Connector 479"/>
              <p:cNvCxnSpPr/>
              <p:nvPr/>
            </p:nvCxnSpPr>
            <p:spPr>
              <a:xfrm>
                <a:off x="737280" y="5833080"/>
                <a:ext cx="360" cy="1364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7916" name="Rectangle 453"/>
            <p:cNvSpPr/>
            <p:nvPr/>
          </p:nvSpPr>
          <p:spPr>
            <a:xfrm>
              <a:off x="741960" y="4854960"/>
              <a:ext cx="1026720" cy="991080"/>
            </a:xfrm>
            <a:prstGeom prst="rect">
              <a:avLst/>
            </a:prstGeom>
            <a:gradFill rotWithShape="0">
              <a:gsLst>
                <a:gs pos="0">
                  <a:srgbClr val="8585E0">
                    <a:alpha val="62000"/>
                  </a:srgbClr>
                </a:gs>
                <a:gs pos="54000">
                  <a:srgbClr val="ADADEB"/>
                </a:gs>
                <a:gs pos="100000">
                  <a:srgbClr val="FFFFFF"/>
                </a:gs>
              </a:gsLst>
              <a:lin ang="1620000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cxnSp>
          <p:nvCxnSpPr>
            <p:cNvPr id="7917" name="Straight Connector 454"/>
            <p:cNvCxnSpPr>
              <a:endCxn id="7912" idx="1"/>
            </p:cNvCxnSpPr>
            <p:nvPr/>
          </p:nvCxnSpPr>
          <p:spPr>
            <a:xfrm>
              <a:off x="726120" y="4006080"/>
              <a:ext cx="11880" cy="1895400"/>
            </a:xfrm>
            <a:prstGeom prst="straightConnector1">
              <a:avLst/>
            </a:prstGeom>
            <a:ln w="3175">
              <a:solidFill>
                <a:srgbClr val="000000"/>
              </a:solidFill>
              <a:prstDash val="sysDash"/>
              <a:round/>
            </a:ln>
          </p:spPr>
        </p:cxnSp>
        <p:cxnSp>
          <p:nvCxnSpPr>
            <p:cNvPr id="7918" name="Straight Connector 455"/>
            <p:cNvCxnSpPr>
              <a:endCxn id="7912" idx="3"/>
            </p:cNvCxnSpPr>
            <p:nvPr/>
          </p:nvCxnSpPr>
          <p:spPr>
            <a:xfrm>
              <a:off x="1767600" y="4006080"/>
              <a:ext cx="5040" cy="1895400"/>
            </a:xfrm>
            <a:prstGeom prst="straightConnector1">
              <a:avLst/>
            </a:prstGeom>
            <a:ln w="3175">
              <a:solidFill>
                <a:srgbClr val="000000"/>
              </a:solidFill>
              <a:prstDash val="sysDash"/>
              <a:round/>
            </a:ln>
          </p:spPr>
        </p:cxnSp>
        <p:grpSp>
          <p:nvGrpSpPr>
            <p:cNvPr id="7919" name="Group 9"/>
            <p:cNvGrpSpPr/>
            <p:nvPr/>
          </p:nvGrpSpPr>
          <p:grpSpPr>
            <a:xfrm>
              <a:off x="702720" y="3663000"/>
              <a:ext cx="1079280" cy="455040"/>
              <a:chOff x="702720" y="3663000"/>
              <a:chExt cx="1079280" cy="455040"/>
            </a:xfrm>
          </p:grpSpPr>
          <p:sp>
            <p:nvSpPr>
              <p:cNvPr id="7920" name="Oval 466"/>
              <p:cNvSpPr/>
              <p:nvPr/>
            </p:nvSpPr>
            <p:spPr>
              <a:xfrm flipV="1">
                <a:off x="705960" y="3785400"/>
                <a:ext cx="1074240" cy="33228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31000">
                    <a:srgbClr val="8585E0"/>
                  </a:gs>
                  <a:gs pos="100000">
                    <a:srgbClr val="D6D6F5"/>
                  </a:gs>
                </a:gsLst>
                <a:lin ang="5400000"/>
              </a:gradFill>
              <a:ln w="635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7921" name="Rectangle 467"/>
              <p:cNvSpPr/>
              <p:nvPr/>
            </p:nvSpPr>
            <p:spPr>
              <a:xfrm>
                <a:off x="702720" y="3832920"/>
                <a:ext cx="1077480" cy="118800"/>
              </a:xfrm>
              <a:prstGeom prst="rect">
                <a:avLst/>
              </a:prstGeom>
              <a:gradFill rotWithShape="0">
                <a:gsLst>
                  <a:gs pos="0">
                    <a:srgbClr val="ADADEB"/>
                  </a:gs>
                  <a:gs pos="54000">
                    <a:srgbClr val="8585E0"/>
                  </a:gs>
                  <a:gs pos="100000">
                    <a:srgbClr val="262699"/>
                  </a:gs>
                </a:gsLst>
                <a:lin ang="162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7922" name="Oval 468"/>
              <p:cNvSpPr/>
              <p:nvPr/>
            </p:nvSpPr>
            <p:spPr>
              <a:xfrm flipV="1">
                <a:off x="702720" y="3662640"/>
                <a:ext cx="1076040" cy="33228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7923" name="Freeform 469"/>
              <p:cNvSpPr/>
              <p:nvPr/>
            </p:nvSpPr>
            <p:spPr>
              <a:xfrm>
                <a:off x="979200" y="3765960"/>
                <a:ext cx="523440" cy="165960"/>
              </a:xfrm>
              <a:custGeom>
                <a:avLst/>
                <a:gdLst>
                  <a:gd name="textAreaLeft" fmla="*/ 0 w 523440"/>
                  <a:gd name="textAreaRight" fmla="*/ 523800 w 523440"/>
                  <a:gd name="textAreaTop" fmla="*/ 0 h 165960"/>
                  <a:gd name="textAreaBottom" fmla="*/ 166320 h 16596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7924" name="Freeform 470"/>
              <p:cNvSpPr/>
              <p:nvPr/>
            </p:nvSpPr>
            <p:spPr>
              <a:xfrm>
                <a:off x="925200" y="3722040"/>
                <a:ext cx="631440" cy="115560"/>
              </a:xfrm>
              <a:custGeom>
                <a:avLst/>
                <a:gdLst>
                  <a:gd name="textAreaLeft" fmla="*/ 0 w 631440"/>
                  <a:gd name="textAreaRight" fmla="*/ 631800 w 631440"/>
                  <a:gd name="textAreaTop" fmla="*/ 0 h 115560"/>
                  <a:gd name="textAreaBottom" fmla="*/ 115920 h 1155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7925" name="Freeform 471"/>
              <p:cNvSpPr/>
              <p:nvPr/>
            </p:nvSpPr>
            <p:spPr>
              <a:xfrm>
                <a:off x="1341000" y="3821400"/>
                <a:ext cx="231480" cy="100440"/>
              </a:xfrm>
              <a:custGeom>
                <a:avLst/>
                <a:gdLst>
                  <a:gd name="textAreaLeft" fmla="*/ 0 w 231480"/>
                  <a:gd name="textAreaRight" fmla="*/ 231840 w 231480"/>
                  <a:gd name="textAreaTop" fmla="*/ 0 h 100440"/>
                  <a:gd name="textAreaBottom" fmla="*/ 100800 h 1004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7926" name="Freeform 472"/>
              <p:cNvSpPr/>
              <p:nvPr/>
            </p:nvSpPr>
            <p:spPr>
              <a:xfrm>
                <a:off x="914040" y="3822840"/>
                <a:ext cx="228240" cy="100440"/>
              </a:xfrm>
              <a:custGeom>
                <a:avLst/>
                <a:gdLst>
                  <a:gd name="textAreaLeft" fmla="*/ 0 w 228240"/>
                  <a:gd name="textAreaRight" fmla="*/ 228600 w 228240"/>
                  <a:gd name="textAreaTop" fmla="*/ 0 h 100440"/>
                  <a:gd name="textAreaBottom" fmla="*/ 100800 h 10044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7927" name="Straight Connector 473"/>
              <p:cNvCxnSpPr/>
              <p:nvPr/>
            </p:nvCxnSpPr>
            <p:spPr>
              <a:xfrm flipH="1" flipV="1">
                <a:off x="702720" y="3829320"/>
                <a:ext cx="3600" cy="1299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7928" name="Straight Connector 474"/>
              <p:cNvCxnSpPr/>
              <p:nvPr/>
            </p:nvCxnSpPr>
            <p:spPr>
              <a:xfrm flipH="1" flipV="1">
                <a:off x="1779120" y="3826080"/>
                <a:ext cx="3240" cy="1296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7929" name="Rectangle 457"/>
            <p:cNvSpPr/>
            <p:nvPr/>
          </p:nvSpPr>
          <p:spPr>
            <a:xfrm>
              <a:off x="408240" y="4245840"/>
              <a:ext cx="1670400" cy="1501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7930" name="TextBox 458"/>
            <p:cNvSpPr/>
            <p:nvPr/>
          </p:nvSpPr>
          <p:spPr>
            <a:xfrm>
              <a:off x="402480" y="4240080"/>
              <a:ext cx="612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dest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1" name="TextBox 459"/>
            <p:cNvSpPr/>
            <p:nvPr/>
          </p:nvSpPr>
          <p:spPr>
            <a:xfrm>
              <a:off x="1024560" y="4245480"/>
              <a:ext cx="10576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interface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932" name="Straight Connector 460"/>
            <p:cNvCxnSpPr/>
            <p:nvPr/>
          </p:nvCxnSpPr>
          <p:spPr>
            <a:xfrm>
              <a:off x="1016280" y="4251960"/>
              <a:ext cx="1800" cy="14904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933" name="Straight Connector 461"/>
            <p:cNvCxnSpPr/>
            <p:nvPr/>
          </p:nvCxnSpPr>
          <p:spPr>
            <a:xfrm flipH="1">
              <a:off x="399600" y="4617720"/>
              <a:ext cx="16797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sp>
          <p:nvSpPr>
            <p:cNvPr id="7934" name="TextBox 462"/>
            <p:cNvSpPr/>
            <p:nvPr/>
          </p:nvSpPr>
          <p:spPr>
            <a:xfrm>
              <a:off x="1085040" y="4541040"/>
              <a:ext cx="4093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…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5" name="TextBox 463"/>
            <p:cNvSpPr/>
            <p:nvPr/>
          </p:nvSpPr>
          <p:spPr>
            <a:xfrm>
              <a:off x="1080360" y="5382000"/>
              <a:ext cx="4093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…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6" name="TextBox 464"/>
            <p:cNvSpPr/>
            <p:nvPr/>
          </p:nvSpPr>
          <p:spPr>
            <a:xfrm>
              <a:off x="508320" y="4540320"/>
              <a:ext cx="4093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…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7" name="TextBox 465"/>
            <p:cNvSpPr/>
            <p:nvPr/>
          </p:nvSpPr>
          <p:spPr>
            <a:xfrm>
              <a:off x="531720" y="5381280"/>
              <a:ext cx="4093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…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38" name="Group 480"/>
            <p:cNvGrpSpPr/>
            <p:nvPr/>
          </p:nvGrpSpPr>
          <p:grpSpPr>
            <a:xfrm>
              <a:off x="521640" y="4827960"/>
              <a:ext cx="926640" cy="365400"/>
              <a:chOff x="521640" y="4827960"/>
              <a:chExt cx="926640" cy="365400"/>
            </a:xfrm>
          </p:grpSpPr>
          <p:sp>
            <p:nvSpPr>
              <p:cNvPr id="7939" name="TextBox 481"/>
              <p:cNvSpPr/>
              <p:nvPr/>
            </p:nvSpPr>
            <p:spPr>
              <a:xfrm>
                <a:off x="521640" y="4828680"/>
                <a:ext cx="4204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1c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40" name="TextBox 482"/>
              <p:cNvSpPr/>
              <p:nvPr/>
            </p:nvSpPr>
            <p:spPr>
              <a:xfrm>
                <a:off x="1137600" y="4827960"/>
                <a:ext cx="3106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2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941" name="Group 487"/>
          <p:cNvGrpSpPr/>
          <p:nvPr/>
        </p:nvGrpSpPr>
        <p:grpSpPr>
          <a:xfrm>
            <a:off x="582480" y="5157720"/>
            <a:ext cx="874080" cy="367920"/>
            <a:chOff x="582480" y="5157720"/>
            <a:chExt cx="874080" cy="367920"/>
          </a:xfrm>
        </p:grpSpPr>
        <p:sp>
          <p:nvSpPr>
            <p:cNvPr id="7942" name="TextBox 484"/>
            <p:cNvSpPr/>
            <p:nvPr/>
          </p:nvSpPr>
          <p:spPr>
            <a:xfrm>
              <a:off x="582480" y="5157720"/>
              <a:ext cx="3139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3" name="TextBox 485"/>
            <p:cNvSpPr/>
            <p:nvPr/>
          </p:nvSpPr>
          <p:spPr>
            <a:xfrm>
              <a:off x="1145880" y="5160960"/>
              <a:ext cx="310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44" name="Rectangle 4"/>
          <p:cNvSpPr/>
          <p:nvPr/>
        </p:nvSpPr>
        <p:spPr>
          <a:xfrm>
            <a:off x="3129840" y="5754240"/>
            <a:ext cx="827064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ct val="90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at 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a: OSPF intra-domain routing: to get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c, use  interface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5" name="Rectangle 4"/>
          <p:cNvSpPr/>
          <p:nvPr/>
        </p:nvSpPr>
        <p:spPr>
          <a:xfrm>
            <a:off x="3132000" y="6157080"/>
            <a:ext cx="827064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93760" indent="-293760" defTabSz="914400">
              <a:lnSpc>
                <a:spcPct val="90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at 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a: to get to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X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, use  interface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045" dur="indefinite" restart="never" nodeType="tmRoot">
          <p:childTnLst>
            <p:seq>
              <p:cTn id="2046" dur="indefinite" nodeType="mainSeq">
                <p:childTnLst>
                  <p:par>
                    <p:cTn id="2047" fill="hold">
                      <p:stCondLst>
                        <p:cond delay="0"/>
                      </p:stCondLst>
                      <p:childTnLst>
                        <p:par>
                          <p:cTn id="2048" fill="hold">
                            <p:stCondLst>
                              <p:cond delay="0"/>
                            </p:stCondLst>
                            <p:childTnLst>
                              <p:par>
                                <p:cTn id="2049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51" dur="500"/>
                                        <p:tgtEl>
                                          <p:spTgt spid="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54" dur="500"/>
                                        <p:tgtEl>
                                          <p:spTgt spid="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5" fill="hold">
                      <p:stCondLst>
                        <p:cond delay="indefinite"/>
                      </p:stCondLst>
                      <p:childTnLst>
                        <p:par>
                          <p:cTn id="2056" fill="hold">
                            <p:stCondLst>
                              <p:cond delay="0"/>
                            </p:stCondLst>
                            <p:childTnLst>
                              <p:par>
                                <p:cTn id="205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59" dur="500"/>
                                        <p:tgtEl>
                                          <p:spTgt spid="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62" dur="500"/>
                                        <p:tgtEl>
                                          <p:spTgt spid="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6" name="Group 708"/>
          <p:cNvGrpSpPr/>
          <p:nvPr/>
        </p:nvGrpSpPr>
        <p:grpSpPr>
          <a:xfrm>
            <a:off x="1163520" y="1064160"/>
            <a:ext cx="9800640" cy="2876040"/>
            <a:chOff x="1163520" y="1064160"/>
            <a:chExt cx="9800640" cy="2876040"/>
          </a:xfrm>
        </p:grpSpPr>
        <p:grpSp>
          <p:nvGrpSpPr>
            <p:cNvPr id="7947" name="Group 709"/>
            <p:cNvGrpSpPr/>
            <p:nvPr/>
          </p:nvGrpSpPr>
          <p:grpSpPr>
            <a:xfrm>
              <a:off x="1163520" y="1064160"/>
              <a:ext cx="9800640" cy="2876040"/>
              <a:chOff x="1163520" y="1064160"/>
              <a:chExt cx="9800640" cy="2876040"/>
            </a:xfrm>
          </p:grpSpPr>
          <p:grpSp>
            <p:nvGrpSpPr>
              <p:cNvPr id="7948" name="Group 711"/>
              <p:cNvGrpSpPr/>
              <p:nvPr/>
            </p:nvGrpSpPr>
            <p:grpSpPr>
              <a:xfrm>
                <a:off x="1163520" y="1064160"/>
                <a:ext cx="9249120" cy="2876040"/>
                <a:chOff x="1163520" y="1064160"/>
                <a:chExt cx="9249120" cy="2876040"/>
              </a:xfrm>
            </p:grpSpPr>
            <p:grpSp>
              <p:nvGrpSpPr>
                <p:cNvPr id="7949" name="Group 729"/>
                <p:cNvGrpSpPr/>
                <p:nvPr/>
              </p:nvGrpSpPr>
              <p:grpSpPr>
                <a:xfrm>
                  <a:off x="4362840" y="2220120"/>
                  <a:ext cx="2545200" cy="1720080"/>
                  <a:chOff x="4362840" y="2220120"/>
                  <a:chExt cx="2545200" cy="1720080"/>
                </a:xfrm>
              </p:grpSpPr>
              <p:grpSp>
                <p:nvGrpSpPr>
                  <p:cNvPr id="7950" name="Group 863"/>
                  <p:cNvGrpSpPr/>
                  <p:nvPr/>
                </p:nvGrpSpPr>
                <p:grpSpPr>
                  <a:xfrm>
                    <a:off x="4362840" y="2220120"/>
                    <a:ext cx="2545200" cy="1720080"/>
                    <a:chOff x="4362840" y="2220120"/>
                    <a:chExt cx="2545200" cy="1720080"/>
                  </a:xfrm>
                </p:grpSpPr>
                <p:sp>
                  <p:nvSpPr>
                    <p:cNvPr id="7951" name="Freeform 2"/>
                    <p:cNvSpPr/>
                    <p:nvPr/>
                  </p:nvSpPr>
                  <p:spPr>
                    <a:xfrm>
                      <a:off x="4362840" y="2220120"/>
                      <a:ext cx="2545200" cy="1720080"/>
                    </a:xfrm>
                    <a:custGeom>
                      <a:avLst/>
                      <a:gdLst>
                        <a:gd name="textAreaLeft" fmla="*/ 0 w 2545200"/>
                        <a:gd name="textAreaRight" fmla="*/ 2545560 w 2545200"/>
                        <a:gd name="textAreaTop" fmla="*/ 0 h 1720080"/>
                        <a:gd name="textAreaBottom" fmla="*/ 1720440 h 1720080"/>
                        <a:gd name="GluePoint1X" fmla="*/ 45 w 10000"/>
                        <a:gd name="GluePoint1Y" fmla="*/ 5036 h 10795"/>
                        <a:gd name="GluePoint2X" fmla="*/ 2738 w 10000"/>
                        <a:gd name="GluePoint2Y" fmla="*/ 2811 h 10795"/>
                        <a:gd name="GluePoint3X" fmla="*/ 4886 w 10000"/>
                        <a:gd name="GluePoint3Y" fmla="*/ 4 h 10795"/>
                        <a:gd name="GluePoint4X" fmla="*/ 8068 w 10000"/>
                        <a:gd name="GluePoint4Y" fmla="*/ 2813 h 10795"/>
                        <a:gd name="GluePoint5X" fmla="*/ 9996 w 10000"/>
                        <a:gd name="GluePoint5Y" fmla="*/ 5413 h 10795"/>
                        <a:gd name="GluePoint6X" fmla="*/ 8476 w 10000"/>
                        <a:gd name="GluePoint6Y" fmla="*/ 7306 h 10795"/>
                        <a:gd name="GluePoint7X" fmla="*/ 5202 w 10000"/>
                        <a:gd name="GluePoint7Y" fmla="*/ 10795 h 10795"/>
                        <a:gd name="GluePoint8X" fmla="*/ 2753 w 10000"/>
                        <a:gd name="GluePoint8Y" fmla="*/ 7683 h 10795"/>
                        <a:gd name="GluePoint9X" fmla="*/ 1375 w 10000"/>
                        <a:gd name="GluePoint9Y" fmla="*/ 7365 h 10795"/>
                        <a:gd name="GluePoint10X" fmla="*/ 45 w 10000"/>
                        <a:gd name="GluePoint10Y" fmla="*/ 5036 h 1079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</a:cxnLst>
                      <a:rect l="textAreaLeft" t="textAreaTop" r="textAreaRight" b="textAreaBottom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grpSp>
                  <p:nvGrpSpPr>
                    <p:cNvPr id="7952" name="Group 866"/>
                    <p:cNvGrpSpPr/>
                    <p:nvPr/>
                  </p:nvGrpSpPr>
                  <p:grpSpPr>
                    <a:xfrm>
                      <a:off x="4583520" y="2360160"/>
                      <a:ext cx="2189880" cy="1497240"/>
                      <a:chOff x="4583520" y="2360160"/>
                      <a:chExt cx="2189880" cy="1497240"/>
                    </a:xfrm>
                  </p:grpSpPr>
                  <p:grpSp>
                    <p:nvGrpSpPr>
                      <p:cNvPr id="7953" name="Group 867"/>
                      <p:cNvGrpSpPr/>
                      <p:nvPr/>
                    </p:nvGrpSpPr>
                    <p:grpSpPr>
                      <a:xfrm>
                        <a:off x="5430960" y="2360160"/>
                        <a:ext cx="530280" cy="363960"/>
                        <a:chOff x="5430960" y="2360160"/>
                        <a:chExt cx="530280" cy="363960"/>
                      </a:xfrm>
                    </p:grpSpPr>
                    <p:grpSp>
                      <p:nvGrpSpPr>
                        <p:cNvPr id="7954" name="Group 327"/>
                        <p:cNvGrpSpPr/>
                        <p:nvPr/>
                      </p:nvGrpSpPr>
                      <p:grpSpPr>
                        <a:xfrm>
                          <a:off x="5430960" y="2378880"/>
                          <a:ext cx="530280" cy="271080"/>
                          <a:chOff x="5430960" y="2378880"/>
                          <a:chExt cx="530280" cy="271080"/>
                        </a:xfrm>
                      </p:grpSpPr>
                      <p:sp>
                        <p:nvSpPr>
                          <p:cNvPr id="7955" name="Oval 917"/>
                          <p:cNvSpPr/>
                          <p:nvPr/>
                        </p:nvSpPr>
                        <p:spPr>
                          <a:xfrm flipV="1">
                            <a:off x="5432400" y="245124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56" name="Rectangle 918"/>
                          <p:cNvSpPr/>
                          <p:nvPr/>
                        </p:nvSpPr>
                        <p:spPr>
                          <a:xfrm>
                            <a:off x="5430960" y="248076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57" name="Oval 919"/>
                          <p:cNvSpPr/>
                          <p:nvPr/>
                        </p:nvSpPr>
                        <p:spPr>
                          <a:xfrm flipV="1">
                            <a:off x="5430960" y="237888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58" name="Freeform 920"/>
                          <p:cNvSpPr/>
                          <p:nvPr/>
                        </p:nvSpPr>
                        <p:spPr>
                          <a:xfrm>
                            <a:off x="5566680" y="243936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59" name="Freeform 921"/>
                          <p:cNvSpPr/>
                          <p:nvPr/>
                        </p:nvSpPr>
                        <p:spPr>
                          <a:xfrm>
                            <a:off x="5539680" y="241452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60" name="Freeform 922"/>
                          <p:cNvSpPr/>
                          <p:nvPr/>
                        </p:nvSpPr>
                        <p:spPr>
                          <a:xfrm>
                            <a:off x="5743800" y="247320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61" name="Freeform 923"/>
                          <p:cNvSpPr/>
                          <p:nvPr/>
                        </p:nvSpPr>
                        <p:spPr>
                          <a:xfrm>
                            <a:off x="5533920" y="247464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962" name="Straight Connector 924"/>
                          <p:cNvCxnSpPr/>
                          <p:nvPr/>
                        </p:nvCxnSpPr>
                        <p:spPr>
                          <a:xfrm flipH="1" flipV="1">
                            <a:off x="5430960" y="24775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963" name="Straight Connector 925"/>
                          <p:cNvCxnSpPr/>
                          <p:nvPr/>
                        </p:nvCxnSpPr>
                        <p:spPr>
                          <a:xfrm flipH="1" flipV="1">
                            <a:off x="5959800" y="24760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964" name="Group 914"/>
                        <p:cNvGrpSpPr/>
                        <p:nvPr/>
                      </p:nvGrpSpPr>
                      <p:grpSpPr>
                        <a:xfrm>
                          <a:off x="5463000" y="2360160"/>
                          <a:ext cx="434160" cy="363960"/>
                          <a:chOff x="5463000" y="2360160"/>
                          <a:chExt cx="434160" cy="363960"/>
                        </a:xfrm>
                      </p:grpSpPr>
                      <p:sp>
                        <p:nvSpPr>
                          <p:cNvPr id="7965" name="Oval 915"/>
                          <p:cNvSpPr/>
                          <p:nvPr/>
                        </p:nvSpPr>
                        <p:spPr>
                          <a:xfrm>
                            <a:off x="5518080" y="243288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66" name="TextBox 916"/>
                          <p:cNvSpPr/>
                          <p:nvPr/>
                        </p:nvSpPr>
                        <p:spPr>
                          <a:xfrm>
                            <a:off x="5463000" y="23601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967" name="Group 868"/>
                      <p:cNvGrpSpPr/>
                      <p:nvPr/>
                    </p:nvGrpSpPr>
                    <p:grpSpPr>
                      <a:xfrm>
                        <a:off x="5434920" y="3493440"/>
                        <a:ext cx="530280" cy="363960"/>
                        <a:chOff x="5434920" y="3493440"/>
                        <a:chExt cx="530280" cy="363960"/>
                      </a:xfrm>
                    </p:grpSpPr>
                    <p:grpSp>
                      <p:nvGrpSpPr>
                        <p:cNvPr id="7968" name="Group 327"/>
                        <p:cNvGrpSpPr/>
                        <p:nvPr/>
                      </p:nvGrpSpPr>
                      <p:grpSpPr>
                        <a:xfrm>
                          <a:off x="5434920" y="3512520"/>
                          <a:ext cx="530280" cy="271080"/>
                          <a:chOff x="5434920" y="3512520"/>
                          <a:chExt cx="530280" cy="271080"/>
                        </a:xfrm>
                      </p:grpSpPr>
                      <p:sp>
                        <p:nvSpPr>
                          <p:cNvPr id="7969" name="Oval 904"/>
                          <p:cNvSpPr/>
                          <p:nvPr/>
                        </p:nvSpPr>
                        <p:spPr>
                          <a:xfrm flipV="1">
                            <a:off x="5436360" y="358488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70" name="Rectangle 905"/>
                          <p:cNvSpPr/>
                          <p:nvPr/>
                        </p:nvSpPr>
                        <p:spPr>
                          <a:xfrm>
                            <a:off x="5434920" y="361440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71" name="Oval 906"/>
                          <p:cNvSpPr/>
                          <p:nvPr/>
                        </p:nvSpPr>
                        <p:spPr>
                          <a:xfrm flipV="1">
                            <a:off x="5434920" y="351252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72" name="Freeform 907"/>
                          <p:cNvSpPr/>
                          <p:nvPr/>
                        </p:nvSpPr>
                        <p:spPr>
                          <a:xfrm>
                            <a:off x="5570640" y="357300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73" name="Freeform 908"/>
                          <p:cNvSpPr/>
                          <p:nvPr/>
                        </p:nvSpPr>
                        <p:spPr>
                          <a:xfrm>
                            <a:off x="5543640" y="354780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74" name="Freeform 909"/>
                          <p:cNvSpPr/>
                          <p:nvPr/>
                        </p:nvSpPr>
                        <p:spPr>
                          <a:xfrm>
                            <a:off x="5747760" y="360684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75" name="Freeform 910"/>
                          <p:cNvSpPr/>
                          <p:nvPr/>
                        </p:nvSpPr>
                        <p:spPr>
                          <a:xfrm>
                            <a:off x="5537880" y="360828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976" name="Straight Connector 911"/>
                          <p:cNvCxnSpPr/>
                          <p:nvPr/>
                        </p:nvCxnSpPr>
                        <p:spPr>
                          <a:xfrm flipH="1" flipV="1">
                            <a:off x="5434920" y="361116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977" name="Straight Connector 912"/>
                          <p:cNvCxnSpPr/>
                          <p:nvPr/>
                        </p:nvCxnSpPr>
                        <p:spPr>
                          <a:xfrm flipH="1" flipV="1">
                            <a:off x="5963760" y="36097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978" name="Group 901"/>
                        <p:cNvGrpSpPr/>
                        <p:nvPr/>
                      </p:nvGrpSpPr>
                      <p:grpSpPr>
                        <a:xfrm>
                          <a:off x="5466960" y="3493440"/>
                          <a:ext cx="434160" cy="363960"/>
                          <a:chOff x="5466960" y="3493440"/>
                          <a:chExt cx="434160" cy="363960"/>
                        </a:xfrm>
                      </p:grpSpPr>
                      <p:sp>
                        <p:nvSpPr>
                          <p:cNvPr id="7979" name="Oval 902"/>
                          <p:cNvSpPr/>
                          <p:nvPr/>
                        </p:nvSpPr>
                        <p:spPr>
                          <a:xfrm>
                            <a:off x="5522040" y="356652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80" name="TextBox 903"/>
                          <p:cNvSpPr/>
                          <p:nvPr/>
                        </p:nvSpPr>
                        <p:spPr>
                          <a:xfrm>
                            <a:off x="5466960" y="349344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981" name="Group 869"/>
                      <p:cNvGrpSpPr/>
                      <p:nvPr/>
                    </p:nvGrpSpPr>
                    <p:grpSpPr>
                      <a:xfrm>
                        <a:off x="6243120" y="2927880"/>
                        <a:ext cx="530280" cy="363960"/>
                        <a:chOff x="6243120" y="2927880"/>
                        <a:chExt cx="530280" cy="363960"/>
                      </a:xfrm>
                    </p:grpSpPr>
                    <p:grpSp>
                      <p:nvGrpSpPr>
                        <p:cNvPr id="7982" name="Group 327"/>
                        <p:cNvGrpSpPr/>
                        <p:nvPr/>
                      </p:nvGrpSpPr>
                      <p:grpSpPr>
                        <a:xfrm>
                          <a:off x="6243120" y="2946600"/>
                          <a:ext cx="530280" cy="271080"/>
                          <a:chOff x="6243120" y="2946600"/>
                          <a:chExt cx="530280" cy="271080"/>
                        </a:xfrm>
                      </p:grpSpPr>
                      <p:sp>
                        <p:nvSpPr>
                          <p:cNvPr id="7983" name="Oval 891"/>
                          <p:cNvSpPr/>
                          <p:nvPr/>
                        </p:nvSpPr>
                        <p:spPr>
                          <a:xfrm flipV="1">
                            <a:off x="6244920" y="301896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84" name="Rectangle 892"/>
                          <p:cNvSpPr/>
                          <p:nvPr/>
                        </p:nvSpPr>
                        <p:spPr>
                          <a:xfrm>
                            <a:off x="6243480" y="304848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85" name="Oval 893"/>
                          <p:cNvSpPr/>
                          <p:nvPr/>
                        </p:nvSpPr>
                        <p:spPr>
                          <a:xfrm flipV="1">
                            <a:off x="6243480" y="294660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86" name="Freeform 894"/>
                          <p:cNvSpPr/>
                          <p:nvPr/>
                        </p:nvSpPr>
                        <p:spPr>
                          <a:xfrm>
                            <a:off x="6378840" y="300708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87" name="Freeform 895"/>
                          <p:cNvSpPr/>
                          <p:nvPr/>
                        </p:nvSpPr>
                        <p:spPr>
                          <a:xfrm>
                            <a:off x="6352200" y="298224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88" name="Freeform 896"/>
                          <p:cNvSpPr/>
                          <p:nvPr/>
                        </p:nvSpPr>
                        <p:spPr>
                          <a:xfrm>
                            <a:off x="6556320" y="304092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89" name="Freeform 897"/>
                          <p:cNvSpPr/>
                          <p:nvPr/>
                        </p:nvSpPr>
                        <p:spPr>
                          <a:xfrm>
                            <a:off x="6346080" y="304236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7990" name="Straight Connector 898"/>
                          <p:cNvCxnSpPr/>
                          <p:nvPr/>
                        </p:nvCxnSpPr>
                        <p:spPr>
                          <a:xfrm flipH="1" flipV="1">
                            <a:off x="6243120" y="30452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7991" name="Straight Connector 899"/>
                          <p:cNvCxnSpPr/>
                          <p:nvPr/>
                        </p:nvCxnSpPr>
                        <p:spPr>
                          <a:xfrm flipH="1" flipV="1">
                            <a:off x="6771960" y="304380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7992" name="Group 888"/>
                        <p:cNvGrpSpPr/>
                        <p:nvPr/>
                      </p:nvGrpSpPr>
                      <p:grpSpPr>
                        <a:xfrm>
                          <a:off x="6275520" y="2927880"/>
                          <a:ext cx="421560" cy="363960"/>
                          <a:chOff x="6275520" y="2927880"/>
                          <a:chExt cx="421560" cy="363960"/>
                        </a:xfrm>
                      </p:grpSpPr>
                      <p:sp>
                        <p:nvSpPr>
                          <p:cNvPr id="7993" name="Oval 889"/>
                          <p:cNvSpPr/>
                          <p:nvPr/>
                        </p:nvSpPr>
                        <p:spPr>
                          <a:xfrm>
                            <a:off x="6330240" y="300060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94" name="TextBox 890"/>
                          <p:cNvSpPr/>
                          <p:nvPr/>
                        </p:nvSpPr>
                        <p:spPr>
                          <a:xfrm>
                            <a:off x="6275520" y="292788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995" name="Group 870"/>
                      <p:cNvGrpSpPr/>
                      <p:nvPr/>
                    </p:nvGrpSpPr>
                    <p:grpSpPr>
                      <a:xfrm>
                        <a:off x="4583520" y="2921760"/>
                        <a:ext cx="530640" cy="363960"/>
                        <a:chOff x="4583520" y="2921760"/>
                        <a:chExt cx="530640" cy="363960"/>
                      </a:xfrm>
                    </p:grpSpPr>
                    <p:grpSp>
                      <p:nvGrpSpPr>
                        <p:cNvPr id="7996" name="Group 327"/>
                        <p:cNvGrpSpPr/>
                        <p:nvPr/>
                      </p:nvGrpSpPr>
                      <p:grpSpPr>
                        <a:xfrm>
                          <a:off x="4583520" y="2940840"/>
                          <a:ext cx="530640" cy="271080"/>
                          <a:chOff x="4583520" y="2940840"/>
                          <a:chExt cx="530640" cy="271080"/>
                        </a:xfrm>
                      </p:grpSpPr>
                      <p:sp>
                        <p:nvSpPr>
                          <p:cNvPr id="7997" name="Oval 878"/>
                          <p:cNvSpPr/>
                          <p:nvPr/>
                        </p:nvSpPr>
                        <p:spPr>
                          <a:xfrm flipV="1">
                            <a:off x="4585320" y="3013200"/>
                            <a:ext cx="528480" cy="19872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98" name="Rectangle 879"/>
                          <p:cNvSpPr/>
                          <p:nvPr/>
                        </p:nvSpPr>
                        <p:spPr>
                          <a:xfrm>
                            <a:off x="4583880" y="3042360"/>
                            <a:ext cx="52992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7999" name="Oval 880"/>
                          <p:cNvSpPr/>
                          <p:nvPr/>
                        </p:nvSpPr>
                        <p:spPr>
                          <a:xfrm flipV="1">
                            <a:off x="4583880" y="2940840"/>
                            <a:ext cx="528480" cy="19872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00" name="Freeform 881"/>
                          <p:cNvSpPr/>
                          <p:nvPr/>
                        </p:nvSpPr>
                        <p:spPr>
                          <a:xfrm>
                            <a:off x="4719240" y="3001320"/>
                            <a:ext cx="257400" cy="98280"/>
                          </a:xfrm>
                          <a:custGeom>
                            <a:avLst/>
                            <a:gdLst>
                              <a:gd name="textAreaLeft" fmla="*/ 0 w 257400"/>
                              <a:gd name="textAreaRight" fmla="*/ 257760 w 25740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01" name="Freeform 882"/>
                          <p:cNvSpPr/>
                          <p:nvPr/>
                        </p:nvSpPr>
                        <p:spPr>
                          <a:xfrm>
                            <a:off x="4692600" y="2976120"/>
                            <a:ext cx="311040" cy="68760"/>
                          </a:xfrm>
                          <a:custGeom>
                            <a:avLst/>
                            <a:gdLst>
                              <a:gd name="textAreaLeft" fmla="*/ 0 w 311040"/>
                              <a:gd name="textAreaRight" fmla="*/ 311400 w 31104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02" name="Freeform 883"/>
                          <p:cNvSpPr/>
                          <p:nvPr/>
                        </p:nvSpPr>
                        <p:spPr>
                          <a:xfrm>
                            <a:off x="4896720" y="3035160"/>
                            <a:ext cx="114480" cy="60120"/>
                          </a:xfrm>
                          <a:custGeom>
                            <a:avLst/>
                            <a:gdLst>
                              <a:gd name="textAreaLeft" fmla="*/ 0 w 114480"/>
                              <a:gd name="textAreaRight" fmla="*/ 114840 w 11448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03" name="Freeform 884"/>
                          <p:cNvSpPr/>
                          <p:nvPr/>
                        </p:nvSpPr>
                        <p:spPr>
                          <a:xfrm>
                            <a:off x="4686480" y="3036600"/>
                            <a:ext cx="112680" cy="58680"/>
                          </a:xfrm>
                          <a:custGeom>
                            <a:avLst/>
                            <a:gdLst>
                              <a:gd name="textAreaLeft" fmla="*/ 0 w 112680"/>
                              <a:gd name="textAreaRight" fmla="*/ 113040 w 11268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8004" name="Straight Connector 885"/>
                          <p:cNvCxnSpPr/>
                          <p:nvPr/>
                        </p:nvCxnSpPr>
                        <p:spPr>
                          <a:xfrm flipH="1" flipV="1">
                            <a:off x="4583520" y="303948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8005" name="Straight Connector 886"/>
                          <p:cNvCxnSpPr/>
                          <p:nvPr/>
                        </p:nvCxnSpPr>
                        <p:spPr>
                          <a:xfrm flipH="1" flipV="1">
                            <a:off x="5112360" y="3038040"/>
                            <a:ext cx="216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8006" name="Group 875"/>
                        <p:cNvGrpSpPr/>
                        <p:nvPr/>
                      </p:nvGrpSpPr>
                      <p:grpSpPr>
                        <a:xfrm>
                          <a:off x="4615920" y="2921760"/>
                          <a:ext cx="434160" cy="363960"/>
                          <a:chOff x="4615920" y="2921760"/>
                          <a:chExt cx="434160" cy="363960"/>
                        </a:xfrm>
                      </p:grpSpPr>
                      <p:sp>
                        <p:nvSpPr>
                          <p:cNvPr id="8007" name="Oval 876"/>
                          <p:cNvSpPr/>
                          <p:nvPr/>
                        </p:nvSpPr>
                        <p:spPr>
                          <a:xfrm>
                            <a:off x="4670640" y="2994840"/>
                            <a:ext cx="33408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08" name="TextBox 877"/>
                          <p:cNvSpPr/>
                          <p:nvPr/>
                        </p:nvSpPr>
                        <p:spPr>
                          <a:xfrm>
                            <a:off x="4615920" y="29217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2a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8009" name="Straight Connector 871"/>
                      <p:cNvCxnSpPr/>
                      <p:nvPr/>
                    </p:nvCxnSpPr>
                    <p:spPr>
                      <a:xfrm>
                        <a:off x="5883840" y="2620800"/>
                        <a:ext cx="450720" cy="34344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8010" name="Straight Connector 872"/>
                      <p:cNvCxnSpPr/>
                      <p:nvPr/>
                    </p:nvCxnSpPr>
                    <p:spPr>
                      <a:xfrm>
                        <a:off x="5021640" y="3207240"/>
                        <a:ext cx="448920" cy="33192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8011" name="Straight Connector 873"/>
                      <p:cNvCxnSpPr/>
                      <p:nvPr/>
                    </p:nvCxnSpPr>
                    <p:spPr>
                      <a:xfrm flipH="1">
                        <a:off x="5862600" y="3204720"/>
                        <a:ext cx="47700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</p:grpSp>
              <p:sp>
                <p:nvSpPr>
                  <p:cNvPr id="8012" name="TextBox 864"/>
                  <p:cNvSpPr/>
                  <p:nvPr/>
                </p:nvSpPr>
                <p:spPr>
                  <a:xfrm>
                    <a:off x="4570560" y="2279520"/>
                    <a:ext cx="73260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</a:pPr>
                    <a:r>
                      <a:rPr lang="en-US" sz="2000" b="0" u="none" strike="noStrike">
                        <a:solidFill>
                          <a:srgbClr val="00009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AS 2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8013" name="Group 730"/>
                <p:cNvGrpSpPr/>
                <p:nvPr/>
              </p:nvGrpSpPr>
              <p:grpSpPr>
                <a:xfrm>
                  <a:off x="7837560" y="1064160"/>
                  <a:ext cx="2575080" cy="1672200"/>
                  <a:chOff x="7837560" y="1064160"/>
                  <a:chExt cx="2575080" cy="1672200"/>
                </a:xfrm>
              </p:grpSpPr>
              <p:sp>
                <p:nvSpPr>
                  <p:cNvPr id="8014" name="Freeform 2"/>
                  <p:cNvSpPr/>
                  <p:nvPr/>
                </p:nvSpPr>
                <p:spPr>
                  <a:xfrm>
                    <a:off x="7837560" y="1064160"/>
                    <a:ext cx="2575080" cy="1672200"/>
                  </a:xfrm>
                  <a:custGeom>
                    <a:avLst/>
                    <a:gdLst>
                      <a:gd name="textAreaLeft" fmla="*/ 0 w 2575080"/>
                      <a:gd name="textAreaRight" fmla="*/ 2575440 w 2575080"/>
                      <a:gd name="textAreaTop" fmla="*/ 0 h 1672200"/>
                      <a:gd name="textAreaBottom" fmla="*/ 1672560 h 1672200"/>
                      <a:gd name="GluePoint1X" fmla="*/ 45 w 10000"/>
                      <a:gd name="GluePoint1Y" fmla="*/ 5036 h 10795"/>
                      <a:gd name="GluePoint2X" fmla="*/ 2738 w 10000"/>
                      <a:gd name="GluePoint2Y" fmla="*/ 2811 h 10795"/>
                      <a:gd name="GluePoint3X" fmla="*/ 4886 w 10000"/>
                      <a:gd name="GluePoint3Y" fmla="*/ 4 h 10795"/>
                      <a:gd name="GluePoint4X" fmla="*/ 8068 w 10000"/>
                      <a:gd name="GluePoint4Y" fmla="*/ 2813 h 10795"/>
                      <a:gd name="GluePoint5X" fmla="*/ 9996 w 10000"/>
                      <a:gd name="GluePoint5Y" fmla="*/ 5413 h 10795"/>
                      <a:gd name="GluePoint6X" fmla="*/ 8476 w 10000"/>
                      <a:gd name="GluePoint6Y" fmla="*/ 7306 h 10795"/>
                      <a:gd name="GluePoint7X" fmla="*/ 5202 w 10000"/>
                      <a:gd name="GluePoint7Y" fmla="*/ 10795 h 10795"/>
                      <a:gd name="GluePoint8X" fmla="*/ 2753 w 10000"/>
                      <a:gd name="GluePoint8Y" fmla="*/ 7683 h 10795"/>
                      <a:gd name="GluePoint9X" fmla="*/ 1375 w 10000"/>
                      <a:gd name="GluePoint9Y" fmla="*/ 7365 h 10795"/>
                      <a:gd name="GluePoint10X" fmla="*/ 45 w 10000"/>
                      <a:gd name="GluePoint10Y" fmla="*/ 5036 h 10795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</a:cxnLst>
                    <a:rect l="textAreaLeft" t="textAreaTop" r="textAreaRight" b="textAreaBottom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8015" name="Group 799"/>
                  <p:cNvGrpSpPr/>
                  <p:nvPr/>
                </p:nvGrpSpPr>
                <p:grpSpPr>
                  <a:xfrm>
                    <a:off x="7873920" y="1105200"/>
                    <a:ext cx="2402640" cy="1560960"/>
                    <a:chOff x="7873920" y="1105200"/>
                    <a:chExt cx="2402640" cy="1560960"/>
                  </a:xfrm>
                </p:grpSpPr>
                <p:grpSp>
                  <p:nvGrpSpPr>
                    <p:cNvPr id="8016" name="Group 800"/>
                    <p:cNvGrpSpPr/>
                    <p:nvPr/>
                  </p:nvGrpSpPr>
                  <p:grpSpPr>
                    <a:xfrm>
                      <a:off x="8060760" y="1200240"/>
                      <a:ext cx="2215800" cy="1465920"/>
                      <a:chOff x="8060760" y="1200240"/>
                      <a:chExt cx="2215800" cy="1465920"/>
                    </a:xfrm>
                  </p:grpSpPr>
                  <p:grpSp>
                    <p:nvGrpSpPr>
                      <p:cNvPr id="8017" name="Group 802"/>
                      <p:cNvGrpSpPr/>
                      <p:nvPr/>
                    </p:nvGrpSpPr>
                    <p:grpSpPr>
                      <a:xfrm>
                        <a:off x="8917920" y="1200240"/>
                        <a:ext cx="536400" cy="363960"/>
                        <a:chOff x="8917920" y="1200240"/>
                        <a:chExt cx="536400" cy="363960"/>
                      </a:xfrm>
                    </p:grpSpPr>
                    <p:grpSp>
                      <p:nvGrpSpPr>
                        <p:cNvPr id="8018" name="Group 327"/>
                        <p:cNvGrpSpPr/>
                        <p:nvPr/>
                      </p:nvGrpSpPr>
                      <p:grpSpPr>
                        <a:xfrm>
                          <a:off x="8917920" y="1218600"/>
                          <a:ext cx="536400" cy="263160"/>
                          <a:chOff x="8917920" y="1218600"/>
                          <a:chExt cx="536400" cy="263160"/>
                        </a:xfrm>
                      </p:grpSpPr>
                      <p:sp>
                        <p:nvSpPr>
                          <p:cNvPr id="8019" name="Oval 854"/>
                          <p:cNvSpPr/>
                          <p:nvPr/>
                        </p:nvSpPr>
                        <p:spPr>
                          <a:xfrm flipV="1">
                            <a:off x="8919720" y="128880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20" name="Rectangle 855"/>
                          <p:cNvSpPr/>
                          <p:nvPr/>
                        </p:nvSpPr>
                        <p:spPr>
                          <a:xfrm>
                            <a:off x="8918280" y="131760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21" name="Oval 856"/>
                          <p:cNvSpPr/>
                          <p:nvPr/>
                        </p:nvSpPr>
                        <p:spPr>
                          <a:xfrm flipV="1">
                            <a:off x="8918280" y="121860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22" name="Freeform 857"/>
                          <p:cNvSpPr/>
                          <p:nvPr/>
                        </p:nvSpPr>
                        <p:spPr>
                          <a:xfrm>
                            <a:off x="9055080" y="127728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23" name="Freeform 858"/>
                          <p:cNvSpPr/>
                          <p:nvPr/>
                        </p:nvSpPr>
                        <p:spPr>
                          <a:xfrm>
                            <a:off x="9028080" y="125316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24" name="Freeform 859"/>
                          <p:cNvSpPr/>
                          <p:nvPr/>
                        </p:nvSpPr>
                        <p:spPr>
                          <a:xfrm>
                            <a:off x="9234720" y="131040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25" name="Freeform 860"/>
                          <p:cNvSpPr/>
                          <p:nvPr/>
                        </p:nvSpPr>
                        <p:spPr>
                          <a:xfrm>
                            <a:off x="9021960" y="131184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8026" name="Straight Connector 861"/>
                          <p:cNvCxnSpPr/>
                          <p:nvPr/>
                        </p:nvCxnSpPr>
                        <p:spPr>
                          <a:xfrm flipH="1" flipV="1">
                            <a:off x="8917920" y="131436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8027" name="Straight Connector 862"/>
                          <p:cNvCxnSpPr/>
                          <p:nvPr/>
                        </p:nvCxnSpPr>
                        <p:spPr>
                          <a:xfrm flipH="1" flipV="1">
                            <a:off x="9452880" y="131292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8028" name="Group 851"/>
                        <p:cNvGrpSpPr/>
                        <p:nvPr/>
                      </p:nvGrpSpPr>
                      <p:grpSpPr>
                        <a:xfrm>
                          <a:off x="8950680" y="1200240"/>
                          <a:ext cx="434160" cy="363960"/>
                          <a:chOff x="8950680" y="1200240"/>
                          <a:chExt cx="434160" cy="363960"/>
                        </a:xfrm>
                      </p:grpSpPr>
                      <p:sp>
                        <p:nvSpPr>
                          <p:cNvPr id="8029" name="Oval 852"/>
                          <p:cNvSpPr/>
                          <p:nvPr/>
                        </p:nvSpPr>
                        <p:spPr>
                          <a:xfrm>
                            <a:off x="9006120" y="127116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30" name="TextBox 853"/>
                          <p:cNvSpPr/>
                          <p:nvPr/>
                        </p:nvSpPr>
                        <p:spPr>
                          <a:xfrm>
                            <a:off x="8950680" y="120024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031" name="Group 803"/>
                      <p:cNvGrpSpPr/>
                      <p:nvPr/>
                    </p:nvGrpSpPr>
                    <p:grpSpPr>
                      <a:xfrm>
                        <a:off x="8921880" y="2302200"/>
                        <a:ext cx="536760" cy="363960"/>
                        <a:chOff x="8921880" y="2302200"/>
                        <a:chExt cx="536760" cy="363960"/>
                      </a:xfrm>
                    </p:grpSpPr>
                    <p:grpSp>
                      <p:nvGrpSpPr>
                        <p:cNvPr id="8032" name="Group 327"/>
                        <p:cNvGrpSpPr/>
                        <p:nvPr/>
                      </p:nvGrpSpPr>
                      <p:grpSpPr>
                        <a:xfrm>
                          <a:off x="8921880" y="2320560"/>
                          <a:ext cx="536760" cy="263160"/>
                          <a:chOff x="8921880" y="2320560"/>
                          <a:chExt cx="536760" cy="263160"/>
                        </a:xfrm>
                      </p:grpSpPr>
                      <p:sp>
                        <p:nvSpPr>
                          <p:cNvPr id="8033" name="Oval 841"/>
                          <p:cNvSpPr/>
                          <p:nvPr/>
                        </p:nvSpPr>
                        <p:spPr>
                          <a:xfrm flipV="1">
                            <a:off x="8923680" y="239076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34" name="Rectangle 842"/>
                          <p:cNvSpPr/>
                          <p:nvPr/>
                        </p:nvSpPr>
                        <p:spPr>
                          <a:xfrm>
                            <a:off x="8922240" y="241920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35" name="Oval 843"/>
                          <p:cNvSpPr/>
                          <p:nvPr/>
                        </p:nvSpPr>
                        <p:spPr>
                          <a:xfrm flipV="1">
                            <a:off x="8922240" y="232056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36" name="Freeform 844"/>
                          <p:cNvSpPr/>
                          <p:nvPr/>
                        </p:nvSpPr>
                        <p:spPr>
                          <a:xfrm>
                            <a:off x="9059400" y="237924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37" name="Freeform 845"/>
                          <p:cNvSpPr/>
                          <p:nvPr/>
                        </p:nvSpPr>
                        <p:spPr>
                          <a:xfrm>
                            <a:off x="9032040" y="235476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38" name="Freeform 846"/>
                          <p:cNvSpPr/>
                          <p:nvPr/>
                        </p:nvSpPr>
                        <p:spPr>
                          <a:xfrm>
                            <a:off x="9238680" y="241236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39" name="Freeform 847"/>
                          <p:cNvSpPr/>
                          <p:nvPr/>
                        </p:nvSpPr>
                        <p:spPr>
                          <a:xfrm>
                            <a:off x="9026280" y="241380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8040" name="Straight Connector 848"/>
                          <p:cNvCxnSpPr/>
                          <p:nvPr/>
                        </p:nvCxnSpPr>
                        <p:spPr>
                          <a:xfrm flipH="1" flipV="1">
                            <a:off x="8921880" y="241632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8041" name="Straight Connector 849"/>
                          <p:cNvCxnSpPr/>
                          <p:nvPr/>
                        </p:nvCxnSpPr>
                        <p:spPr>
                          <a:xfrm flipH="1" flipV="1">
                            <a:off x="9456840" y="2414880"/>
                            <a:ext cx="216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8042" name="Group 838"/>
                        <p:cNvGrpSpPr/>
                        <p:nvPr/>
                      </p:nvGrpSpPr>
                      <p:grpSpPr>
                        <a:xfrm>
                          <a:off x="8954640" y="2302200"/>
                          <a:ext cx="434160" cy="363960"/>
                          <a:chOff x="8954640" y="2302200"/>
                          <a:chExt cx="434160" cy="363960"/>
                        </a:xfrm>
                      </p:grpSpPr>
                      <p:sp>
                        <p:nvSpPr>
                          <p:cNvPr id="8043" name="Oval 839"/>
                          <p:cNvSpPr/>
                          <p:nvPr/>
                        </p:nvSpPr>
                        <p:spPr>
                          <a:xfrm>
                            <a:off x="9010080" y="237312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44" name="TextBox 840"/>
                          <p:cNvSpPr/>
                          <p:nvPr/>
                        </p:nvSpPr>
                        <p:spPr>
                          <a:xfrm>
                            <a:off x="8954640" y="230220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045" name="Group 804"/>
                      <p:cNvGrpSpPr/>
                      <p:nvPr/>
                    </p:nvGrpSpPr>
                    <p:grpSpPr>
                      <a:xfrm>
                        <a:off x="9739800" y="1752120"/>
                        <a:ext cx="536760" cy="363960"/>
                        <a:chOff x="9739800" y="1752120"/>
                        <a:chExt cx="536760" cy="363960"/>
                      </a:xfrm>
                    </p:grpSpPr>
                    <p:grpSp>
                      <p:nvGrpSpPr>
                        <p:cNvPr id="8046" name="Group 327"/>
                        <p:cNvGrpSpPr/>
                        <p:nvPr/>
                      </p:nvGrpSpPr>
                      <p:grpSpPr>
                        <a:xfrm>
                          <a:off x="9739800" y="1770480"/>
                          <a:ext cx="536760" cy="263160"/>
                          <a:chOff x="9739800" y="1770480"/>
                          <a:chExt cx="536760" cy="263160"/>
                        </a:xfrm>
                      </p:grpSpPr>
                      <p:sp>
                        <p:nvSpPr>
                          <p:cNvPr id="8047" name="Oval 828"/>
                          <p:cNvSpPr/>
                          <p:nvPr/>
                        </p:nvSpPr>
                        <p:spPr>
                          <a:xfrm flipV="1">
                            <a:off x="9741600" y="184068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48" name="Rectangle 829"/>
                          <p:cNvSpPr/>
                          <p:nvPr/>
                        </p:nvSpPr>
                        <p:spPr>
                          <a:xfrm>
                            <a:off x="9740160" y="186948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49" name="Oval 830"/>
                          <p:cNvSpPr/>
                          <p:nvPr/>
                        </p:nvSpPr>
                        <p:spPr>
                          <a:xfrm flipV="1">
                            <a:off x="9740160" y="177048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50" name="Freeform 831"/>
                          <p:cNvSpPr/>
                          <p:nvPr/>
                        </p:nvSpPr>
                        <p:spPr>
                          <a:xfrm>
                            <a:off x="9877320" y="182916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51" name="Freeform 832"/>
                          <p:cNvSpPr/>
                          <p:nvPr/>
                        </p:nvSpPr>
                        <p:spPr>
                          <a:xfrm>
                            <a:off x="9849960" y="180504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52" name="Freeform 833"/>
                          <p:cNvSpPr/>
                          <p:nvPr/>
                        </p:nvSpPr>
                        <p:spPr>
                          <a:xfrm>
                            <a:off x="10056600" y="186228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53" name="Freeform 834"/>
                          <p:cNvSpPr/>
                          <p:nvPr/>
                        </p:nvSpPr>
                        <p:spPr>
                          <a:xfrm>
                            <a:off x="9843840" y="186372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8054" name="Straight Connector 835"/>
                          <p:cNvCxnSpPr/>
                          <p:nvPr/>
                        </p:nvCxnSpPr>
                        <p:spPr>
                          <a:xfrm flipH="1" flipV="1">
                            <a:off x="9739800" y="186624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8055" name="Straight Connector 836"/>
                          <p:cNvCxnSpPr/>
                          <p:nvPr/>
                        </p:nvCxnSpPr>
                        <p:spPr>
                          <a:xfrm flipH="1" flipV="1">
                            <a:off x="10274760" y="1864800"/>
                            <a:ext cx="216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8056" name="Group 825"/>
                        <p:cNvGrpSpPr/>
                        <p:nvPr/>
                      </p:nvGrpSpPr>
                      <p:grpSpPr>
                        <a:xfrm>
                          <a:off x="9772560" y="1752120"/>
                          <a:ext cx="421560" cy="363960"/>
                          <a:chOff x="9772560" y="1752120"/>
                          <a:chExt cx="421560" cy="363960"/>
                        </a:xfrm>
                      </p:grpSpPr>
                      <p:sp>
                        <p:nvSpPr>
                          <p:cNvPr id="8057" name="Oval 826"/>
                          <p:cNvSpPr/>
                          <p:nvPr/>
                        </p:nvSpPr>
                        <p:spPr>
                          <a:xfrm>
                            <a:off x="9828000" y="182304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58" name="TextBox 827"/>
                          <p:cNvSpPr/>
                          <p:nvPr/>
                        </p:nvSpPr>
                        <p:spPr>
                          <a:xfrm>
                            <a:off x="9772560" y="175212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059" name="Group 805"/>
                      <p:cNvGrpSpPr/>
                      <p:nvPr/>
                    </p:nvGrpSpPr>
                    <p:grpSpPr>
                      <a:xfrm>
                        <a:off x="8060760" y="1746360"/>
                        <a:ext cx="536760" cy="363960"/>
                        <a:chOff x="8060760" y="1746360"/>
                        <a:chExt cx="536760" cy="363960"/>
                      </a:xfrm>
                    </p:grpSpPr>
                    <p:grpSp>
                      <p:nvGrpSpPr>
                        <p:cNvPr id="8060" name="Group 327"/>
                        <p:cNvGrpSpPr/>
                        <p:nvPr/>
                      </p:nvGrpSpPr>
                      <p:grpSpPr>
                        <a:xfrm>
                          <a:off x="8060760" y="1764720"/>
                          <a:ext cx="536760" cy="263160"/>
                          <a:chOff x="8060760" y="1764720"/>
                          <a:chExt cx="536760" cy="263160"/>
                        </a:xfrm>
                      </p:grpSpPr>
                      <p:sp>
                        <p:nvSpPr>
                          <p:cNvPr id="8061" name="Oval 815"/>
                          <p:cNvSpPr/>
                          <p:nvPr/>
                        </p:nvSpPr>
                        <p:spPr>
                          <a:xfrm flipV="1">
                            <a:off x="8062560" y="1834920"/>
                            <a:ext cx="534600" cy="1929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62" name="Rectangle 816"/>
                          <p:cNvSpPr/>
                          <p:nvPr/>
                        </p:nvSpPr>
                        <p:spPr>
                          <a:xfrm>
                            <a:off x="8061120" y="1863720"/>
                            <a:ext cx="536040" cy="684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3760" rIns="90000" bIns="237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63" name="Oval 817"/>
                          <p:cNvSpPr/>
                          <p:nvPr/>
                        </p:nvSpPr>
                        <p:spPr>
                          <a:xfrm flipV="1">
                            <a:off x="8061120" y="1764720"/>
                            <a:ext cx="534600" cy="1929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64" name="Freeform 818"/>
                          <p:cNvSpPr/>
                          <p:nvPr/>
                        </p:nvSpPr>
                        <p:spPr>
                          <a:xfrm>
                            <a:off x="8198280" y="1823400"/>
                            <a:ext cx="260280" cy="95760"/>
                          </a:xfrm>
                          <a:custGeom>
                            <a:avLst/>
                            <a:gdLst>
                              <a:gd name="textAreaLeft" fmla="*/ 0 w 260280"/>
                              <a:gd name="textAreaRight" fmla="*/ 260640 w 260280"/>
                              <a:gd name="textAreaTop" fmla="*/ 0 h 95760"/>
                              <a:gd name="textAreaBottom" fmla="*/ 96120 h 9576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65" name="Freeform 819"/>
                          <p:cNvSpPr/>
                          <p:nvPr/>
                        </p:nvSpPr>
                        <p:spPr>
                          <a:xfrm>
                            <a:off x="8170920" y="1799280"/>
                            <a:ext cx="314640" cy="66960"/>
                          </a:xfrm>
                          <a:custGeom>
                            <a:avLst/>
                            <a:gdLst>
                              <a:gd name="textAreaLeft" fmla="*/ 0 w 314640"/>
                              <a:gd name="textAreaRight" fmla="*/ 315000 w 314640"/>
                              <a:gd name="textAreaTop" fmla="*/ 0 h 66960"/>
                              <a:gd name="textAreaBottom" fmla="*/ 67320 h 669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2320" rIns="90000" bIns="223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66" name="Freeform 820"/>
                          <p:cNvSpPr/>
                          <p:nvPr/>
                        </p:nvSpPr>
                        <p:spPr>
                          <a:xfrm>
                            <a:off x="8377560" y="1856520"/>
                            <a:ext cx="115560" cy="58320"/>
                          </a:xfrm>
                          <a:custGeom>
                            <a:avLst/>
                            <a:gdLst>
                              <a:gd name="textAreaLeft" fmla="*/ 0 w 115560"/>
                              <a:gd name="textAreaRight" fmla="*/ 115920 w 115560"/>
                              <a:gd name="textAreaTop" fmla="*/ 0 h 58320"/>
                              <a:gd name="textAreaBottom" fmla="*/ 58680 h 583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3680" rIns="90000" bIns="136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67" name="Freeform 821"/>
                          <p:cNvSpPr/>
                          <p:nvPr/>
                        </p:nvSpPr>
                        <p:spPr>
                          <a:xfrm>
                            <a:off x="8165160" y="1857960"/>
                            <a:ext cx="114120" cy="56880"/>
                          </a:xfrm>
                          <a:custGeom>
                            <a:avLst/>
                            <a:gdLst>
                              <a:gd name="textAreaLeft" fmla="*/ 0 w 114120"/>
                              <a:gd name="textAreaRight" fmla="*/ 114480 w 114120"/>
                              <a:gd name="textAreaTop" fmla="*/ 0 h 56880"/>
                              <a:gd name="textAreaBottom" fmla="*/ 57240 h 568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2240" rIns="90000" bIns="122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8068" name="Straight Connector 822"/>
                          <p:cNvCxnSpPr/>
                          <p:nvPr/>
                        </p:nvCxnSpPr>
                        <p:spPr>
                          <a:xfrm flipH="1" flipV="1">
                            <a:off x="8060760" y="1860480"/>
                            <a:ext cx="180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8069" name="Straight Connector 823"/>
                          <p:cNvCxnSpPr/>
                          <p:nvPr/>
                        </p:nvCxnSpPr>
                        <p:spPr>
                          <a:xfrm flipH="1" flipV="1">
                            <a:off x="8595720" y="1859040"/>
                            <a:ext cx="2160" cy="748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8070" name="Group 812"/>
                        <p:cNvGrpSpPr/>
                        <p:nvPr/>
                      </p:nvGrpSpPr>
                      <p:grpSpPr>
                        <a:xfrm>
                          <a:off x="8093520" y="1746360"/>
                          <a:ext cx="434160" cy="363960"/>
                          <a:chOff x="8093520" y="1746360"/>
                          <a:chExt cx="434160" cy="363960"/>
                        </a:xfrm>
                      </p:grpSpPr>
                      <p:sp>
                        <p:nvSpPr>
                          <p:cNvPr id="8071" name="Oval 813"/>
                          <p:cNvSpPr/>
                          <p:nvPr/>
                        </p:nvSpPr>
                        <p:spPr>
                          <a:xfrm>
                            <a:off x="8148960" y="1817280"/>
                            <a:ext cx="338040" cy="20880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72" name="TextBox 814"/>
                          <p:cNvSpPr/>
                          <p:nvPr/>
                        </p:nvSpPr>
                        <p:spPr>
                          <a:xfrm>
                            <a:off x="8093520" y="17463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3a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8073" name="Straight Connector 806"/>
                      <p:cNvCxnSpPr/>
                      <p:nvPr/>
                    </p:nvCxnSpPr>
                    <p:spPr>
                      <a:xfrm>
                        <a:off x="9159840" y="1533240"/>
                        <a:ext cx="4680" cy="7689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90"/>
                        </a:solidFill>
                        <a:prstDash val="dash"/>
                        <a:round/>
                      </a:ln>
                    </p:spPr>
                  </p:cxnSp>
                  <p:cxnSp>
                    <p:nvCxnSpPr>
                      <p:cNvPr id="8074" name="Straight Connector 807"/>
                      <p:cNvCxnSpPr/>
                      <p:nvPr/>
                    </p:nvCxnSpPr>
                    <p:spPr>
                      <a:xfrm>
                        <a:off x="8605800" y="1899360"/>
                        <a:ext cx="1144440" cy="612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8075" name="Straight Connector 808"/>
                      <p:cNvCxnSpPr/>
                      <p:nvPr/>
                    </p:nvCxnSpPr>
                    <p:spPr>
                      <a:xfrm>
                        <a:off x="9376200" y="1453680"/>
                        <a:ext cx="456120" cy="33408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8076" name="Straight Connector 809"/>
                      <p:cNvCxnSpPr/>
                      <p:nvPr/>
                    </p:nvCxnSpPr>
                    <p:spPr>
                      <a:xfrm>
                        <a:off x="8503920" y="2023560"/>
                        <a:ext cx="454320" cy="3225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8077" name="Straight Connector 810"/>
                      <p:cNvCxnSpPr/>
                      <p:nvPr/>
                    </p:nvCxnSpPr>
                    <p:spPr>
                      <a:xfrm flipH="1">
                        <a:off x="8492040" y="1464840"/>
                        <a:ext cx="482760" cy="315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  <p:sp>
                  <p:nvSpPr>
                    <p:cNvPr id="8078" name="TextBox 801"/>
                    <p:cNvSpPr/>
                    <p:nvPr/>
                  </p:nvSpPr>
                  <p:spPr>
                    <a:xfrm>
                      <a:off x="7873920" y="1105200"/>
                      <a:ext cx="732600" cy="3952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9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AS 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grpSp>
              <p:nvGrpSpPr>
                <p:cNvPr id="8079" name="Group 731"/>
                <p:cNvGrpSpPr/>
                <p:nvPr/>
              </p:nvGrpSpPr>
              <p:grpSpPr>
                <a:xfrm>
                  <a:off x="1163520" y="1505880"/>
                  <a:ext cx="3452400" cy="1718640"/>
                  <a:chOff x="1163520" y="1505880"/>
                  <a:chExt cx="3452400" cy="1718640"/>
                </a:xfrm>
              </p:grpSpPr>
              <p:grpSp>
                <p:nvGrpSpPr>
                  <p:cNvPr id="8080" name="Group 733"/>
                  <p:cNvGrpSpPr/>
                  <p:nvPr/>
                </p:nvGrpSpPr>
                <p:grpSpPr>
                  <a:xfrm>
                    <a:off x="1163520" y="1505880"/>
                    <a:ext cx="2557080" cy="1718640"/>
                    <a:chOff x="1163520" y="1505880"/>
                    <a:chExt cx="2557080" cy="1718640"/>
                  </a:xfrm>
                </p:grpSpPr>
                <p:sp>
                  <p:nvSpPr>
                    <p:cNvPr id="8081" name="Freeform 2"/>
                    <p:cNvSpPr/>
                    <p:nvPr/>
                  </p:nvSpPr>
                  <p:spPr>
                    <a:xfrm>
                      <a:off x="1163520" y="1505880"/>
                      <a:ext cx="2557080" cy="1718640"/>
                    </a:xfrm>
                    <a:custGeom>
                      <a:avLst/>
                      <a:gdLst>
                        <a:gd name="textAreaLeft" fmla="*/ 0 w 2557080"/>
                        <a:gd name="textAreaRight" fmla="*/ 2557440 w 2557080"/>
                        <a:gd name="textAreaTop" fmla="*/ 0 h 1718640"/>
                        <a:gd name="textAreaBottom" fmla="*/ 1719000 h 1718640"/>
                        <a:gd name="GluePoint1X" fmla="*/ 45 w 10000"/>
                        <a:gd name="GluePoint1Y" fmla="*/ 5036 h 10795"/>
                        <a:gd name="GluePoint2X" fmla="*/ 2738 w 10000"/>
                        <a:gd name="GluePoint2Y" fmla="*/ 2811 h 10795"/>
                        <a:gd name="GluePoint3X" fmla="*/ 4886 w 10000"/>
                        <a:gd name="GluePoint3Y" fmla="*/ 4 h 10795"/>
                        <a:gd name="GluePoint4X" fmla="*/ 8068 w 10000"/>
                        <a:gd name="GluePoint4Y" fmla="*/ 2813 h 10795"/>
                        <a:gd name="GluePoint5X" fmla="*/ 9996 w 10000"/>
                        <a:gd name="GluePoint5Y" fmla="*/ 5413 h 10795"/>
                        <a:gd name="GluePoint6X" fmla="*/ 8476 w 10000"/>
                        <a:gd name="GluePoint6Y" fmla="*/ 7306 h 10795"/>
                        <a:gd name="GluePoint7X" fmla="*/ 5202 w 10000"/>
                        <a:gd name="GluePoint7Y" fmla="*/ 10795 h 10795"/>
                        <a:gd name="GluePoint8X" fmla="*/ 2753 w 10000"/>
                        <a:gd name="GluePoint8Y" fmla="*/ 7683 h 10795"/>
                        <a:gd name="GluePoint9X" fmla="*/ 1375 w 10000"/>
                        <a:gd name="GluePoint9Y" fmla="*/ 7365 h 10795"/>
                        <a:gd name="GluePoint10X" fmla="*/ 45 w 10000"/>
                        <a:gd name="GluePoint10Y" fmla="*/ 5036 h 1079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</a:cxnLst>
                      <a:rect l="textAreaLeft" t="textAreaTop" r="textAreaRight" b="textAreaBottom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grpSp>
                  <p:nvGrpSpPr>
                    <p:cNvPr id="8082" name="Group 737"/>
                    <p:cNvGrpSpPr/>
                    <p:nvPr/>
                  </p:nvGrpSpPr>
                  <p:grpSpPr>
                    <a:xfrm>
                      <a:off x="1385280" y="1645560"/>
                      <a:ext cx="2199960" cy="1496520"/>
                      <a:chOff x="1385280" y="1645560"/>
                      <a:chExt cx="2199960" cy="1496520"/>
                    </a:xfrm>
                  </p:grpSpPr>
                  <p:grpSp>
                    <p:nvGrpSpPr>
                      <p:cNvPr id="8083" name="Group 738"/>
                      <p:cNvGrpSpPr/>
                      <p:nvPr/>
                    </p:nvGrpSpPr>
                    <p:grpSpPr>
                      <a:xfrm>
                        <a:off x="2236320" y="1645560"/>
                        <a:ext cx="532800" cy="363960"/>
                        <a:chOff x="2236320" y="1645560"/>
                        <a:chExt cx="532800" cy="363960"/>
                      </a:xfrm>
                    </p:grpSpPr>
                    <p:grpSp>
                      <p:nvGrpSpPr>
                        <p:cNvPr id="8084" name="Group 327"/>
                        <p:cNvGrpSpPr/>
                        <p:nvPr/>
                      </p:nvGrpSpPr>
                      <p:grpSpPr>
                        <a:xfrm>
                          <a:off x="2236320" y="1664280"/>
                          <a:ext cx="532800" cy="270360"/>
                          <a:chOff x="2236320" y="1664280"/>
                          <a:chExt cx="532800" cy="270360"/>
                        </a:xfrm>
                      </p:grpSpPr>
                      <p:sp>
                        <p:nvSpPr>
                          <p:cNvPr id="8085" name="Oval 789"/>
                          <p:cNvSpPr/>
                          <p:nvPr/>
                        </p:nvSpPr>
                        <p:spPr>
                          <a:xfrm flipV="1">
                            <a:off x="2238120" y="173592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86" name="Rectangle 790"/>
                          <p:cNvSpPr/>
                          <p:nvPr/>
                        </p:nvSpPr>
                        <p:spPr>
                          <a:xfrm>
                            <a:off x="2236320" y="176616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87" name="Oval 791"/>
                          <p:cNvSpPr/>
                          <p:nvPr/>
                        </p:nvSpPr>
                        <p:spPr>
                          <a:xfrm flipV="1">
                            <a:off x="2236320" y="166392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88" name="Freeform 792"/>
                          <p:cNvSpPr/>
                          <p:nvPr/>
                        </p:nvSpPr>
                        <p:spPr>
                          <a:xfrm>
                            <a:off x="2372760" y="172512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89" name="Freeform 793"/>
                          <p:cNvSpPr/>
                          <p:nvPr/>
                        </p:nvSpPr>
                        <p:spPr>
                          <a:xfrm>
                            <a:off x="2345760" y="169992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90" name="Freeform 794"/>
                          <p:cNvSpPr/>
                          <p:nvPr/>
                        </p:nvSpPr>
                        <p:spPr>
                          <a:xfrm>
                            <a:off x="2550600" y="175896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91" name="Freeform 795"/>
                          <p:cNvSpPr/>
                          <p:nvPr/>
                        </p:nvSpPr>
                        <p:spPr>
                          <a:xfrm>
                            <a:off x="2339640" y="176040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8092" name="Straight Connector 796"/>
                          <p:cNvCxnSpPr/>
                          <p:nvPr/>
                        </p:nvCxnSpPr>
                        <p:spPr>
                          <a:xfrm flipH="1" flipV="1">
                            <a:off x="2236320" y="176292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8093" name="Straight Connector 797"/>
                          <p:cNvCxnSpPr/>
                          <p:nvPr/>
                        </p:nvCxnSpPr>
                        <p:spPr>
                          <a:xfrm flipH="1" flipV="1">
                            <a:off x="2767680" y="17614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8094" name="Group 786"/>
                        <p:cNvGrpSpPr/>
                        <p:nvPr/>
                      </p:nvGrpSpPr>
                      <p:grpSpPr>
                        <a:xfrm>
                          <a:off x="2268720" y="1645560"/>
                          <a:ext cx="434160" cy="363960"/>
                          <a:chOff x="2268720" y="1645560"/>
                          <a:chExt cx="434160" cy="363960"/>
                        </a:xfrm>
                      </p:grpSpPr>
                      <p:sp>
                        <p:nvSpPr>
                          <p:cNvPr id="8095" name="Oval 787"/>
                          <p:cNvSpPr/>
                          <p:nvPr/>
                        </p:nvSpPr>
                        <p:spPr>
                          <a:xfrm>
                            <a:off x="2323800" y="171864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096" name="TextBox 788"/>
                          <p:cNvSpPr/>
                          <p:nvPr/>
                        </p:nvSpPr>
                        <p:spPr>
                          <a:xfrm>
                            <a:off x="2268720" y="16455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1b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097" name="Group 739"/>
                      <p:cNvGrpSpPr/>
                      <p:nvPr/>
                    </p:nvGrpSpPr>
                    <p:grpSpPr>
                      <a:xfrm>
                        <a:off x="2240280" y="2778120"/>
                        <a:ext cx="532800" cy="363960"/>
                        <a:chOff x="2240280" y="2778120"/>
                        <a:chExt cx="532800" cy="363960"/>
                      </a:xfrm>
                    </p:grpSpPr>
                    <p:grpSp>
                      <p:nvGrpSpPr>
                        <p:cNvPr id="8098" name="Group 327"/>
                        <p:cNvGrpSpPr/>
                        <p:nvPr/>
                      </p:nvGrpSpPr>
                      <p:grpSpPr>
                        <a:xfrm>
                          <a:off x="2240280" y="2796840"/>
                          <a:ext cx="532800" cy="270360"/>
                          <a:chOff x="2240280" y="2796840"/>
                          <a:chExt cx="532800" cy="270360"/>
                        </a:xfrm>
                      </p:grpSpPr>
                      <p:sp>
                        <p:nvSpPr>
                          <p:cNvPr id="8099" name="Oval 776"/>
                          <p:cNvSpPr/>
                          <p:nvPr/>
                        </p:nvSpPr>
                        <p:spPr>
                          <a:xfrm flipV="1">
                            <a:off x="2242080" y="286848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00" name="Rectangle 777"/>
                          <p:cNvSpPr/>
                          <p:nvPr/>
                        </p:nvSpPr>
                        <p:spPr>
                          <a:xfrm>
                            <a:off x="2240280" y="289872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01" name="Oval 778"/>
                          <p:cNvSpPr/>
                          <p:nvPr/>
                        </p:nvSpPr>
                        <p:spPr>
                          <a:xfrm flipV="1">
                            <a:off x="2240280" y="279648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02" name="Freeform 779"/>
                          <p:cNvSpPr/>
                          <p:nvPr/>
                        </p:nvSpPr>
                        <p:spPr>
                          <a:xfrm>
                            <a:off x="2376720" y="285768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03" name="Freeform 780"/>
                          <p:cNvSpPr/>
                          <p:nvPr/>
                        </p:nvSpPr>
                        <p:spPr>
                          <a:xfrm>
                            <a:off x="2349720" y="283248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04" name="Freeform 781"/>
                          <p:cNvSpPr/>
                          <p:nvPr/>
                        </p:nvSpPr>
                        <p:spPr>
                          <a:xfrm>
                            <a:off x="2554560" y="289152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05" name="Freeform 782"/>
                          <p:cNvSpPr/>
                          <p:nvPr/>
                        </p:nvSpPr>
                        <p:spPr>
                          <a:xfrm>
                            <a:off x="2343600" y="289296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8106" name="Straight Connector 783"/>
                          <p:cNvCxnSpPr/>
                          <p:nvPr/>
                        </p:nvCxnSpPr>
                        <p:spPr>
                          <a:xfrm flipH="1" flipV="1">
                            <a:off x="2240280" y="28954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8107" name="Straight Connector 784"/>
                          <p:cNvCxnSpPr/>
                          <p:nvPr/>
                        </p:nvCxnSpPr>
                        <p:spPr>
                          <a:xfrm flipH="1" flipV="1">
                            <a:off x="2771640" y="28940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8108" name="Group 773"/>
                        <p:cNvGrpSpPr/>
                        <p:nvPr/>
                      </p:nvGrpSpPr>
                      <p:grpSpPr>
                        <a:xfrm>
                          <a:off x="2272680" y="2778120"/>
                          <a:ext cx="434160" cy="363960"/>
                          <a:chOff x="2272680" y="2778120"/>
                          <a:chExt cx="434160" cy="363960"/>
                        </a:xfrm>
                      </p:grpSpPr>
                      <p:sp>
                        <p:nvSpPr>
                          <p:cNvPr id="8109" name="Oval 774"/>
                          <p:cNvSpPr/>
                          <p:nvPr/>
                        </p:nvSpPr>
                        <p:spPr>
                          <a:xfrm>
                            <a:off x="2327760" y="285120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10" name="TextBox 775"/>
                          <p:cNvSpPr/>
                          <p:nvPr/>
                        </p:nvSpPr>
                        <p:spPr>
                          <a:xfrm>
                            <a:off x="2272680" y="277812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1d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111" name="Group 740"/>
                      <p:cNvGrpSpPr/>
                      <p:nvPr/>
                    </p:nvGrpSpPr>
                    <p:grpSpPr>
                      <a:xfrm>
                        <a:off x="3052440" y="2212920"/>
                        <a:ext cx="532800" cy="363960"/>
                        <a:chOff x="3052440" y="2212920"/>
                        <a:chExt cx="532800" cy="363960"/>
                      </a:xfrm>
                    </p:grpSpPr>
                    <p:grpSp>
                      <p:nvGrpSpPr>
                        <p:cNvPr id="8112" name="Group 327"/>
                        <p:cNvGrpSpPr/>
                        <p:nvPr/>
                      </p:nvGrpSpPr>
                      <p:grpSpPr>
                        <a:xfrm>
                          <a:off x="3052440" y="2231640"/>
                          <a:ext cx="532800" cy="270360"/>
                          <a:chOff x="3052440" y="2231640"/>
                          <a:chExt cx="532800" cy="270360"/>
                        </a:xfrm>
                      </p:grpSpPr>
                      <p:sp>
                        <p:nvSpPr>
                          <p:cNvPr id="8113" name="Oval 763"/>
                          <p:cNvSpPr/>
                          <p:nvPr/>
                        </p:nvSpPr>
                        <p:spPr>
                          <a:xfrm flipV="1">
                            <a:off x="3053880" y="230328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14" name="Rectangle 764"/>
                          <p:cNvSpPr/>
                          <p:nvPr/>
                        </p:nvSpPr>
                        <p:spPr>
                          <a:xfrm>
                            <a:off x="3052440" y="233352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15" name="Oval 765"/>
                          <p:cNvSpPr/>
                          <p:nvPr/>
                        </p:nvSpPr>
                        <p:spPr>
                          <a:xfrm flipV="1">
                            <a:off x="3052440" y="223128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16" name="Freeform 766"/>
                          <p:cNvSpPr/>
                          <p:nvPr/>
                        </p:nvSpPr>
                        <p:spPr>
                          <a:xfrm>
                            <a:off x="3188880" y="229212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17" name="Freeform 767"/>
                          <p:cNvSpPr/>
                          <p:nvPr/>
                        </p:nvSpPr>
                        <p:spPr>
                          <a:xfrm>
                            <a:off x="3161880" y="226728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18" name="Freeform 768"/>
                          <p:cNvSpPr/>
                          <p:nvPr/>
                        </p:nvSpPr>
                        <p:spPr>
                          <a:xfrm>
                            <a:off x="3366720" y="232596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19" name="Freeform 769"/>
                          <p:cNvSpPr/>
                          <p:nvPr/>
                        </p:nvSpPr>
                        <p:spPr>
                          <a:xfrm>
                            <a:off x="3155760" y="232740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8120" name="Straight Connector 770"/>
                          <p:cNvCxnSpPr/>
                          <p:nvPr/>
                        </p:nvCxnSpPr>
                        <p:spPr>
                          <a:xfrm flipH="1" flipV="1">
                            <a:off x="3052440" y="233028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8121" name="Straight Connector 771"/>
                          <p:cNvCxnSpPr/>
                          <p:nvPr/>
                        </p:nvCxnSpPr>
                        <p:spPr>
                          <a:xfrm flipH="1" flipV="1">
                            <a:off x="3583800" y="2328840"/>
                            <a:ext cx="1800" cy="7704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8122" name="Group 760"/>
                        <p:cNvGrpSpPr/>
                        <p:nvPr/>
                      </p:nvGrpSpPr>
                      <p:grpSpPr>
                        <a:xfrm>
                          <a:off x="3084840" y="2212920"/>
                          <a:ext cx="421560" cy="363960"/>
                          <a:chOff x="3084840" y="2212920"/>
                          <a:chExt cx="421560" cy="363960"/>
                        </a:xfrm>
                      </p:grpSpPr>
                      <p:sp>
                        <p:nvSpPr>
                          <p:cNvPr id="8123" name="Oval 761"/>
                          <p:cNvSpPr/>
                          <p:nvPr/>
                        </p:nvSpPr>
                        <p:spPr>
                          <a:xfrm>
                            <a:off x="3139920" y="228600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24" name="TextBox 762"/>
                          <p:cNvSpPr/>
                          <p:nvPr/>
                        </p:nvSpPr>
                        <p:spPr>
                          <a:xfrm>
                            <a:off x="3084840" y="2212920"/>
                            <a:ext cx="4215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1c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125" name="Group 741"/>
                      <p:cNvGrpSpPr/>
                      <p:nvPr/>
                    </p:nvGrpSpPr>
                    <p:grpSpPr>
                      <a:xfrm>
                        <a:off x="1385280" y="2207160"/>
                        <a:ext cx="532800" cy="363960"/>
                        <a:chOff x="1385280" y="2207160"/>
                        <a:chExt cx="532800" cy="363960"/>
                      </a:xfrm>
                    </p:grpSpPr>
                    <p:grpSp>
                      <p:nvGrpSpPr>
                        <p:cNvPr id="8126" name="Group 327"/>
                        <p:cNvGrpSpPr/>
                        <p:nvPr/>
                      </p:nvGrpSpPr>
                      <p:grpSpPr>
                        <a:xfrm>
                          <a:off x="1385280" y="2225520"/>
                          <a:ext cx="532800" cy="270720"/>
                          <a:chOff x="1385280" y="2225520"/>
                          <a:chExt cx="532800" cy="270720"/>
                        </a:xfrm>
                      </p:grpSpPr>
                      <p:sp>
                        <p:nvSpPr>
                          <p:cNvPr id="8127" name="Oval 750"/>
                          <p:cNvSpPr/>
                          <p:nvPr/>
                        </p:nvSpPr>
                        <p:spPr>
                          <a:xfrm flipV="1">
                            <a:off x="1387080" y="2297520"/>
                            <a:ext cx="531000" cy="198360"/>
                          </a:xfrm>
                          <a:prstGeom prst="ellipse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0"/>
                          </a:gra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28" name="Rectangle 751"/>
                          <p:cNvSpPr/>
                          <p:nvPr/>
                        </p:nvSpPr>
                        <p:spPr>
                          <a:xfrm>
                            <a:off x="1385280" y="2327400"/>
                            <a:ext cx="532440" cy="7020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262699"/>
                              </a:gs>
                              <a:gs pos="53000">
                                <a:srgbClr val="8585E0"/>
                              </a:gs>
                              <a:gs pos="100000">
                                <a:srgbClr val="262699"/>
                              </a:gs>
                            </a:gsLst>
                            <a:lin ang="10800000"/>
                          </a:gradFill>
                          <a:ln w="2540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5560" rIns="90000" bIns="2556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29" name="Oval 752"/>
                          <p:cNvSpPr/>
                          <p:nvPr/>
                        </p:nvSpPr>
                        <p:spPr>
                          <a:xfrm flipV="1">
                            <a:off x="1385280" y="2225160"/>
                            <a:ext cx="531000" cy="198360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30" name="Freeform 753"/>
                          <p:cNvSpPr/>
                          <p:nvPr/>
                        </p:nvSpPr>
                        <p:spPr>
                          <a:xfrm>
                            <a:off x="1521720" y="2286360"/>
                            <a:ext cx="258480" cy="98280"/>
                          </a:xfrm>
                          <a:custGeom>
                            <a:avLst/>
                            <a:gdLst>
                              <a:gd name="textAreaLeft" fmla="*/ 0 w 258480"/>
                              <a:gd name="textAreaRight" fmla="*/ 258840 w 258480"/>
                              <a:gd name="textAreaTop" fmla="*/ 0 h 98280"/>
                              <a:gd name="textAreaBottom" fmla="*/ 98640 h 98280"/>
                              <a:gd name="GluePoint1X" fmla="*/ 1537780 w 3076069"/>
                              <a:gd name="GluePoint1Y" fmla="*/ 750825 h 1321259"/>
                              <a:gd name="GluePoint2X" fmla="*/ 313981 w 3076069"/>
                              <a:gd name="GluePoint2Y" fmla="*/ 1321259 h 1321259"/>
                              <a:gd name="GluePoint3X" fmla="*/ 0 w 3076069"/>
                              <a:gd name="GluePoint3Y" fmla="*/ 1228607 h 1321259"/>
                              <a:gd name="GluePoint4X" fmla="*/ 962613 w 3076069"/>
                              <a:gd name="GluePoint4Y" fmla="*/ 837478 h 1321259"/>
                              <a:gd name="GluePoint5X" fmla="*/ 935005 w 3076069"/>
                              <a:gd name="GluePoint5Y" fmla="*/ 450949 h 1321259"/>
                              <a:gd name="GluePoint6X" fmla="*/ 212596 w 3076069"/>
                              <a:gd name="GluePoint6Y" fmla="*/ 119640 h 1321259"/>
                              <a:gd name="GluePoint7X" fmla="*/ 456466 w 3076069"/>
                              <a:gd name="GluePoint7Y" fmla="*/ 50617 h 1321259"/>
                              <a:gd name="GluePoint8X" fmla="*/ 1528577 w 3076069"/>
                              <a:gd name="GluePoint8Y" fmla="*/ 501566 h 1321259"/>
                              <a:gd name="GluePoint9X" fmla="*/ 2623695 w 3076069"/>
                              <a:gd name="GluePoint9Y" fmla="*/ 0 h 1321259"/>
                              <a:gd name="GluePoint10X" fmla="*/ 2927383 w 3076069"/>
                              <a:gd name="GluePoint10Y" fmla="*/ 96632 h 1321259"/>
                              <a:gd name="GluePoint11X" fmla="*/ 2131352 w 3076069"/>
                              <a:gd name="GluePoint11Y" fmla="*/ 432543 h 1321259"/>
                              <a:gd name="GluePoint12X" fmla="*/ 2292399 w 3076069"/>
                              <a:gd name="GluePoint12Y" fmla="*/ 920305 h 1321259"/>
                              <a:gd name="GluePoint13X" fmla="*/ 3076069 w 3076069"/>
                              <a:gd name="GluePoint13Y" fmla="*/ 1228607 h 1321259"/>
                              <a:gd name="GluePoint14X" fmla="*/ 2808172 w 3076069"/>
                              <a:gd name="GluePoint14Y" fmla="*/ 1316375 h 1321259"/>
                              <a:gd name="GluePoint15X" fmla="*/ 1537780 w 3076069"/>
                              <a:gd name="GluePoint15Y" fmla="*/ 750825 h 1321259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  <a:cxn ang="0">
                                <a:pos x="GluePoint12X" y="GluePoint12Y"/>
                              </a:cxn>
                              <a:cxn ang="0">
                                <a:pos x="GluePoint13X" y="GluePoint13Y"/>
                              </a:cxn>
                              <a:cxn ang="0">
                                <a:pos x="GluePoint14X" y="GluePoint14Y"/>
                              </a:cxn>
                              <a:cxn ang="0">
                                <a:pos x="GluePoint15X" y="GluePoint15Y"/>
                              </a:cxn>
                            </a:cxnLst>
                            <a:rect l="textAreaLeft" t="textAreaTop" r="textAreaRight" b="textAreaBottom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585E0"/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31" name="Freeform 754"/>
                          <p:cNvSpPr/>
                          <p:nvPr/>
                        </p:nvSpPr>
                        <p:spPr>
                          <a:xfrm>
                            <a:off x="1494720" y="2261160"/>
                            <a:ext cx="312480" cy="68760"/>
                          </a:xfrm>
                          <a:custGeom>
                            <a:avLst/>
                            <a:gdLst>
                              <a:gd name="textAreaLeft" fmla="*/ 0 w 312480"/>
                              <a:gd name="textAreaRight" fmla="*/ 312840 w 312480"/>
                              <a:gd name="textAreaTop" fmla="*/ 0 h 68760"/>
                              <a:gd name="textAreaBottom" fmla="*/ 69120 h 68760"/>
                              <a:gd name="GluePoint1X" fmla="*/ 0 w 3723451"/>
                              <a:gd name="GluePoint1Y" fmla="*/ 228246 h 932950"/>
                              <a:gd name="GluePoint2X" fmla="*/ 655168 w 3723451"/>
                              <a:gd name="GluePoint2Y" fmla="*/ 2690 h 932950"/>
                              <a:gd name="GluePoint3X" fmla="*/ 1855778 w 3723451"/>
                              <a:gd name="GluePoint3Y" fmla="*/ 520562 h 932950"/>
                              <a:gd name="GluePoint4X" fmla="*/ 3001174 w 3723451"/>
                              <a:gd name="GluePoint4Y" fmla="*/ 0 h 932950"/>
                              <a:gd name="GluePoint5X" fmla="*/ 3723451 w 3723451"/>
                              <a:gd name="GluePoint5Y" fmla="*/ 207149 h 932950"/>
                              <a:gd name="GluePoint6X" fmla="*/ 3186079 w 3723451"/>
                              <a:gd name="GluePoint6Y" fmla="*/ 461874 h 932950"/>
                              <a:gd name="GluePoint7X" fmla="*/ 3013067 w 3723451"/>
                              <a:gd name="GluePoint7Y" fmla="*/ 393200 h 932950"/>
                              <a:gd name="GluePoint8X" fmla="*/ 1876873 w 3723451"/>
                              <a:gd name="GluePoint8Y" fmla="*/ 932950 h 932950"/>
                              <a:gd name="GluePoint9X" fmla="*/ 711613 w 3723451"/>
                              <a:gd name="GluePoint9Y" fmla="*/ 413055 h 932950"/>
                              <a:gd name="GluePoint10X" fmla="*/ 523214 w 3723451"/>
                              <a:gd name="GluePoint10Y" fmla="*/ 469166 h 932950"/>
                              <a:gd name="GluePoint11X" fmla="*/ 0 w 3723451"/>
                              <a:gd name="GluePoint11Y" fmla="*/ 228246 h 932950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  <a:cxn ang="0">
                                <a:pos x="GluePoint6X" y="GluePoint6Y"/>
                              </a:cxn>
                              <a:cxn ang="0">
                                <a:pos x="GluePoint7X" y="GluePoint7Y"/>
                              </a:cxn>
                              <a:cxn ang="0">
                                <a:pos x="GluePoint8X" y="GluePoint8Y"/>
                              </a:cxn>
                              <a:cxn ang="0">
                                <a:pos x="GluePoint9X" y="GluePoint9Y"/>
                              </a:cxn>
                              <a:cxn ang="0">
                                <a:pos x="GluePoint10X" y="GluePoint10Y"/>
                              </a:cxn>
                              <a:cxn ang="0">
                                <a:pos x="GluePoint11X" y="GluePoint11Y"/>
                              </a:cxn>
                            </a:cxnLst>
                            <a:rect l="textAreaLeft" t="textAreaTop" r="textAreaRight" b="textAreaBottom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24120" rIns="90000" bIns="2412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32" name="Freeform 755"/>
                          <p:cNvSpPr/>
                          <p:nvPr/>
                        </p:nvSpPr>
                        <p:spPr>
                          <a:xfrm>
                            <a:off x="1699560" y="2320200"/>
                            <a:ext cx="114840" cy="60120"/>
                          </a:xfrm>
                          <a:custGeom>
                            <a:avLst/>
                            <a:gdLst>
                              <a:gd name="textAreaLeft" fmla="*/ 0 w 114840"/>
                              <a:gd name="textAreaRight" fmla="*/ 115200 w 114840"/>
                              <a:gd name="textAreaTop" fmla="*/ 0 h 60120"/>
                              <a:gd name="textAreaBottom" fmla="*/ 60480 h 60120"/>
                              <a:gd name="GluePoint1X" fmla="*/ 0 w 1366596"/>
                              <a:gd name="GluePoint1Y" fmla="*/ 0 h 809868"/>
                              <a:gd name="GluePoint2X" fmla="*/ 1366596 w 1366596"/>
                              <a:gd name="GluePoint2Y" fmla="*/ 625807 h 809868"/>
                              <a:gd name="GluePoint3X" fmla="*/ 865050 w 1366596"/>
                              <a:gd name="GluePoint3Y" fmla="*/ 809868 h 809868"/>
                              <a:gd name="GluePoint4X" fmla="*/ 4601 w 1366596"/>
                              <a:gd name="GluePoint4Y" fmla="*/ 427942 h 809868"/>
                              <a:gd name="GluePoint5X" fmla="*/ 0 w 1366596"/>
                              <a:gd name="GluePoint5Y" fmla="*/ 0 h 809868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5480" rIns="90000" bIns="1548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33" name="Freeform 756"/>
                          <p:cNvSpPr/>
                          <p:nvPr/>
                        </p:nvSpPr>
                        <p:spPr>
                          <a:xfrm>
                            <a:off x="1488600" y="2321640"/>
                            <a:ext cx="113400" cy="58680"/>
                          </a:xfrm>
                          <a:custGeom>
                            <a:avLst/>
                            <a:gdLst>
                              <a:gd name="textAreaLeft" fmla="*/ 0 w 113400"/>
                              <a:gd name="textAreaRight" fmla="*/ 113760 w 113400"/>
                              <a:gd name="textAreaTop" fmla="*/ 0 h 58680"/>
                              <a:gd name="textAreaBottom" fmla="*/ 59040 h 58680"/>
                              <a:gd name="GluePoint1X" fmla="*/ 1329786 w 1348191"/>
                              <a:gd name="GluePoint1Y" fmla="*/ 0 h 791462"/>
                              <a:gd name="GluePoint2X" fmla="*/ 1348191 w 1348191"/>
                              <a:gd name="GluePoint2Y" fmla="*/ 381926 h 791462"/>
                              <a:gd name="GluePoint3X" fmla="*/ 487742 w 1348191"/>
                              <a:gd name="GluePoint3Y" fmla="*/ 791462 h 791462"/>
                              <a:gd name="GluePoint4X" fmla="*/ 0 w 1348191"/>
                              <a:gd name="GluePoint4Y" fmla="*/ 612002 h 791462"/>
                              <a:gd name="GluePoint5X" fmla="*/ 1329786 w 1348191"/>
                              <a:gd name="GluePoint5Y" fmla="*/ 0 h 791462"/>
                            </a:gdLst>
                            <a:ahLst/>
                            <a:cxnLst>
                              <a:cxn ang="0">
                                <a:pos x="GluePoint1X" y="GluePoint1Y"/>
                              </a:cxn>
                              <a:cxn ang="0">
                                <a:pos x="GluePoint2X" y="GluePoint2Y"/>
                              </a:cxn>
                              <a:cxn ang="0">
                                <a:pos x="GluePoint3X" y="GluePoint3Y"/>
                              </a:cxn>
                              <a:cxn ang="0">
                                <a:pos x="GluePoint4X" y="GluePoint4Y"/>
                              </a:cxn>
                              <a:cxn ang="0">
                                <a:pos x="GluePoint5X" y="GluePoint5Y"/>
                              </a:cxn>
                            </a:cxnLst>
                            <a:rect l="textAreaLeft" t="textAreaTop" r="textAreaRight" b="textAreaBottom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 w="9525">
                            <a:noFill/>
                          </a:ln>
                          <a:effectLst>
                            <a:outerShdw blurRad="39960" dir="5400000" dist="2304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14040" rIns="90000" bIns="1404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cxnSp>
                        <p:nvCxnSpPr>
                          <p:cNvPr id="8134" name="Straight Connector 757"/>
                          <p:cNvCxnSpPr/>
                          <p:nvPr/>
                        </p:nvCxnSpPr>
                        <p:spPr>
                          <a:xfrm flipH="1" flipV="1">
                            <a:off x="1385280" y="2324520"/>
                            <a:ext cx="1800" cy="766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  <p:cxnSp>
                        <p:nvCxnSpPr>
                          <p:cNvPr id="8135" name="Straight Connector 758"/>
                          <p:cNvCxnSpPr/>
                          <p:nvPr/>
                        </p:nvCxnSpPr>
                        <p:spPr>
                          <a:xfrm flipH="1" flipV="1">
                            <a:off x="1916640" y="2323080"/>
                            <a:ext cx="1800" cy="76680"/>
                          </a:xfrm>
                          <a:prstGeom prst="straightConnector1">
                            <a:avLst/>
                          </a:prstGeom>
                          <a:ln w="6350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grpSp>
                      <p:nvGrpSpPr>
                        <p:cNvPr id="8136" name="Group 747"/>
                        <p:cNvGrpSpPr/>
                        <p:nvPr/>
                      </p:nvGrpSpPr>
                      <p:grpSpPr>
                        <a:xfrm>
                          <a:off x="1417680" y="2207160"/>
                          <a:ext cx="434160" cy="363960"/>
                          <a:chOff x="1417680" y="2207160"/>
                          <a:chExt cx="434160" cy="363960"/>
                        </a:xfrm>
                      </p:grpSpPr>
                      <p:sp>
                        <p:nvSpPr>
                          <p:cNvPr id="8137" name="Oval 748"/>
                          <p:cNvSpPr/>
                          <p:nvPr/>
                        </p:nvSpPr>
                        <p:spPr>
                          <a:xfrm>
                            <a:off x="1472760" y="2279880"/>
                            <a:ext cx="335520" cy="214920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p>
                            <a:endParaRPr lang="en-US" sz="1800" b="0" u="none" strike="noStrike">
                              <a:solidFill>
                                <a:srgbClr val="FFFFFF"/>
                              </a:solidFill>
                              <a:effectLst/>
                              <a:uFillTx/>
                              <a:latin typeface="Gill Sans MT"/>
                            </a:endParaRPr>
                          </a:p>
                        </p:txBody>
                      </p:sp>
                      <p:sp>
                        <p:nvSpPr>
                          <p:cNvPr id="8138" name="TextBox 749"/>
                          <p:cNvSpPr/>
                          <p:nvPr/>
                        </p:nvSpPr>
                        <p:spPr>
                          <a:xfrm>
                            <a:off x="1417680" y="2207160"/>
                            <a:ext cx="434160" cy="363960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/>
                          <a:fillRef idx="0"/>
                          <a:effectRef idx="0"/>
                          <a:fontRef idx="minor"/>
                        </p:style>
                        <p:txBody>
                          <a:bodyPr wrap="none" lIns="90000" tIns="45000" rIns="90000" bIns="45000" anchor="t">
                            <a:spAutoFit/>
                          </a:bodyPr>
                          <a:p>
                            <a:pPr defTabSz="914400">
                              <a:lnSpc>
                                <a:spcPct val="100000"/>
                              </a:lnSpc>
                              <a:tabLst>
                                <a:tab pos="0" algn="l"/>
                              </a:tabLst>
                            </a:pPr>
                            <a:r>
                              <a:rPr lang="en-US" sz="1800" b="0" u="none" strike="noStrike"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Arial"/>
                                <a:ea typeface="ＭＳ Ｐゴシック"/>
                              </a:rPr>
                              <a:t>1a</a:t>
                            </a:r>
                            <a:endParaRPr lang="en-US" sz="1800" b="0" u="none" strike="noStrike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Arial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8139" name="Straight Connector 742"/>
                      <p:cNvCxnSpPr/>
                      <p:nvPr/>
                    </p:nvCxnSpPr>
                    <p:spPr>
                      <a:xfrm>
                        <a:off x="2691360" y="1906200"/>
                        <a:ext cx="452880" cy="34344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8140" name="Straight Connector 743"/>
                      <p:cNvCxnSpPr/>
                      <p:nvPr/>
                    </p:nvCxnSpPr>
                    <p:spPr>
                      <a:xfrm>
                        <a:off x="1825200" y="2492280"/>
                        <a:ext cx="451080" cy="33120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8141" name="Straight Connector 744"/>
                      <p:cNvCxnSpPr/>
                      <p:nvPr/>
                    </p:nvCxnSpPr>
                    <p:spPr>
                      <a:xfrm flipH="1">
                        <a:off x="2669760" y="2489400"/>
                        <a:ext cx="47952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  <p:cxnSp>
                    <p:nvCxnSpPr>
                      <p:cNvPr id="8142" name="Straight Connector 745"/>
                      <p:cNvCxnSpPr/>
                      <p:nvPr/>
                    </p:nvCxnSpPr>
                    <p:spPr>
                      <a:xfrm flipH="1">
                        <a:off x="1813320" y="1917720"/>
                        <a:ext cx="479520" cy="324360"/>
                      </a:xfrm>
                      <a:prstGeom prst="straightConnector1">
                        <a:avLst/>
                      </a:prstGeom>
                      <a:ln w="19050">
                        <a:solidFill>
                          <a:srgbClr val="000000"/>
                        </a:solidFill>
                        <a:round/>
                      </a:ln>
                    </p:spPr>
                  </p:cxnSp>
                </p:grpSp>
              </p:grpSp>
              <p:sp>
                <p:nvSpPr>
                  <p:cNvPr id="8143" name="TextBox 734"/>
                  <p:cNvSpPr/>
                  <p:nvPr/>
                </p:nvSpPr>
                <p:spPr>
                  <a:xfrm>
                    <a:off x="1167480" y="1616760"/>
                    <a:ext cx="75312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</a:pPr>
                    <a:r>
                      <a:rPr lang="en-US" sz="2000" b="0" u="none" strike="noStrike">
                        <a:solidFill>
                          <a:srgbClr val="00009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AS 1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cxnSp>
                <p:nvCxnSpPr>
                  <p:cNvPr id="8144" name="Straight Connector 735"/>
                  <p:cNvCxnSpPr/>
                  <p:nvPr/>
                </p:nvCxnSpPr>
                <p:spPr>
                  <a:xfrm flipH="1" flipV="1">
                    <a:off x="3585240" y="2394000"/>
                    <a:ext cx="1031040" cy="699480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</a:ln>
                </p:spPr>
              </p:cxnSp>
            </p:grpSp>
            <p:cxnSp>
              <p:nvCxnSpPr>
                <p:cNvPr id="8145" name="Straight Connector 732"/>
                <p:cNvCxnSpPr/>
                <p:nvPr/>
              </p:nvCxnSpPr>
              <p:spPr>
                <a:xfrm flipV="1">
                  <a:off x="6694560" y="1912680"/>
                  <a:ext cx="1399320" cy="1063440"/>
                </a:xfrm>
                <a:prstGeom prst="straightConnector1">
                  <a:avLst/>
                </a:prstGeom>
                <a:ln w="3810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8146" name="Group 712"/>
              <p:cNvGrpSpPr/>
              <p:nvPr/>
            </p:nvGrpSpPr>
            <p:grpSpPr>
              <a:xfrm>
                <a:off x="9262800" y="2179440"/>
                <a:ext cx="1701360" cy="615960"/>
                <a:chOff x="9262800" y="2179440"/>
                <a:chExt cx="1701360" cy="615960"/>
              </a:xfrm>
            </p:grpSpPr>
            <p:grpSp>
              <p:nvGrpSpPr>
                <p:cNvPr id="8147" name="Group 713"/>
                <p:cNvGrpSpPr/>
                <p:nvPr/>
              </p:nvGrpSpPr>
              <p:grpSpPr>
                <a:xfrm>
                  <a:off x="9262800" y="2179440"/>
                  <a:ext cx="1701360" cy="615960"/>
                  <a:chOff x="9262800" y="2179440"/>
                  <a:chExt cx="1701360" cy="615960"/>
                </a:xfrm>
              </p:grpSpPr>
              <p:sp>
                <p:nvSpPr>
                  <p:cNvPr id="8148" name="Freeform 2"/>
                  <p:cNvSpPr/>
                  <p:nvPr/>
                </p:nvSpPr>
                <p:spPr>
                  <a:xfrm>
                    <a:off x="9262800" y="2179440"/>
                    <a:ext cx="1701360" cy="615960"/>
                  </a:xfrm>
                  <a:custGeom>
                    <a:avLst/>
                    <a:gdLst>
                      <a:gd name="textAreaLeft" fmla="*/ 0 w 1701360"/>
                      <a:gd name="textAreaRight" fmla="*/ 1701720 w 1701360"/>
                      <a:gd name="textAreaTop" fmla="*/ 0 h 615960"/>
                      <a:gd name="textAreaBottom" fmla="*/ 616320 h 615960"/>
                      <a:gd name="GluePoint1X" fmla="*/ 40 w 11293"/>
                      <a:gd name="GluePoint1Y" fmla="*/ 9082 h 11127"/>
                      <a:gd name="GluePoint2X" fmla="*/ 4577 w 11293"/>
                      <a:gd name="GluePoint2Y" fmla="*/ 470 h 11127"/>
                      <a:gd name="GluePoint3X" fmla="*/ 7822 w 11293"/>
                      <a:gd name="GluePoint3Y" fmla="*/ 1336 h 11127"/>
                      <a:gd name="GluePoint4X" fmla="*/ 10740 w 11293"/>
                      <a:gd name="GluePoint4Y" fmla="*/ 3004 h 11127"/>
                      <a:gd name="GluePoint5X" fmla="*/ 11102 w 11293"/>
                      <a:gd name="GluePoint5Y" fmla="*/ 7683 h 11127"/>
                      <a:gd name="GluePoint6X" fmla="*/ 8541 w 11293"/>
                      <a:gd name="GluePoint6Y" fmla="*/ 11085 h 11127"/>
                      <a:gd name="GluePoint7X" fmla="*/ 2705 w 11293"/>
                      <a:gd name="GluePoint7Y" fmla="*/ 9564 h 11127"/>
                      <a:gd name="GluePoint8X" fmla="*/ 40 w 11293"/>
                      <a:gd name="GluePoint8Y" fmla="*/ 9082 h 11127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</a:cxnLst>
                    <a:rect l="textAreaLeft" t="textAreaTop" r="textAreaRight" b="textAreaBottom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8149" name="Group 327"/>
                  <p:cNvGrpSpPr/>
                  <p:nvPr/>
                </p:nvGrpSpPr>
                <p:grpSpPr>
                  <a:xfrm>
                    <a:off x="10362240" y="2312280"/>
                    <a:ext cx="536760" cy="263160"/>
                    <a:chOff x="10362240" y="2312280"/>
                    <a:chExt cx="536760" cy="263160"/>
                  </a:xfrm>
                </p:grpSpPr>
                <p:sp>
                  <p:nvSpPr>
                    <p:cNvPr id="8150" name="Oval 720"/>
                    <p:cNvSpPr/>
                    <p:nvPr/>
                  </p:nvSpPr>
                  <p:spPr>
                    <a:xfrm flipV="1">
                      <a:off x="10364040" y="2382480"/>
                      <a:ext cx="534600" cy="192960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0"/>
                    </a:gra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8151" name="Rectangle 721"/>
                    <p:cNvSpPr/>
                    <p:nvPr/>
                  </p:nvSpPr>
                  <p:spPr>
                    <a:xfrm>
                      <a:off x="10362600" y="2411280"/>
                      <a:ext cx="536040" cy="684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262699"/>
                        </a:gs>
                        <a:gs pos="53000">
                          <a:srgbClr val="8585E0"/>
                        </a:gs>
                        <a:gs pos="100000">
                          <a:srgbClr val="262699"/>
                        </a:gs>
                      </a:gsLst>
                      <a:lin ang="10800000"/>
                    </a:gradFill>
                    <a:ln w="2540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3760" rIns="90000" bIns="237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8152" name="Oval 722"/>
                    <p:cNvSpPr/>
                    <p:nvPr/>
                  </p:nvSpPr>
                  <p:spPr>
                    <a:xfrm flipV="1">
                      <a:off x="10362600" y="2312280"/>
                      <a:ext cx="534600" cy="192960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8153" name="Freeform 723"/>
                    <p:cNvSpPr/>
                    <p:nvPr/>
                  </p:nvSpPr>
                  <p:spPr>
                    <a:xfrm>
                      <a:off x="10499760" y="2371320"/>
                      <a:ext cx="260280" cy="95760"/>
                    </a:xfrm>
                    <a:custGeom>
                      <a:avLst/>
                      <a:gdLst>
                        <a:gd name="textAreaLeft" fmla="*/ 0 w 260280"/>
                        <a:gd name="textAreaRight" fmla="*/ 260640 w 260280"/>
                        <a:gd name="textAreaTop" fmla="*/ 0 h 95760"/>
                        <a:gd name="textAreaBottom" fmla="*/ 96120 h 95760"/>
                        <a:gd name="GluePoint1X" fmla="*/ 1537780 w 3076069"/>
                        <a:gd name="GluePoint1Y" fmla="*/ 750825 h 1321259"/>
                        <a:gd name="GluePoint2X" fmla="*/ 313981 w 3076069"/>
                        <a:gd name="GluePoint2Y" fmla="*/ 1321259 h 1321259"/>
                        <a:gd name="GluePoint3X" fmla="*/ 0 w 3076069"/>
                        <a:gd name="GluePoint3Y" fmla="*/ 1228607 h 1321259"/>
                        <a:gd name="GluePoint4X" fmla="*/ 962613 w 3076069"/>
                        <a:gd name="GluePoint4Y" fmla="*/ 837478 h 1321259"/>
                        <a:gd name="GluePoint5X" fmla="*/ 935005 w 3076069"/>
                        <a:gd name="GluePoint5Y" fmla="*/ 450949 h 1321259"/>
                        <a:gd name="GluePoint6X" fmla="*/ 212596 w 3076069"/>
                        <a:gd name="GluePoint6Y" fmla="*/ 119640 h 1321259"/>
                        <a:gd name="GluePoint7X" fmla="*/ 456466 w 3076069"/>
                        <a:gd name="GluePoint7Y" fmla="*/ 50617 h 1321259"/>
                        <a:gd name="GluePoint8X" fmla="*/ 1528577 w 3076069"/>
                        <a:gd name="GluePoint8Y" fmla="*/ 501566 h 1321259"/>
                        <a:gd name="GluePoint9X" fmla="*/ 2623695 w 3076069"/>
                        <a:gd name="GluePoint9Y" fmla="*/ 0 h 1321259"/>
                        <a:gd name="GluePoint10X" fmla="*/ 2927383 w 3076069"/>
                        <a:gd name="GluePoint10Y" fmla="*/ 96632 h 1321259"/>
                        <a:gd name="GluePoint11X" fmla="*/ 2131352 w 3076069"/>
                        <a:gd name="GluePoint11Y" fmla="*/ 432543 h 1321259"/>
                        <a:gd name="GluePoint12X" fmla="*/ 2292399 w 3076069"/>
                        <a:gd name="GluePoint12Y" fmla="*/ 920305 h 1321259"/>
                        <a:gd name="GluePoint13X" fmla="*/ 3076069 w 3076069"/>
                        <a:gd name="GluePoint13Y" fmla="*/ 1228607 h 1321259"/>
                        <a:gd name="GluePoint14X" fmla="*/ 2808172 w 3076069"/>
                        <a:gd name="GluePoint14Y" fmla="*/ 1316375 h 1321259"/>
                        <a:gd name="GluePoint15X" fmla="*/ 1537780 w 3076069"/>
                        <a:gd name="GluePoint15Y" fmla="*/ 750825 h 1321259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  <a:cxn ang="0">
                          <a:pos x="GluePoint12X" y="GluePoint12Y"/>
                        </a:cxn>
                        <a:cxn ang="0">
                          <a:pos x="GluePoint13X" y="GluePoint13Y"/>
                        </a:cxn>
                        <a:cxn ang="0">
                          <a:pos x="GluePoint14X" y="GluePoint14Y"/>
                        </a:cxn>
                        <a:cxn ang="0">
                          <a:pos x="GluePoint15X" y="GluePoint15Y"/>
                        </a:cxn>
                      </a:cxnLst>
                      <a:rect l="textAreaLeft" t="textAreaTop" r="textAreaRight" b="textAreaBottom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585E0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8154" name="Freeform 724"/>
                    <p:cNvSpPr/>
                    <p:nvPr/>
                  </p:nvSpPr>
                  <p:spPr>
                    <a:xfrm>
                      <a:off x="10472760" y="2346840"/>
                      <a:ext cx="314640" cy="66960"/>
                    </a:xfrm>
                    <a:custGeom>
                      <a:avLst/>
                      <a:gdLst>
                        <a:gd name="textAreaLeft" fmla="*/ 0 w 314640"/>
                        <a:gd name="textAreaRight" fmla="*/ 315000 w 314640"/>
                        <a:gd name="textAreaTop" fmla="*/ 0 h 66960"/>
                        <a:gd name="textAreaBottom" fmla="*/ 67320 h 66960"/>
                        <a:gd name="GluePoint1X" fmla="*/ 0 w 3723451"/>
                        <a:gd name="GluePoint1Y" fmla="*/ 228246 h 932950"/>
                        <a:gd name="GluePoint2X" fmla="*/ 655168 w 3723451"/>
                        <a:gd name="GluePoint2Y" fmla="*/ 2690 h 932950"/>
                        <a:gd name="GluePoint3X" fmla="*/ 1855778 w 3723451"/>
                        <a:gd name="GluePoint3Y" fmla="*/ 520562 h 932950"/>
                        <a:gd name="GluePoint4X" fmla="*/ 3001174 w 3723451"/>
                        <a:gd name="GluePoint4Y" fmla="*/ 0 h 932950"/>
                        <a:gd name="GluePoint5X" fmla="*/ 3723451 w 3723451"/>
                        <a:gd name="GluePoint5Y" fmla="*/ 207149 h 932950"/>
                        <a:gd name="GluePoint6X" fmla="*/ 3186079 w 3723451"/>
                        <a:gd name="GluePoint6Y" fmla="*/ 461874 h 932950"/>
                        <a:gd name="GluePoint7X" fmla="*/ 3013067 w 3723451"/>
                        <a:gd name="GluePoint7Y" fmla="*/ 393200 h 932950"/>
                        <a:gd name="GluePoint8X" fmla="*/ 1876873 w 3723451"/>
                        <a:gd name="GluePoint8Y" fmla="*/ 932950 h 932950"/>
                        <a:gd name="GluePoint9X" fmla="*/ 711613 w 3723451"/>
                        <a:gd name="GluePoint9Y" fmla="*/ 413055 h 932950"/>
                        <a:gd name="GluePoint10X" fmla="*/ 523214 w 3723451"/>
                        <a:gd name="GluePoint10Y" fmla="*/ 469166 h 932950"/>
                        <a:gd name="GluePoint11X" fmla="*/ 0 w 3723451"/>
                        <a:gd name="GluePoint11Y" fmla="*/ 228246 h 932950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  <a:cxn ang="0">
                          <a:pos x="GluePoint6X" y="GluePoint6Y"/>
                        </a:cxn>
                        <a:cxn ang="0">
                          <a:pos x="GluePoint7X" y="GluePoint7Y"/>
                        </a:cxn>
                        <a:cxn ang="0">
                          <a:pos x="GluePoint8X" y="GluePoint8Y"/>
                        </a:cxn>
                        <a:cxn ang="0">
                          <a:pos x="GluePoint9X" y="GluePoint9Y"/>
                        </a:cxn>
                        <a:cxn ang="0">
                          <a:pos x="GluePoint10X" y="GluePoint10Y"/>
                        </a:cxn>
                        <a:cxn ang="0">
                          <a:pos x="GluePoint11X" y="GluePoint11Y"/>
                        </a:cxn>
                      </a:cxnLst>
                      <a:rect l="textAreaLeft" t="textAreaTop" r="textAreaRight" b="textAreaBottom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22320" rIns="90000" bIns="2232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8155" name="Freeform 725"/>
                    <p:cNvSpPr/>
                    <p:nvPr/>
                  </p:nvSpPr>
                  <p:spPr>
                    <a:xfrm>
                      <a:off x="10679040" y="2404080"/>
                      <a:ext cx="115560" cy="58320"/>
                    </a:xfrm>
                    <a:custGeom>
                      <a:avLst/>
                      <a:gdLst>
                        <a:gd name="textAreaLeft" fmla="*/ 0 w 115560"/>
                        <a:gd name="textAreaRight" fmla="*/ 115920 w 115560"/>
                        <a:gd name="textAreaTop" fmla="*/ 0 h 58320"/>
                        <a:gd name="textAreaBottom" fmla="*/ 58680 h 58320"/>
                        <a:gd name="GluePoint1X" fmla="*/ 0 w 1366596"/>
                        <a:gd name="GluePoint1Y" fmla="*/ 0 h 809868"/>
                        <a:gd name="GluePoint2X" fmla="*/ 1366596 w 1366596"/>
                        <a:gd name="GluePoint2Y" fmla="*/ 625807 h 809868"/>
                        <a:gd name="GluePoint3X" fmla="*/ 865050 w 1366596"/>
                        <a:gd name="GluePoint3Y" fmla="*/ 809868 h 809868"/>
                        <a:gd name="GluePoint4X" fmla="*/ 4601 w 1366596"/>
                        <a:gd name="GluePoint4Y" fmla="*/ 427942 h 809868"/>
                        <a:gd name="GluePoint5X" fmla="*/ 0 w 1366596"/>
                        <a:gd name="GluePoint5Y" fmla="*/ 0 h 809868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3680" rIns="90000" bIns="1368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8156" name="Freeform 726"/>
                    <p:cNvSpPr/>
                    <p:nvPr/>
                  </p:nvSpPr>
                  <p:spPr>
                    <a:xfrm>
                      <a:off x="10466640" y="2405520"/>
                      <a:ext cx="114120" cy="56880"/>
                    </a:xfrm>
                    <a:custGeom>
                      <a:avLst/>
                      <a:gdLst>
                        <a:gd name="textAreaLeft" fmla="*/ 0 w 114120"/>
                        <a:gd name="textAreaRight" fmla="*/ 114480 w 114120"/>
                        <a:gd name="textAreaTop" fmla="*/ 0 h 56880"/>
                        <a:gd name="textAreaBottom" fmla="*/ 57240 h 56880"/>
                        <a:gd name="GluePoint1X" fmla="*/ 1329786 w 1348191"/>
                        <a:gd name="GluePoint1Y" fmla="*/ 0 h 791462"/>
                        <a:gd name="GluePoint2X" fmla="*/ 1348191 w 1348191"/>
                        <a:gd name="GluePoint2Y" fmla="*/ 381926 h 791462"/>
                        <a:gd name="GluePoint3X" fmla="*/ 487742 w 1348191"/>
                        <a:gd name="GluePoint3Y" fmla="*/ 791462 h 791462"/>
                        <a:gd name="GluePoint4X" fmla="*/ 0 w 1348191"/>
                        <a:gd name="GluePoint4Y" fmla="*/ 612002 h 791462"/>
                        <a:gd name="GluePoint5X" fmla="*/ 1329786 w 1348191"/>
                        <a:gd name="GluePoint5Y" fmla="*/ 0 h 791462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  <a:cxn ang="0">
                          <a:pos x="GluePoint4X" y="GluePoint4Y"/>
                        </a:cxn>
                        <a:cxn ang="0">
                          <a:pos x="GluePoint5X" y="GluePoint5Y"/>
                        </a:cxn>
                      </a:cxnLst>
                      <a:rect l="textAreaLeft" t="textAreaTop" r="textAreaRight" b="textAreaBottom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 w="9525">
                      <a:noFill/>
                    </a:ln>
                    <a:effectLst>
                      <a:outerShdw blurRad="39960" dir="5400000" dist="23040" rotWithShape="0">
                        <a:srgbClr val="000000">
                          <a:alpha val="35000"/>
                        </a:srgbClr>
                      </a:outerShdw>
                    </a:effectLst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12240" rIns="90000" bIns="1224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cxnSp>
                  <p:nvCxnSpPr>
                    <p:cNvPr id="8157" name="Straight Connector 727"/>
                    <p:cNvCxnSpPr/>
                    <p:nvPr/>
                  </p:nvCxnSpPr>
                  <p:spPr>
                    <a:xfrm flipH="1" flipV="1">
                      <a:off x="10362240" y="2408400"/>
                      <a:ext cx="2160" cy="7452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8158" name="Straight Connector 728"/>
                    <p:cNvCxnSpPr/>
                    <p:nvPr/>
                  </p:nvCxnSpPr>
                  <p:spPr>
                    <a:xfrm flipH="1" flipV="1">
                      <a:off x="10897560" y="2406960"/>
                      <a:ext cx="1800" cy="74520"/>
                    </a:xfrm>
                    <a:prstGeom prst="straightConnector1">
                      <a:avLst/>
                    </a:prstGeom>
                    <a:ln w="6350">
                      <a:solidFill>
                        <a:srgbClr val="000000"/>
                      </a:solidFill>
                      <a:round/>
                    </a:ln>
                  </p:spPr>
                </p:cxnSp>
              </p:grpSp>
              <p:grpSp>
                <p:nvGrpSpPr>
                  <p:cNvPr id="8159" name="Group 717"/>
                  <p:cNvGrpSpPr/>
                  <p:nvPr/>
                </p:nvGrpSpPr>
                <p:grpSpPr>
                  <a:xfrm>
                    <a:off x="10333800" y="2293920"/>
                    <a:ext cx="460440" cy="364680"/>
                    <a:chOff x="10333800" y="2293920"/>
                    <a:chExt cx="460440" cy="364680"/>
                  </a:xfrm>
                </p:grpSpPr>
                <p:sp>
                  <p:nvSpPr>
                    <p:cNvPr id="8160" name="Oval 718"/>
                    <p:cNvSpPr/>
                    <p:nvPr/>
                  </p:nvSpPr>
                  <p:spPr>
                    <a:xfrm>
                      <a:off x="10450440" y="2364840"/>
                      <a:ext cx="338040" cy="208800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Gill Sans MT"/>
                      </a:endParaRPr>
                    </a:p>
                  </p:txBody>
                </p:sp>
                <p:sp>
                  <p:nvSpPr>
                    <p:cNvPr id="8161" name="TextBox 719"/>
                    <p:cNvSpPr/>
                    <p:nvPr/>
                  </p:nvSpPr>
                  <p:spPr>
                    <a:xfrm>
                      <a:off x="10333800" y="2293920"/>
                      <a:ext cx="460440" cy="3646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  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cxnSp>
              <p:nvCxnSpPr>
                <p:cNvPr id="8162" name="Straight Connector 714"/>
                <p:cNvCxnSpPr/>
                <p:nvPr/>
              </p:nvCxnSpPr>
              <p:spPr>
                <a:xfrm flipH="1">
                  <a:off x="9485640" y="2460960"/>
                  <a:ext cx="870120" cy="10440"/>
                </a:xfrm>
                <a:prstGeom prst="straightConnector1">
                  <a:avLst/>
                </a:prstGeom>
                <a:ln w="19050">
                  <a:solidFill>
                    <a:srgbClr val="000000"/>
                  </a:solidFill>
                  <a:round/>
                </a:ln>
              </p:spPr>
            </p:cxnSp>
          </p:grpSp>
        </p:grpSp>
        <p:cxnSp>
          <p:nvCxnSpPr>
            <p:cNvPr id="8163" name="Straight Connector 710"/>
            <p:cNvCxnSpPr/>
            <p:nvPr/>
          </p:nvCxnSpPr>
          <p:spPr>
            <a:xfrm flipV="1">
              <a:off x="3590280" y="1928880"/>
              <a:ext cx="4451760" cy="42300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</a:ln>
          </p:spPr>
        </p:cxnSp>
      </p:grpSp>
      <p:sp>
        <p:nvSpPr>
          <p:cNvPr id="8164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Hot potato routing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165" name="PlaceHolder 2"/>
          <p:cNvSpPr>
            <a:spLocks noGrp="1"/>
          </p:cNvSpPr>
          <p:nvPr>
            <p:ph type="sldNum" idx="6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655E0656-0F46-47A6-994D-BD1ECDC1F37A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69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6" name="Content Placeholder 39"/>
          <p:cNvSpPr/>
          <p:nvPr/>
        </p:nvSpPr>
        <p:spPr>
          <a:xfrm>
            <a:off x="1102320" y="4634280"/>
            <a:ext cx="108097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2d learns (via iBGP) it can route to X via 2a or 2c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hot potato routing: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choose local gateway that has least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intra-domain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cost (e.g., 2d chooses 2a, even though more AS hops to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X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): don’t worry about inter-domain cost!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67" name="Straight Connector 280"/>
          <p:cNvCxnSpPr/>
          <p:nvPr/>
        </p:nvCxnSpPr>
        <p:spPr>
          <a:xfrm flipH="1" flipV="1">
            <a:off x="6000840" y="3328560"/>
            <a:ext cx="425160" cy="442080"/>
          </a:xfrm>
          <a:prstGeom prst="straightConnector1">
            <a:avLst/>
          </a:prstGeom>
          <a:ln w="6350">
            <a:solidFill>
              <a:srgbClr val="0000A8"/>
            </a:solidFill>
            <a:round/>
          </a:ln>
        </p:spPr>
      </p:cxnSp>
      <p:grpSp>
        <p:nvGrpSpPr>
          <p:cNvPr id="8168" name="Group 281"/>
          <p:cNvGrpSpPr/>
          <p:nvPr/>
        </p:nvGrpSpPr>
        <p:grpSpPr>
          <a:xfrm>
            <a:off x="7095600" y="2271240"/>
            <a:ext cx="879120" cy="883800"/>
            <a:chOff x="7095600" y="2271240"/>
            <a:chExt cx="879120" cy="883800"/>
          </a:xfrm>
        </p:grpSpPr>
        <p:sp>
          <p:nvSpPr>
            <p:cNvPr id="8169" name="AutoShape 118"/>
            <p:cNvSpPr/>
            <p:nvPr/>
          </p:nvSpPr>
          <p:spPr>
            <a:xfrm rot="19229400">
              <a:off x="7095240" y="2483640"/>
              <a:ext cx="767880" cy="27576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922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0" name="Text Box 119"/>
            <p:cNvSpPr/>
            <p:nvPr/>
          </p:nvSpPr>
          <p:spPr>
            <a:xfrm>
              <a:off x="7238880" y="2883240"/>
              <a:ext cx="735840" cy="27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AS3,X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71" name="Group 284"/>
          <p:cNvGrpSpPr/>
          <p:nvPr/>
        </p:nvGrpSpPr>
        <p:grpSpPr>
          <a:xfrm>
            <a:off x="2970360" y="2493720"/>
            <a:ext cx="1366560" cy="716040"/>
            <a:chOff x="2970360" y="2493720"/>
            <a:chExt cx="1366560" cy="716040"/>
          </a:xfrm>
        </p:grpSpPr>
        <p:sp>
          <p:nvSpPr>
            <p:cNvPr id="8172" name="Text Box 119"/>
            <p:cNvSpPr/>
            <p:nvPr/>
          </p:nvSpPr>
          <p:spPr>
            <a:xfrm>
              <a:off x="2970360" y="2937960"/>
              <a:ext cx="1122480" cy="27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AS1,AS3,X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3" name="AutoShape 118"/>
            <p:cNvSpPr/>
            <p:nvPr/>
          </p:nvSpPr>
          <p:spPr>
            <a:xfrm rot="12975000">
              <a:off x="3561480" y="2693880"/>
              <a:ext cx="767880" cy="27576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297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74" name="TextBox 287"/>
          <p:cNvSpPr/>
          <p:nvPr/>
        </p:nvSpPr>
        <p:spPr>
          <a:xfrm>
            <a:off x="6375600" y="3642840"/>
            <a:ext cx="18367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OSPF link weights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5" name="TextBox 288"/>
          <p:cNvSpPr/>
          <p:nvPr/>
        </p:nvSpPr>
        <p:spPr>
          <a:xfrm>
            <a:off x="5162760" y="3108600"/>
            <a:ext cx="478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201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6" name="TextBox 290"/>
          <p:cNvSpPr/>
          <p:nvPr/>
        </p:nvSpPr>
        <p:spPr>
          <a:xfrm>
            <a:off x="5952240" y="2503080"/>
            <a:ext cx="465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112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7" name="TextBox 291"/>
          <p:cNvSpPr/>
          <p:nvPr/>
        </p:nvSpPr>
        <p:spPr>
          <a:xfrm>
            <a:off x="5702040" y="3095280"/>
            <a:ext cx="478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263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8" name="Oval 1"/>
          <p:cNvSpPr/>
          <p:nvPr/>
        </p:nvSpPr>
        <p:spPr>
          <a:xfrm>
            <a:off x="5334120" y="3352680"/>
            <a:ext cx="720000" cy="6786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063" dur="indefinite" restart="never" nodeType="tmRoot">
          <p:childTnLst>
            <p:seq>
              <p:cTn id="2064" dur="indefinite" nodeType="mainSeq">
                <p:childTnLst>
                  <p:par>
                    <p:cTn id="2065" fill="hold">
                      <p:stCondLst>
                        <p:cond delay="indefinite"/>
                      </p:stCondLst>
                      <p:childTnLst>
                        <p:par>
                          <p:cTn id="2066" fill="hold">
                            <p:stCondLst>
                              <p:cond delay="0"/>
                            </p:stCondLst>
                            <p:childTnLst>
                              <p:par>
                                <p:cTn id="206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069" dur="1000"/>
                                        <p:tgtEl>
                                          <p:spTgt spid="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0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1" presetID="2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073" dur="1000"/>
                                        <p:tgtEl>
                                          <p:spTgt spid="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4" fill="hold">
                            <p:stCondLst>
                              <p:cond delay="2000"/>
                            </p:stCondLst>
                            <p:childTnLst>
                              <p:par>
                                <p:cTn id="2075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77" dur="500"/>
                                        <p:tgtEl>
                                          <p:spTgt spid="8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80" dur="500"/>
                                        <p:tgtEl>
                                          <p:spTgt spid="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1" fill="hold">
                      <p:stCondLst>
                        <p:cond delay="indefinite"/>
                      </p:stCondLst>
                      <p:childTnLst>
                        <p:par>
                          <p:cTn id="2082" fill="hold">
                            <p:stCondLst>
                              <p:cond delay="0"/>
                            </p:stCondLst>
                            <p:childTnLst>
                              <p:par>
                                <p:cTn id="2083" presetID="9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084" dur="500"/>
                                        <p:tgtEl>
                                          <p:spTgt spid="8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6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087" dur="500"/>
                                        <p:tgtEl>
                                          <p:spTgt spid="8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9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090" dur="500"/>
                                        <p:tgtEl>
                                          <p:spTgt spid="8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94" dur="500"/>
                                        <p:tgtEl>
                                          <p:spTgt spid="8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9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089828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BGP: achieving policy via advertisements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180" name="PlaceHolder 2"/>
          <p:cNvSpPr>
            <a:spLocks noGrp="1"/>
          </p:cNvSpPr>
          <p:nvPr>
            <p:ph type="sldNum" idx="64"/>
          </p:nvPr>
        </p:nvSpPr>
        <p:spPr>
          <a:xfrm>
            <a:off x="9169560" y="64490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7BD6682F-CF2A-4C1F-BD07-C43CDE0DD423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73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1" name="AutoShape 6"/>
          <p:cNvSpPr/>
          <p:nvPr/>
        </p:nvSpPr>
        <p:spPr>
          <a:xfrm>
            <a:off x="1916640" y="1048680"/>
            <a:ext cx="753876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8182" name="Group 6"/>
          <p:cNvGrpSpPr/>
          <p:nvPr/>
        </p:nvGrpSpPr>
        <p:grpSpPr>
          <a:xfrm>
            <a:off x="3983760" y="1441080"/>
            <a:ext cx="893520" cy="577440"/>
            <a:chOff x="3983760" y="1441080"/>
            <a:chExt cx="893520" cy="577440"/>
          </a:xfrm>
        </p:grpSpPr>
        <p:sp>
          <p:nvSpPr>
            <p:cNvPr id="8183" name="Freeform 7"/>
            <p:cNvSpPr/>
            <p:nvPr/>
          </p:nvSpPr>
          <p:spPr>
            <a:xfrm>
              <a:off x="3983760" y="1441080"/>
              <a:ext cx="893520" cy="577440"/>
            </a:xfrm>
            <a:custGeom>
              <a:avLst/>
              <a:gdLst>
                <a:gd name="textAreaLeft" fmla="*/ 0 w 893520"/>
                <a:gd name="textAreaRight" fmla="*/ 893880 w 893520"/>
                <a:gd name="textAreaTop" fmla="*/ 0 h 577440"/>
                <a:gd name="textAreaBottom" fmla="*/ 577800 h 577440"/>
                <a:gd name="GluePoint1X" fmla="*/ 148 w 563"/>
                <a:gd name="GluePoint1Y" fmla="*/ 5 h 364"/>
                <a:gd name="GluePoint2X" fmla="*/ 119 w 563"/>
                <a:gd name="GluePoint2Y" fmla="*/ 10 h 364"/>
                <a:gd name="GluePoint3X" fmla="*/ 94 w 563"/>
                <a:gd name="GluePoint3Y" fmla="*/ 21 h 364"/>
                <a:gd name="GluePoint4X" fmla="*/ 70 w 563"/>
                <a:gd name="GluePoint4Y" fmla="*/ 37 h 364"/>
                <a:gd name="GluePoint5X" fmla="*/ 46 w 563"/>
                <a:gd name="GluePoint5Y" fmla="*/ 61 h 364"/>
                <a:gd name="GluePoint6X" fmla="*/ 24 w 563"/>
                <a:gd name="GluePoint6Y" fmla="*/ 91 h 364"/>
                <a:gd name="GluePoint7X" fmla="*/ 8 w 563"/>
                <a:gd name="GluePoint7Y" fmla="*/ 120 h 364"/>
                <a:gd name="GluePoint8X" fmla="*/ 3 w 563"/>
                <a:gd name="GluePoint8Y" fmla="*/ 136 h 364"/>
                <a:gd name="GluePoint9X" fmla="*/ 0 w 563"/>
                <a:gd name="GluePoint9Y" fmla="*/ 150 h 364"/>
                <a:gd name="GluePoint10X" fmla="*/ 0 w 563"/>
                <a:gd name="GluePoint10Y" fmla="*/ 166 h 364"/>
                <a:gd name="GluePoint11X" fmla="*/ 8 w 563"/>
                <a:gd name="GluePoint11Y" fmla="*/ 195 h 364"/>
                <a:gd name="GluePoint12X" fmla="*/ 27 w 563"/>
                <a:gd name="GluePoint12Y" fmla="*/ 228 h 364"/>
                <a:gd name="GluePoint13X" fmla="*/ 49 w 563"/>
                <a:gd name="GluePoint13Y" fmla="*/ 257 h 364"/>
                <a:gd name="GluePoint14X" fmla="*/ 70 w 563"/>
                <a:gd name="GluePoint14Y" fmla="*/ 284 h 364"/>
                <a:gd name="GluePoint15X" fmla="*/ 92 w 563"/>
                <a:gd name="GluePoint15Y" fmla="*/ 305 h 364"/>
                <a:gd name="GluePoint16X" fmla="*/ 111 w 563"/>
                <a:gd name="GluePoint16Y" fmla="*/ 321 h 364"/>
                <a:gd name="GluePoint17X" fmla="*/ 127 w 563"/>
                <a:gd name="GluePoint17Y" fmla="*/ 332 h 364"/>
                <a:gd name="GluePoint18X" fmla="*/ 146 w 563"/>
                <a:gd name="GluePoint18Y" fmla="*/ 340 h 364"/>
                <a:gd name="GluePoint19X" fmla="*/ 170 w 563"/>
                <a:gd name="GluePoint19Y" fmla="*/ 346 h 364"/>
                <a:gd name="GluePoint20X" fmla="*/ 191 w 563"/>
                <a:gd name="GluePoint20Y" fmla="*/ 348 h 364"/>
                <a:gd name="GluePoint21X" fmla="*/ 218 w 563"/>
                <a:gd name="GluePoint21Y" fmla="*/ 354 h 364"/>
                <a:gd name="GluePoint22X" fmla="*/ 261 w 563"/>
                <a:gd name="GluePoint22Y" fmla="*/ 356 h 364"/>
                <a:gd name="GluePoint23X" fmla="*/ 310 w 563"/>
                <a:gd name="GluePoint23Y" fmla="*/ 362 h 364"/>
                <a:gd name="GluePoint24X" fmla="*/ 361 w 563"/>
                <a:gd name="GluePoint24Y" fmla="*/ 364 h 364"/>
                <a:gd name="GluePoint25X" fmla="*/ 409 w 563"/>
                <a:gd name="GluePoint25Y" fmla="*/ 362 h 364"/>
                <a:gd name="GluePoint26X" fmla="*/ 458 w 563"/>
                <a:gd name="GluePoint26Y" fmla="*/ 359 h 364"/>
                <a:gd name="GluePoint27X" fmla="*/ 495 w 563"/>
                <a:gd name="GluePoint27Y" fmla="*/ 348 h 364"/>
                <a:gd name="GluePoint28X" fmla="*/ 511 w 563"/>
                <a:gd name="GluePoint28Y" fmla="*/ 340 h 364"/>
                <a:gd name="GluePoint29X" fmla="*/ 525 w 563"/>
                <a:gd name="GluePoint29Y" fmla="*/ 332 h 364"/>
                <a:gd name="GluePoint30X" fmla="*/ 536 w 563"/>
                <a:gd name="GluePoint30Y" fmla="*/ 321 h 364"/>
                <a:gd name="GluePoint31X" fmla="*/ 549 w 563"/>
                <a:gd name="GluePoint31Y" fmla="*/ 295 h 364"/>
                <a:gd name="GluePoint32X" fmla="*/ 557 w 563"/>
                <a:gd name="GluePoint32Y" fmla="*/ 257 h 364"/>
                <a:gd name="GluePoint33X" fmla="*/ 563 w 563"/>
                <a:gd name="GluePoint33Y" fmla="*/ 217 h 364"/>
                <a:gd name="GluePoint34X" fmla="*/ 563 w 563"/>
                <a:gd name="GluePoint34Y" fmla="*/ 174 h 364"/>
                <a:gd name="GluePoint35X" fmla="*/ 557 w 563"/>
                <a:gd name="GluePoint35Y" fmla="*/ 134 h 364"/>
                <a:gd name="GluePoint36X" fmla="*/ 555 w 563"/>
                <a:gd name="GluePoint36Y" fmla="*/ 96 h 364"/>
                <a:gd name="GluePoint37X" fmla="*/ 549 w 563"/>
                <a:gd name="GluePoint37Y" fmla="*/ 67 h 364"/>
                <a:gd name="GluePoint38X" fmla="*/ 546 w 563"/>
                <a:gd name="GluePoint38Y" fmla="*/ 56 h 364"/>
                <a:gd name="GluePoint39X" fmla="*/ 541 w 563"/>
                <a:gd name="GluePoint39Y" fmla="*/ 40 h 364"/>
                <a:gd name="GluePoint40X" fmla="*/ 536 w 563"/>
                <a:gd name="GluePoint40Y" fmla="*/ 29 h 364"/>
                <a:gd name="GluePoint41X" fmla="*/ 528 w 563"/>
                <a:gd name="GluePoint41Y" fmla="*/ 21 h 364"/>
                <a:gd name="GluePoint42X" fmla="*/ 520 w 563"/>
                <a:gd name="GluePoint42Y" fmla="*/ 18 h 364"/>
                <a:gd name="GluePoint43X" fmla="*/ 495 w 563"/>
                <a:gd name="GluePoint43Y" fmla="*/ 16 h 364"/>
                <a:gd name="GluePoint44X" fmla="*/ 466 w 563"/>
                <a:gd name="GluePoint44Y" fmla="*/ 16 h 364"/>
                <a:gd name="GluePoint45X" fmla="*/ 450 w 563"/>
                <a:gd name="GluePoint45Y" fmla="*/ 13 h 364"/>
                <a:gd name="GluePoint46X" fmla="*/ 409 w 563"/>
                <a:gd name="GluePoint46Y" fmla="*/ 13 h 364"/>
                <a:gd name="GluePoint47X" fmla="*/ 364 w 563"/>
                <a:gd name="GluePoint47Y" fmla="*/ 16 h 364"/>
                <a:gd name="GluePoint48X" fmla="*/ 320 w 563"/>
                <a:gd name="GluePoint48Y" fmla="*/ 16 h 364"/>
                <a:gd name="GluePoint49X" fmla="*/ 283 w 563"/>
                <a:gd name="GluePoint49Y" fmla="*/ 13 h 364"/>
                <a:gd name="GluePoint50X" fmla="*/ 248 w 563"/>
                <a:gd name="GluePoint50Y" fmla="*/ 8 h 364"/>
                <a:gd name="GluePoint51X" fmla="*/ 213 w 563"/>
                <a:gd name="GluePoint51Y" fmla="*/ 2 h 364"/>
                <a:gd name="GluePoint52X" fmla="*/ 186 w 563"/>
                <a:gd name="GluePoint52Y" fmla="*/ 0 h 364"/>
                <a:gd name="GluePoint53X" fmla="*/ 175 w 563"/>
                <a:gd name="GluePoint53Y" fmla="*/ 0 h 3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</a:cxnLst>
              <a:rect l="textAreaLeft" t="textAreaTop" r="textAreaRight" b="textAreaBottom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184" name="Rectangle 10"/>
            <p:cNvSpPr/>
            <p:nvPr/>
          </p:nvSpPr>
          <p:spPr>
            <a:xfrm>
              <a:off x="4345920" y="1490760"/>
              <a:ext cx="264600" cy="48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B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85" name="Line 22"/>
          <p:cNvSpPr/>
          <p:nvPr/>
        </p:nvSpPr>
        <p:spPr>
          <a:xfrm>
            <a:off x="4877280" y="1734480"/>
            <a:ext cx="665280" cy="276120"/>
          </a:xfrm>
          <a:prstGeom prst="line">
            <a:avLst/>
          </a:prstGeom>
          <a:ln w="174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86" name="Line 23"/>
          <p:cNvSpPr/>
          <p:nvPr/>
        </p:nvSpPr>
        <p:spPr>
          <a:xfrm flipV="1">
            <a:off x="4920120" y="2117160"/>
            <a:ext cx="669960" cy="566640"/>
          </a:xfrm>
          <a:prstGeom prst="line">
            <a:avLst/>
          </a:prstGeom>
          <a:ln w="174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87" name="Line 25"/>
          <p:cNvSpPr/>
          <p:nvPr/>
        </p:nvSpPr>
        <p:spPr>
          <a:xfrm flipV="1">
            <a:off x="3791520" y="1874160"/>
            <a:ext cx="290520" cy="235080"/>
          </a:xfrm>
          <a:prstGeom prst="line">
            <a:avLst/>
          </a:prstGeom>
          <a:ln w="555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88" name="Line 26"/>
          <p:cNvSpPr/>
          <p:nvPr/>
        </p:nvSpPr>
        <p:spPr>
          <a:xfrm flipH="1" flipV="1">
            <a:off x="4664520" y="2002680"/>
            <a:ext cx="1440" cy="538560"/>
          </a:xfrm>
          <a:prstGeom prst="line">
            <a:avLst/>
          </a:prstGeom>
          <a:ln w="555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89" name="Line 27"/>
          <p:cNvSpPr/>
          <p:nvPr/>
        </p:nvSpPr>
        <p:spPr>
          <a:xfrm>
            <a:off x="3816720" y="2428200"/>
            <a:ext cx="265320" cy="164880"/>
          </a:xfrm>
          <a:prstGeom prst="line">
            <a:avLst/>
          </a:prstGeom>
          <a:ln w="555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8190" name="Group 2"/>
          <p:cNvGrpSpPr/>
          <p:nvPr/>
        </p:nvGrpSpPr>
        <p:grpSpPr>
          <a:xfrm>
            <a:off x="6282360" y="1597680"/>
            <a:ext cx="3249360" cy="1710720"/>
            <a:chOff x="6282360" y="1597680"/>
            <a:chExt cx="3249360" cy="1710720"/>
          </a:xfrm>
        </p:grpSpPr>
        <p:sp>
          <p:nvSpPr>
            <p:cNvPr id="8191" name="Rectangle 28"/>
            <p:cNvSpPr/>
            <p:nvPr/>
          </p:nvSpPr>
          <p:spPr>
            <a:xfrm>
              <a:off x="6282360" y="1597680"/>
              <a:ext cx="964800" cy="4503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192" name="Rectangle 29"/>
            <p:cNvSpPr/>
            <p:nvPr/>
          </p:nvSpPr>
          <p:spPr>
            <a:xfrm>
              <a:off x="6757200" y="2261520"/>
              <a:ext cx="88380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legend</a:t>
              </a:r>
              <a:r>
                <a:rPr lang="en-US" sz="1700" b="1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: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3" name="Rectangle 30"/>
            <p:cNvSpPr/>
            <p:nvPr/>
          </p:nvSpPr>
          <p:spPr>
            <a:xfrm>
              <a:off x="7072920" y="1668960"/>
              <a:ext cx="56880" cy="25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7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4" name="Rectangle 31"/>
            <p:cNvSpPr/>
            <p:nvPr/>
          </p:nvSpPr>
          <p:spPr>
            <a:xfrm>
              <a:off x="8204760" y="2516760"/>
              <a:ext cx="1160280" cy="7916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195" name="Rectangle 32"/>
            <p:cNvSpPr/>
            <p:nvPr/>
          </p:nvSpPr>
          <p:spPr>
            <a:xfrm>
              <a:off x="8331840" y="2580480"/>
              <a:ext cx="119988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customer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6" name="Rectangle 33"/>
            <p:cNvSpPr/>
            <p:nvPr/>
          </p:nvSpPr>
          <p:spPr>
            <a:xfrm>
              <a:off x="8331840" y="2831040"/>
              <a:ext cx="105588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network: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7" name="Rectangle 34"/>
            <p:cNvSpPr/>
            <p:nvPr/>
          </p:nvSpPr>
          <p:spPr>
            <a:xfrm>
              <a:off x="9096840" y="2831040"/>
              <a:ext cx="669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8" name="Rectangle 35"/>
            <p:cNvSpPr/>
            <p:nvPr/>
          </p:nvSpPr>
          <p:spPr>
            <a:xfrm>
              <a:off x="8204760" y="1622880"/>
              <a:ext cx="1106280" cy="6728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199" name="Rectangle 36"/>
            <p:cNvSpPr/>
            <p:nvPr/>
          </p:nvSpPr>
          <p:spPr>
            <a:xfrm>
              <a:off x="8331840" y="1686600"/>
              <a:ext cx="100548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provider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0" name="Rectangle 37"/>
            <p:cNvSpPr/>
            <p:nvPr/>
          </p:nvSpPr>
          <p:spPr>
            <a:xfrm>
              <a:off x="9054000" y="1686600"/>
              <a:ext cx="669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1" name="Rectangle 38"/>
            <p:cNvSpPr/>
            <p:nvPr/>
          </p:nvSpPr>
          <p:spPr>
            <a:xfrm>
              <a:off x="8331840" y="1932480"/>
              <a:ext cx="98784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network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2" name="Rectangle 39"/>
            <p:cNvSpPr/>
            <p:nvPr/>
          </p:nvSpPr>
          <p:spPr>
            <a:xfrm>
              <a:off x="9036720" y="1932480"/>
              <a:ext cx="669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3" name="Freeform 40"/>
            <p:cNvSpPr/>
            <p:nvPr/>
          </p:nvSpPr>
          <p:spPr>
            <a:xfrm>
              <a:off x="7391880" y="1674000"/>
              <a:ext cx="893520" cy="574200"/>
            </a:xfrm>
            <a:custGeom>
              <a:avLst/>
              <a:gdLst>
                <a:gd name="textAreaLeft" fmla="*/ 0 w 893520"/>
                <a:gd name="textAreaRight" fmla="*/ 893880 w 893520"/>
                <a:gd name="textAreaTop" fmla="*/ 0 h 574200"/>
                <a:gd name="textAreaBottom" fmla="*/ 574560 h 574200"/>
                <a:gd name="GluePoint1X" fmla="*/ 162 w 563"/>
                <a:gd name="GluePoint1Y" fmla="*/ 0 h 362"/>
                <a:gd name="GluePoint2X" fmla="*/ 132 w 563"/>
                <a:gd name="GluePoint2Y" fmla="*/ 5 h 362"/>
                <a:gd name="GluePoint3X" fmla="*/ 108 w 563"/>
                <a:gd name="GluePoint3Y" fmla="*/ 13 h 362"/>
                <a:gd name="GluePoint4X" fmla="*/ 81 w 563"/>
                <a:gd name="GluePoint4Y" fmla="*/ 30 h 362"/>
                <a:gd name="GluePoint5X" fmla="*/ 60 w 563"/>
                <a:gd name="GluePoint5Y" fmla="*/ 48 h 362"/>
                <a:gd name="GluePoint6X" fmla="*/ 35 w 563"/>
                <a:gd name="GluePoint6Y" fmla="*/ 72 h 362"/>
                <a:gd name="GluePoint7X" fmla="*/ 14 w 563"/>
                <a:gd name="GluePoint7Y" fmla="*/ 102 h 362"/>
                <a:gd name="GluePoint8X" fmla="*/ 3 w 563"/>
                <a:gd name="GluePoint8Y" fmla="*/ 126 h 362"/>
                <a:gd name="GluePoint9X" fmla="*/ 0 w 563"/>
                <a:gd name="GluePoint9Y" fmla="*/ 140 h 362"/>
                <a:gd name="GluePoint10X" fmla="*/ 0 w 563"/>
                <a:gd name="GluePoint10Y" fmla="*/ 156 h 362"/>
                <a:gd name="GluePoint11X" fmla="*/ 3 w 563"/>
                <a:gd name="GluePoint11Y" fmla="*/ 180 h 362"/>
                <a:gd name="GluePoint12X" fmla="*/ 17 w 563"/>
                <a:gd name="GluePoint12Y" fmla="*/ 212 h 362"/>
                <a:gd name="GluePoint13X" fmla="*/ 35 w 563"/>
                <a:gd name="GluePoint13Y" fmla="*/ 241 h 362"/>
                <a:gd name="GluePoint14X" fmla="*/ 60 w 563"/>
                <a:gd name="GluePoint14Y" fmla="*/ 268 h 362"/>
                <a:gd name="GluePoint15X" fmla="*/ 81 w 563"/>
                <a:gd name="GluePoint15Y" fmla="*/ 292 h 362"/>
                <a:gd name="GluePoint16X" fmla="*/ 103 w 563"/>
                <a:gd name="GluePoint16Y" fmla="*/ 316 h 362"/>
                <a:gd name="GluePoint17X" fmla="*/ 119 w 563"/>
                <a:gd name="GluePoint17Y" fmla="*/ 327 h 362"/>
                <a:gd name="GluePoint18X" fmla="*/ 135 w 563"/>
                <a:gd name="GluePoint18Y" fmla="*/ 335 h 362"/>
                <a:gd name="GluePoint19X" fmla="*/ 156 w 563"/>
                <a:gd name="GluePoint19Y" fmla="*/ 341 h 362"/>
                <a:gd name="GluePoint20X" fmla="*/ 183 w 563"/>
                <a:gd name="GluePoint20Y" fmla="*/ 346 h 362"/>
                <a:gd name="GluePoint21X" fmla="*/ 200 w 563"/>
                <a:gd name="GluePoint21Y" fmla="*/ 349 h 362"/>
                <a:gd name="GluePoint22X" fmla="*/ 240 w 563"/>
                <a:gd name="GluePoint22Y" fmla="*/ 354 h 362"/>
                <a:gd name="GluePoint23X" fmla="*/ 286 w 563"/>
                <a:gd name="GluePoint23Y" fmla="*/ 357 h 362"/>
                <a:gd name="GluePoint24X" fmla="*/ 334 w 563"/>
                <a:gd name="GluePoint24Y" fmla="*/ 359 h 362"/>
                <a:gd name="GluePoint25X" fmla="*/ 385 w 563"/>
                <a:gd name="GluePoint25Y" fmla="*/ 362 h 362"/>
                <a:gd name="GluePoint26X" fmla="*/ 434 w 563"/>
                <a:gd name="GluePoint26Y" fmla="*/ 359 h 362"/>
                <a:gd name="GluePoint27X" fmla="*/ 477 w 563"/>
                <a:gd name="GluePoint27Y" fmla="*/ 351 h 362"/>
                <a:gd name="GluePoint28X" fmla="*/ 504 w 563"/>
                <a:gd name="GluePoint28Y" fmla="*/ 343 h 362"/>
                <a:gd name="GluePoint29X" fmla="*/ 517 w 563"/>
                <a:gd name="GluePoint29Y" fmla="*/ 335 h 362"/>
                <a:gd name="GluePoint30X" fmla="*/ 528 w 563"/>
                <a:gd name="GluePoint30Y" fmla="*/ 325 h 362"/>
                <a:gd name="GluePoint31X" fmla="*/ 541 w 563"/>
                <a:gd name="GluePoint31Y" fmla="*/ 306 h 362"/>
                <a:gd name="GluePoint32X" fmla="*/ 555 w 563"/>
                <a:gd name="GluePoint32Y" fmla="*/ 274 h 362"/>
                <a:gd name="GluePoint33X" fmla="*/ 560 w 563"/>
                <a:gd name="GluePoint33Y" fmla="*/ 236 h 362"/>
                <a:gd name="GluePoint34X" fmla="*/ 563 w 563"/>
                <a:gd name="GluePoint34Y" fmla="*/ 193 h 362"/>
                <a:gd name="GluePoint35X" fmla="*/ 560 w 563"/>
                <a:gd name="GluePoint35Y" fmla="*/ 153 h 362"/>
                <a:gd name="GluePoint36X" fmla="*/ 557 w 563"/>
                <a:gd name="GluePoint36Y" fmla="*/ 113 h 362"/>
                <a:gd name="GluePoint37X" fmla="*/ 552 w 563"/>
                <a:gd name="GluePoint37Y" fmla="*/ 78 h 362"/>
                <a:gd name="GluePoint38X" fmla="*/ 547 w 563"/>
                <a:gd name="GluePoint38Y" fmla="*/ 59 h 362"/>
                <a:gd name="GluePoint39X" fmla="*/ 544 w 563"/>
                <a:gd name="GluePoint39Y" fmla="*/ 46 h 362"/>
                <a:gd name="GluePoint40X" fmla="*/ 539 w 563"/>
                <a:gd name="GluePoint40Y" fmla="*/ 30 h 362"/>
                <a:gd name="GluePoint41X" fmla="*/ 533 w 563"/>
                <a:gd name="GluePoint41Y" fmla="*/ 22 h 362"/>
                <a:gd name="GluePoint42X" fmla="*/ 522 w 563"/>
                <a:gd name="GluePoint42Y" fmla="*/ 19 h 362"/>
                <a:gd name="GluePoint43X" fmla="*/ 506 w 563"/>
                <a:gd name="GluePoint43Y" fmla="*/ 16 h 362"/>
                <a:gd name="GluePoint44X" fmla="*/ 479 w 563"/>
                <a:gd name="GluePoint44Y" fmla="*/ 16 h 362"/>
                <a:gd name="GluePoint45X" fmla="*/ 466 w 563"/>
                <a:gd name="GluePoint45Y" fmla="*/ 13 h 362"/>
                <a:gd name="GluePoint46X" fmla="*/ 450 w 563"/>
                <a:gd name="GluePoint46Y" fmla="*/ 11 h 362"/>
                <a:gd name="GluePoint47X" fmla="*/ 409 w 563"/>
                <a:gd name="GluePoint47Y" fmla="*/ 11 h 362"/>
                <a:gd name="GluePoint48X" fmla="*/ 364 w 563"/>
                <a:gd name="GluePoint48Y" fmla="*/ 13 h 362"/>
                <a:gd name="GluePoint49X" fmla="*/ 321 w 563"/>
                <a:gd name="GluePoint49Y" fmla="*/ 13 h 362"/>
                <a:gd name="GluePoint50X" fmla="*/ 283 w 563"/>
                <a:gd name="GluePoint50Y" fmla="*/ 11 h 362"/>
                <a:gd name="GluePoint51X" fmla="*/ 248 w 563"/>
                <a:gd name="GluePoint51Y" fmla="*/ 5 h 362"/>
                <a:gd name="GluePoint52X" fmla="*/ 213 w 563"/>
                <a:gd name="GluePoint52Y" fmla="*/ 0 h 362"/>
                <a:gd name="GluePoint53X" fmla="*/ 186 w 563"/>
                <a:gd name="GluePoint53Y" fmla="*/ 0 h 362"/>
                <a:gd name="GluePoint54X" fmla="*/ 175 w 563"/>
                <a:gd name="GluePoint54Y" fmla="*/ 0 h 3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</a:cxnLst>
              <a:rect l="textAreaLeft" t="textAreaTop" r="textAreaRight" b="textAreaBottom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04" name="Freeform 41"/>
            <p:cNvSpPr/>
            <p:nvPr/>
          </p:nvSpPr>
          <p:spPr>
            <a:xfrm>
              <a:off x="7891920" y="2631240"/>
              <a:ext cx="345600" cy="336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36240"/>
                <a:gd name="textAreaBottom" fmla="*/ 336600 h 336240"/>
                <a:gd name="GluePoint1X" fmla="*/ 100 w 218"/>
                <a:gd name="GluePoint1Y" fmla="*/ 0 h 212"/>
                <a:gd name="GluePoint2X" fmla="*/ 78 w 218"/>
                <a:gd name="GluePoint2Y" fmla="*/ 6 h 212"/>
                <a:gd name="GluePoint3X" fmla="*/ 57 w 218"/>
                <a:gd name="GluePoint3Y" fmla="*/ 14 h 212"/>
                <a:gd name="GluePoint4X" fmla="*/ 41 w 218"/>
                <a:gd name="GluePoint4Y" fmla="*/ 25 h 212"/>
                <a:gd name="GluePoint5X" fmla="*/ 24 w 218"/>
                <a:gd name="GluePoint5Y" fmla="*/ 38 h 212"/>
                <a:gd name="GluePoint6X" fmla="*/ 14 w 218"/>
                <a:gd name="GluePoint6Y" fmla="*/ 57 h 212"/>
                <a:gd name="GluePoint7X" fmla="*/ 6 w 218"/>
                <a:gd name="GluePoint7Y" fmla="*/ 76 h 212"/>
                <a:gd name="GluePoint8X" fmla="*/ 0 w 218"/>
                <a:gd name="GluePoint8Y" fmla="*/ 94 h 212"/>
                <a:gd name="GluePoint9X" fmla="*/ 0 w 218"/>
                <a:gd name="GluePoint9Y" fmla="*/ 116 h 212"/>
                <a:gd name="GluePoint10X" fmla="*/ 6 w 218"/>
                <a:gd name="GluePoint10Y" fmla="*/ 137 h 212"/>
                <a:gd name="GluePoint11X" fmla="*/ 14 w 218"/>
                <a:gd name="GluePoint11Y" fmla="*/ 156 h 212"/>
                <a:gd name="GluePoint12X" fmla="*/ 24 w 218"/>
                <a:gd name="GluePoint12Y" fmla="*/ 172 h 212"/>
                <a:gd name="GluePoint13X" fmla="*/ 41 w 218"/>
                <a:gd name="GluePoint13Y" fmla="*/ 188 h 212"/>
                <a:gd name="GluePoint14X" fmla="*/ 57 w 218"/>
                <a:gd name="GluePoint14Y" fmla="*/ 199 h 212"/>
                <a:gd name="GluePoint15X" fmla="*/ 78 w 218"/>
                <a:gd name="GluePoint15Y" fmla="*/ 207 h 212"/>
                <a:gd name="GluePoint16X" fmla="*/ 100 w 218"/>
                <a:gd name="GluePoint16Y" fmla="*/ 212 h 212"/>
                <a:gd name="GluePoint17X" fmla="*/ 121 w 218"/>
                <a:gd name="GluePoint17Y" fmla="*/ 212 h 212"/>
                <a:gd name="GluePoint18X" fmla="*/ 143 w 218"/>
                <a:gd name="GluePoint18Y" fmla="*/ 207 h 212"/>
                <a:gd name="GluePoint19X" fmla="*/ 162 w 218"/>
                <a:gd name="GluePoint19Y" fmla="*/ 199 h 212"/>
                <a:gd name="GluePoint20X" fmla="*/ 178 w 218"/>
                <a:gd name="GluePoint20Y" fmla="*/ 188 h 212"/>
                <a:gd name="GluePoint21X" fmla="*/ 194 w 218"/>
                <a:gd name="GluePoint21Y" fmla="*/ 172 h 212"/>
                <a:gd name="GluePoint22X" fmla="*/ 205 w 218"/>
                <a:gd name="GluePoint22Y" fmla="*/ 156 h 212"/>
                <a:gd name="GluePoint23X" fmla="*/ 213 w 218"/>
                <a:gd name="GluePoint23Y" fmla="*/ 137 h 212"/>
                <a:gd name="GluePoint24X" fmla="*/ 218 w 218"/>
                <a:gd name="GluePoint24Y" fmla="*/ 116 h 212"/>
                <a:gd name="GluePoint25X" fmla="*/ 218 w 218"/>
                <a:gd name="GluePoint25Y" fmla="*/ 94 h 212"/>
                <a:gd name="GluePoint26X" fmla="*/ 213 w 218"/>
                <a:gd name="GluePoint26Y" fmla="*/ 76 h 212"/>
                <a:gd name="GluePoint27X" fmla="*/ 205 w 218"/>
                <a:gd name="GluePoint27Y" fmla="*/ 57 h 212"/>
                <a:gd name="GluePoint28X" fmla="*/ 194 w 218"/>
                <a:gd name="GluePoint28Y" fmla="*/ 38 h 212"/>
                <a:gd name="GluePoint29X" fmla="*/ 178 w 218"/>
                <a:gd name="GluePoint29Y" fmla="*/ 25 h 212"/>
                <a:gd name="GluePoint30X" fmla="*/ 162 w 218"/>
                <a:gd name="GluePoint30Y" fmla="*/ 14 h 212"/>
                <a:gd name="GluePoint31X" fmla="*/ 143 w 218"/>
                <a:gd name="GluePoint31Y" fmla="*/ 6 h 212"/>
                <a:gd name="GluePoint32X" fmla="*/ 121 w 218"/>
                <a:gd name="GluePoint32Y" fmla="*/ 0 h 2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205" name="Rectangle 3"/>
          <p:cNvSpPr/>
          <p:nvPr/>
        </p:nvSpPr>
        <p:spPr>
          <a:xfrm>
            <a:off x="1181160" y="3581280"/>
            <a:ext cx="6401160" cy="3805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06" name="Rectangle 4"/>
          <p:cNvSpPr/>
          <p:nvPr/>
        </p:nvSpPr>
        <p:spPr>
          <a:xfrm>
            <a:off x="1108080" y="4358880"/>
            <a:ext cx="10802160" cy="20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advertises path Aw to B and to 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 </a:t>
            </a:r>
            <a:r>
              <a:rPr lang="en-US" sz="2400" b="0" i="1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chooses not to advertise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BAw to C!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 gets no “revenue” for routing CBAw, since none of  C, A, w are B’s customers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 does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learn about CBAw 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 will route CAw (not using B) to get to 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7" name="TextBox 272"/>
          <p:cNvSpPr/>
          <p:nvPr/>
        </p:nvSpPr>
        <p:spPr>
          <a:xfrm>
            <a:off x="655920" y="3397320"/>
            <a:ext cx="11073240" cy="12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ISP only wants to route traffic to/from its customer networks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(does not want to carry transit traffic between other ISPs – a typical “real world” policy)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08" name="Straight Connector 3"/>
          <p:cNvCxnSpPr/>
          <p:nvPr/>
        </p:nvCxnSpPr>
        <p:spPr>
          <a:xfrm flipH="1">
            <a:off x="2406960" y="2232000"/>
            <a:ext cx="618840" cy="360"/>
          </a:xfrm>
          <a:prstGeom prst="straightConnector1">
            <a:avLst/>
          </a:prstGeom>
          <a:ln w="22225">
            <a:solidFill>
              <a:srgbClr val="000000"/>
            </a:solidFill>
          </a:ln>
        </p:spPr>
      </p:cxnSp>
      <p:sp>
        <p:nvSpPr>
          <p:cNvPr id="8209" name="Freeform 14"/>
          <p:cNvSpPr/>
          <p:nvPr/>
        </p:nvSpPr>
        <p:spPr>
          <a:xfrm>
            <a:off x="2143800" y="2044080"/>
            <a:ext cx="345600" cy="340920"/>
          </a:xfrm>
          <a:custGeom>
            <a:avLst/>
            <a:gdLst>
              <a:gd name="textAreaLeft" fmla="*/ 0 w 345600"/>
              <a:gd name="textAreaRight" fmla="*/ 345960 w 345600"/>
              <a:gd name="textAreaTop" fmla="*/ 0 h 340920"/>
              <a:gd name="textAreaBottom" fmla="*/ 341280 h 340920"/>
              <a:gd name="GluePoint1X" fmla="*/ 99 w 218"/>
              <a:gd name="GluePoint1Y" fmla="*/ 0 h 215"/>
              <a:gd name="GluePoint2X" fmla="*/ 78 w 218"/>
              <a:gd name="GluePoint2Y" fmla="*/ 6 h 215"/>
              <a:gd name="GluePoint3X" fmla="*/ 56 w 218"/>
              <a:gd name="GluePoint3Y" fmla="*/ 14 h 215"/>
              <a:gd name="GluePoint4X" fmla="*/ 40 w 218"/>
              <a:gd name="GluePoint4Y" fmla="*/ 25 h 215"/>
              <a:gd name="GluePoint5X" fmla="*/ 24 w 218"/>
              <a:gd name="GluePoint5Y" fmla="*/ 41 h 215"/>
              <a:gd name="GluePoint6X" fmla="*/ 13 w 218"/>
              <a:gd name="GluePoint6Y" fmla="*/ 57 h 215"/>
              <a:gd name="GluePoint7X" fmla="*/ 5 w 218"/>
              <a:gd name="GluePoint7Y" fmla="*/ 76 h 215"/>
              <a:gd name="GluePoint8X" fmla="*/ 0 w 218"/>
              <a:gd name="GluePoint8Y" fmla="*/ 97 h 215"/>
              <a:gd name="GluePoint9X" fmla="*/ 0 w 218"/>
              <a:gd name="GluePoint9Y" fmla="*/ 118 h 215"/>
              <a:gd name="GluePoint10X" fmla="*/ 5 w 218"/>
              <a:gd name="GluePoint10Y" fmla="*/ 140 h 215"/>
              <a:gd name="GluePoint11X" fmla="*/ 13 w 218"/>
              <a:gd name="GluePoint11Y" fmla="*/ 159 h 215"/>
              <a:gd name="GluePoint12X" fmla="*/ 24 w 218"/>
              <a:gd name="GluePoint12Y" fmla="*/ 175 h 215"/>
              <a:gd name="GluePoint13X" fmla="*/ 40 w 218"/>
              <a:gd name="GluePoint13Y" fmla="*/ 191 h 215"/>
              <a:gd name="GluePoint14X" fmla="*/ 56 w 218"/>
              <a:gd name="GluePoint14Y" fmla="*/ 202 h 215"/>
              <a:gd name="GluePoint15X" fmla="*/ 78 w 218"/>
              <a:gd name="GluePoint15Y" fmla="*/ 210 h 215"/>
              <a:gd name="GluePoint16X" fmla="*/ 99 w 218"/>
              <a:gd name="GluePoint16Y" fmla="*/ 215 h 215"/>
              <a:gd name="GluePoint17X" fmla="*/ 121 w 218"/>
              <a:gd name="GluePoint17Y" fmla="*/ 215 h 215"/>
              <a:gd name="GluePoint18X" fmla="*/ 142 w 218"/>
              <a:gd name="GluePoint18Y" fmla="*/ 210 h 215"/>
              <a:gd name="GluePoint19X" fmla="*/ 161 w 218"/>
              <a:gd name="GluePoint19Y" fmla="*/ 202 h 215"/>
              <a:gd name="GluePoint20X" fmla="*/ 177 w 218"/>
              <a:gd name="GluePoint20Y" fmla="*/ 191 h 215"/>
              <a:gd name="GluePoint21X" fmla="*/ 193 w 218"/>
              <a:gd name="GluePoint21Y" fmla="*/ 175 h 215"/>
              <a:gd name="GluePoint22X" fmla="*/ 204 w 218"/>
              <a:gd name="GluePoint22Y" fmla="*/ 159 h 215"/>
              <a:gd name="GluePoint23X" fmla="*/ 212 w 218"/>
              <a:gd name="GluePoint23Y" fmla="*/ 140 h 215"/>
              <a:gd name="GluePoint24X" fmla="*/ 218 w 218"/>
              <a:gd name="GluePoint24Y" fmla="*/ 118 h 215"/>
              <a:gd name="GluePoint25X" fmla="*/ 218 w 218"/>
              <a:gd name="GluePoint25Y" fmla="*/ 97 h 215"/>
              <a:gd name="GluePoint26X" fmla="*/ 212 w 218"/>
              <a:gd name="GluePoint26Y" fmla="*/ 76 h 215"/>
              <a:gd name="GluePoint27X" fmla="*/ 204 w 218"/>
              <a:gd name="GluePoint27Y" fmla="*/ 57 h 215"/>
              <a:gd name="GluePoint28X" fmla="*/ 193 w 218"/>
              <a:gd name="GluePoint28Y" fmla="*/ 41 h 215"/>
              <a:gd name="GluePoint29X" fmla="*/ 177 w 218"/>
              <a:gd name="GluePoint29Y" fmla="*/ 25 h 215"/>
              <a:gd name="GluePoint30X" fmla="*/ 161 w 218"/>
              <a:gd name="GluePoint30Y" fmla="*/ 14 h 215"/>
              <a:gd name="GluePoint31X" fmla="*/ 142 w 218"/>
              <a:gd name="GluePoint31Y" fmla="*/ 6 h 215"/>
              <a:gd name="GluePoint32X" fmla="*/ 121 w 218"/>
              <a:gd name="GluePoint32Y" fmla="*/ 0 h 21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218" h="215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10" name="Rectangle 15"/>
          <p:cNvSpPr/>
          <p:nvPr/>
        </p:nvSpPr>
        <p:spPr>
          <a:xfrm>
            <a:off x="2196360" y="2009160"/>
            <a:ext cx="261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1" name="Rectangle 16"/>
          <p:cNvSpPr/>
          <p:nvPr/>
        </p:nvSpPr>
        <p:spPr>
          <a:xfrm>
            <a:off x="2419920" y="2083680"/>
            <a:ext cx="471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12" name="Group 1"/>
          <p:cNvGrpSpPr/>
          <p:nvPr/>
        </p:nvGrpSpPr>
        <p:grpSpPr>
          <a:xfrm>
            <a:off x="2950200" y="1990800"/>
            <a:ext cx="891720" cy="579240"/>
            <a:chOff x="2950200" y="1990800"/>
            <a:chExt cx="891720" cy="579240"/>
          </a:xfrm>
        </p:grpSpPr>
        <p:sp>
          <p:nvSpPr>
            <p:cNvPr id="8213" name="Freeform 8"/>
            <p:cNvSpPr/>
            <p:nvPr/>
          </p:nvSpPr>
          <p:spPr>
            <a:xfrm>
              <a:off x="2950200" y="1990800"/>
              <a:ext cx="891720" cy="579240"/>
            </a:xfrm>
            <a:custGeom>
              <a:avLst/>
              <a:gdLst>
                <a:gd name="textAreaLeft" fmla="*/ 0 w 891720"/>
                <a:gd name="textAreaRight" fmla="*/ 892080 w 891720"/>
                <a:gd name="textAreaTop" fmla="*/ 0 h 579240"/>
                <a:gd name="textAreaBottom" fmla="*/ 579600 h 579240"/>
                <a:gd name="GluePoint1X" fmla="*/ 148 w 562"/>
                <a:gd name="GluePoint1Y" fmla="*/ 5 h 365"/>
                <a:gd name="GluePoint2X" fmla="*/ 121 w 562"/>
                <a:gd name="GluePoint2Y" fmla="*/ 11 h 365"/>
                <a:gd name="GluePoint3X" fmla="*/ 94 w 562"/>
                <a:gd name="GluePoint3Y" fmla="*/ 21 h 365"/>
                <a:gd name="GluePoint4X" fmla="*/ 70 w 562"/>
                <a:gd name="GluePoint4Y" fmla="*/ 37 h 365"/>
                <a:gd name="GluePoint5X" fmla="*/ 46 w 562"/>
                <a:gd name="GluePoint5Y" fmla="*/ 62 h 365"/>
                <a:gd name="GluePoint6X" fmla="*/ 24 w 562"/>
                <a:gd name="GluePoint6Y" fmla="*/ 91 h 365"/>
                <a:gd name="GluePoint7X" fmla="*/ 8 w 562"/>
                <a:gd name="GluePoint7Y" fmla="*/ 121 h 365"/>
                <a:gd name="GluePoint8X" fmla="*/ 3 w 562"/>
                <a:gd name="GluePoint8Y" fmla="*/ 137 h 365"/>
                <a:gd name="GluePoint9X" fmla="*/ 0 w 562"/>
                <a:gd name="GluePoint9Y" fmla="*/ 150 h 365"/>
                <a:gd name="GluePoint10X" fmla="*/ 0 w 562"/>
                <a:gd name="GluePoint10Y" fmla="*/ 166 h 365"/>
                <a:gd name="GluePoint11X" fmla="*/ 3 w 562"/>
                <a:gd name="GluePoint11Y" fmla="*/ 182 h 365"/>
                <a:gd name="GluePoint12X" fmla="*/ 19 w 562"/>
                <a:gd name="GluePoint12Y" fmla="*/ 212 h 365"/>
                <a:gd name="GluePoint13X" fmla="*/ 38 w 562"/>
                <a:gd name="GluePoint13Y" fmla="*/ 244 h 365"/>
                <a:gd name="GluePoint14X" fmla="*/ 59 w 562"/>
                <a:gd name="GluePoint14Y" fmla="*/ 271 h 365"/>
                <a:gd name="GluePoint15X" fmla="*/ 81 w 562"/>
                <a:gd name="GluePoint15Y" fmla="*/ 295 h 365"/>
                <a:gd name="GluePoint16X" fmla="*/ 105 w 562"/>
                <a:gd name="GluePoint16Y" fmla="*/ 319 h 365"/>
                <a:gd name="GluePoint17X" fmla="*/ 119 w 562"/>
                <a:gd name="GluePoint17Y" fmla="*/ 327 h 365"/>
                <a:gd name="GluePoint18X" fmla="*/ 137 w 562"/>
                <a:gd name="GluePoint18Y" fmla="*/ 335 h 365"/>
                <a:gd name="GluePoint19X" fmla="*/ 156 w 562"/>
                <a:gd name="GluePoint19Y" fmla="*/ 343 h 365"/>
                <a:gd name="GluePoint20X" fmla="*/ 183 w 562"/>
                <a:gd name="GluePoint20Y" fmla="*/ 349 h 365"/>
                <a:gd name="GluePoint21X" fmla="*/ 199 w 562"/>
                <a:gd name="GluePoint21Y" fmla="*/ 351 h 365"/>
                <a:gd name="GluePoint22X" fmla="*/ 240 w 562"/>
                <a:gd name="GluePoint22Y" fmla="*/ 357 h 365"/>
                <a:gd name="GluePoint23X" fmla="*/ 285 w 562"/>
                <a:gd name="GluePoint23Y" fmla="*/ 359 h 365"/>
                <a:gd name="GluePoint24X" fmla="*/ 334 w 562"/>
                <a:gd name="GluePoint24Y" fmla="*/ 362 h 365"/>
                <a:gd name="GluePoint25X" fmla="*/ 385 w 562"/>
                <a:gd name="GluePoint25Y" fmla="*/ 365 h 365"/>
                <a:gd name="GluePoint26X" fmla="*/ 433 w 562"/>
                <a:gd name="GluePoint26Y" fmla="*/ 362 h 365"/>
                <a:gd name="GluePoint27X" fmla="*/ 476 w 562"/>
                <a:gd name="GluePoint27Y" fmla="*/ 354 h 365"/>
                <a:gd name="GluePoint28X" fmla="*/ 503 w 562"/>
                <a:gd name="GluePoint28Y" fmla="*/ 346 h 365"/>
                <a:gd name="GluePoint29X" fmla="*/ 519 w 562"/>
                <a:gd name="GluePoint29Y" fmla="*/ 338 h 365"/>
                <a:gd name="GluePoint30X" fmla="*/ 530 w 562"/>
                <a:gd name="GluePoint30Y" fmla="*/ 327 h 365"/>
                <a:gd name="GluePoint31X" fmla="*/ 544 w 562"/>
                <a:gd name="GluePoint31Y" fmla="*/ 308 h 365"/>
                <a:gd name="GluePoint32X" fmla="*/ 554 w 562"/>
                <a:gd name="GluePoint32Y" fmla="*/ 276 h 365"/>
                <a:gd name="GluePoint33X" fmla="*/ 560 w 562"/>
                <a:gd name="GluePoint33Y" fmla="*/ 239 h 365"/>
                <a:gd name="GluePoint34X" fmla="*/ 562 w 562"/>
                <a:gd name="GluePoint34Y" fmla="*/ 196 h 365"/>
                <a:gd name="GluePoint35X" fmla="*/ 560 w 562"/>
                <a:gd name="GluePoint35Y" fmla="*/ 155 h 365"/>
                <a:gd name="GluePoint36X" fmla="*/ 557 w 562"/>
                <a:gd name="GluePoint36Y" fmla="*/ 115 h 365"/>
                <a:gd name="GluePoint37X" fmla="*/ 552 w 562"/>
                <a:gd name="GluePoint37Y" fmla="*/ 80 h 365"/>
                <a:gd name="GluePoint38X" fmla="*/ 549 w 562"/>
                <a:gd name="GluePoint38Y" fmla="*/ 62 h 365"/>
                <a:gd name="GluePoint39X" fmla="*/ 546 w 562"/>
                <a:gd name="GluePoint39Y" fmla="*/ 48 h 365"/>
                <a:gd name="GluePoint40X" fmla="*/ 541 w 562"/>
                <a:gd name="GluePoint40Y" fmla="*/ 32 h 365"/>
                <a:gd name="GluePoint41X" fmla="*/ 533 w 562"/>
                <a:gd name="GluePoint41Y" fmla="*/ 24 h 365"/>
                <a:gd name="GluePoint42X" fmla="*/ 525 w 562"/>
                <a:gd name="GluePoint42Y" fmla="*/ 19 h 365"/>
                <a:gd name="GluePoint43X" fmla="*/ 509 w 562"/>
                <a:gd name="GluePoint43Y" fmla="*/ 16 h 365"/>
                <a:gd name="GluePoint44X" fmla="*/ 482 w 562"/>
                <a:gd name="GluePoint44Y" fmla="*/ 16 h 365"/>
                <a:gd name="GluePoint45X" fmla="*/ 458 w 562"/>
                <a:gd name="GluePoint45Y" fmla="*/ 16 h 365"/>
                <a:gd name="GluePoint46X" fmla="*/ 431 w 562"/>
                <a:gd name="GluePoint46Y" fmla="*/ 13 h 365"/>
                <a:gd name="GluePoint47X" fmla="*/ 388 w 562"/>
                <a:gd name="GluePoint47Y" fmla="*/ 13 h 365"/>
                <a:gd name="GluePoint48X" fmla="*/ 342 w 562"/>
                <a:gd name="GluePoint48Y" fmla="*/ 16 h 365"/>
                <a:gd name="GluePoint49X" fmla="*/ 301 w 562"/>
                <a:gd name="GluePoint49Y" fmla="*/ 16 h 365"/>
                <a:gd name="GluePoint50X" fmla="*/ 264 w 562"/>
                <a:gd name="GluePoint50Y" fmla="*/ 13 h 365"/>
                <a:gd name="GluePoint51X" fmla="*/ 229 w 562"/>
                <a:gd name="GluePoint51Y" fmla="*/ 5 h 365"/>
                <a:gd name="GluePoint52X" fmla="*/ 199 w 562"/>
                <a:gd name="GluePoint52Y" fmla="*/ 0 h 365"/>
                <a:gd name="GluePoint53X" fmla="*/ 183 w 562"/>
                <a:gd name="GluePoint53Y" fmla="*/ 0 h 3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</a:cxnLst>
              <a:rect l="textAreaLeft" t="textAreaTop" r="textAreaRight" b="textAreaBottom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14" name="Rectangle 9"/>
            <p:cNvSpPr/>
            <p:nvPr/>
          </p:nvSpPr>
          <p:spPr>
            <a:xfrm flipH="1">
              <a:off x="3314880" y="2056320"/>
              <a:ext cx="332640" cy="42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A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215" name="Straight Connector 277"/>
          <p:cNvCxnSpPr/>
          <p:nvPr/>
        </p:nvCxnSpPr>
        <p:spPr>
          <a:xfrm flipH="1">
            <a:off x="4921560" y="2841480"/>
            <a:ext cx="618840" cy="360"/>
          </a:xfrm>
          <a:prstGeom prst="straightConnector1">
            <a:avLst/>
          </a:prstGeom>
          <a:ln w="22225">
            <a:solidFill>
              <a:srgbClr val="000000"/>
            </a:solidFill>
          </a:ln>
        </p:spPr>
      </p:cxnSp>
      <p:sp>
        <p:nvSpPr>
          <p:cNvPr id="8216" name="Freeform 19"/>
          <p:cNvSpPr/>
          <p:nvPr/>
        </p:nvSpPr>
        <p:spPr>
          <a:xfrm>
            <a:off x="5503320" y="2665080"/>
            <a:ext cx="345600" cy="336240"/>
          </a:xfrm>
          <a:custGeom>
            <a:avLst/>
            <a:gdLst>
              <a:gd name="textAreaLeft" fmla="*/ 0 w 345600"/>
              <a:gd name="textAreaRight" fmla="*/ 345960 w 345600"/>
              <a:gd name="textAreaTop" fmla="*/ 0 h 336240"/>
              <a:gd name="textAreaBottom" fmla="*/ 336600 h 336240"/>
              <a:gd name="GluePoint1X" fmla="*/ 97 w 218"/>
              <a:gd name="GluePoint1Y" fmla="*/ 0 h 212"/>
              <a:gd name="GluePoint2X" fmla="*/ 75 w 218"/>
              <a:gd name="GluePoint2Y" fmla="*/ 6 h 212"/>
              <a:gd name="GluePoint3X" fmla="*/ 56 w 218"/>
              <a:gd name="GluePoint3Y" fmla="*/ 14 h 212"/>
              <a:gd name="GluePoint4X" fmla="*/ 40 w 218"/>
              <a:gd name="GluePoint4Y" fmla="*/ 24 h 212"/>
              <a:gd name="GluePoint5X" fmla="*/ 24 w 218"/>
              <a:gd name="GluePoint5Y" fmla="*/ 38 h 212"/>
              <a:gd name="GluePoint6X" fmla="*/ 13 w 218"/>
              <a:gd name="GluePoint6Y" fmla="*/ 54 h 212"/>
              <a:gd name="GluePoint7X" fmla="*/ 5 w 218"/>
              <a:gd name="GluePoint7Y" fmla="*/ 73 h 212"/>
              <a:gd name="GluePoint8X" fmla="*/ 0 w 218"/>
              <a:gd name="GluePoint8Y" fmla="*/ 94 h 212"/>
              <a:gd name="GluePoint9X" fmla="*/ 0 w 218"/>
              <a:gd name="GluePoint9Y" fmla="*/ 116 h 212"/>
              <a:gd name="GluePoint10X" fmla="*/ 5 w 218"/>
              <a:gd name="GluePoint10Y" fmla="*/ 137 h 212"/>
              <a:gd name="GluePoint11X" fmla="*/ 13 w 218"/>
              <a:gd name="GluePoint11Y" fmla="*/ 156 h 212"/>
              <a:gd name="GluePoint12X" fmla="*/ 24 w 218"/>
              <a:gd name="GluePoint12Y" fmla="*/ 172 h 212"/>
              <a:gd name="GluePoint13X" fmla="*/ 40 w 218"/>
              <a:gd name="GluePoint13Y" fmla="*/ 188 h 212"/>
              <a:gd name="GluePoint14X" fmla="*/ 56 w 218"/>
              <a:gd name="GluePoint14Y" fmla="*/ 199 h 212"/>
              <a:gd name="GluePoint15X" fmla="*/ 75 w 218"/>
              <a:gd name="GluePoint15Y" fmla="*/ 207 h 212"/>
              <a:gd name="GluePoint16X" fmla="*/ 97 w 218"/>
              <a:gd name="GluePoint16Y" fmla="*/ 212 h 212"/>
              <a:gd name="GluePoint17X" fmla="*/ 118 w 218"/>
              <a:gd name="GluePoint17Y" fmla="*/ 212 h 212"/>
              <a:gd name="GluePoint18X" fmla="*/ 140 w 218"/>
              <a:gd name="GluePoint18Y" fmla="*/ 207 h 212"/>
              <a:gd name="GluePoint19X" fmla="*/ 161 w 218"/>
              <a:gd name="GluePoint19Y" fmla="*/ 199 h 212"/>
              <a:gd name="GluePoint20X" fmla="*/ 178 w 218"/>
              <a:gd name="GluePoint20Y" fmla="*/ 188 h 212"/>
              <a:gd name="GluePoint21X" fmla="*/ 194 w 218"/>
              <a:gd name="GluePoint21Y" fmla="*/ 172 h 212"/>
              <a:gd name="GluePoint22X" fmla="*/ 204 w 218"/>
              <a:gd name="GluePoint22Y" fmla="*/ 156 h 212"/>
              <a:gd name="GluePoint23X" fmla="*/ 213 w 218"/>
              <a:gd name="GluePoint23Y" fmla="*/ 137 h 212"/>
              <a:gd name="GluePoint24X" fmla="*/ 218 w 218"/>
              <a:gd name="GluePoint24Y" fmla="*/ 116 h 212"/>
              <a:gd name="GluePoint25X" fmla="*/ 218 w 218"/>
              <a:gd name="GluePoint25Y" fmla="*/ 94 h 212"/>
              <a:gd name="GluePoint26X" fmla="*/ 213 w 218"/>
              <a:gd name="GluePoint26Y" fmla="*/ 73 h 212"/>
              <a:gd name="GluePoint27X" fmla="*/ 204 w 218"/>
              <a:gd name="GluePoint27Y" fmla="*/ 54 h 212"/>
              <a:gd name="GluePoint28X" fmla="*/ 194 w 218"/>
              <a:gd name="GluePoint28Y" fmla="*/ 38 h 212"/>
              <a:gd name="GluePoint29X" fmla="*/ 178 w 218"/>
              <a:gd name="GluePoint29Y" fmla="*/ 24 h 212"/>
              <a:gd name="GluePoint30X" fmla="*/ 161 w 218"/>
              <a:gd name="GluePoint30Y" fmla="*/ 14 h 212"/>
              <a:gd name="GluePoint31X" fmla="*/ 140 w 218"/>
              <a:gd name="GluePoint31Y" fmla="*/ 6 h 212"/>
              <a:gd name="GluePoint32X" fmla="*/ 118 w 218"/>
              <a:gd name="GluePoint32Y" fmla="*/ 0 h 21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218" h="212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17" name="Rectangle 20"/>
          <p:cNvSpPr/>
          <p:nvPr/>
        </p:nvSpPr>
        <p:spPr>
          <a:xfrm>
            <a:off x="5611680" y="2615760"/>
            <a:ext cx="1738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18" name="Group 7"/>
          <p:cNvGrpSpPr/>
          <p:nvPr/>
        </p:nvGrpSpPr>
        <p:grpSpPr>
          <a:xfrm>
            <a:off x="4043880" y="2436120"/>
            <a:ext cx="896400" cy="574200"/>
            <a:chOff x="4043880" y="2436120"/>
            <a:chExt cx="896400" cy="574200"/>
          </a:xfrm>
        </p:grpSpPr>
        <p:sp>
          <p:nvSpPr>
            <p:cNvPr id="8219" name="Freeform 11"/>
            <p:cNvSpPr/>
            <p:nvPr/>
          </p:nvSpPr>
          <p:spPr>
            <a:xfrm>
              <a:off x="4043880" y="2436120"/>
              <a:ext cx="896400" cy="574200"/>
            </a:xfrm>
            <a:custGeom>
              <a:avLst/>
              <a:gdLst>
                <a:gd name="textAreaLeft" fmla="*/ 0 w 896400"/>
                <a:gd name="textAreaRight" fmla="*/ 896760 w 896400"/>
                <a:gd name="textAreaTop" fmla="*/ 0 h 574200"/>
                <a:gd name="textAreaBottom" fmla="*/ 574560 h 574200"/>
                <a:gd name="GluePoint1X" fmla="*/ 164 w 565"/>
                <a:gd name="GluePoint1Y" fmla="*/ 0 h 362"/>
                <a:gd name="GluePoint2X" fmla="*/ 134 w 565"/>
                <a:gd name="GluePoint2Y" fmla="*/ 6 h 362"/>
                <a:gd name="GluePoint3X" fmla="*/ 108 w 565"/>
                <a:gd name="GluePoint3Y" fmla="*/ 14 h 362"/>
                <a:gd name="GluePoint4X" fmla="*/ 83 w 565"/>
                <a:gd name="GluePoint4Y" fmla="*/ 30 h 362"/>
                <a:gd name="GluePoint5X" fmla="*/ 62 w 565"/>
                <a:gd name="GluePoint5Y" fmla="*/ 48 h 362"/>
                <a:gd name="GluePoint6X" fmla="*/ 38 w 565"/>
                <a:gd name="GluePoint6Y" fmla="*/ 73 h 362"/>
                <a:gd name="GluePoint7X" fmla="*/ 16 w 565"/>
                <a:gd name="GluePoint7Y" fmla="*/ 105 h 362"/>
                <a:gd name="GluePoint8X" fmla="*/ 5 w 565"/>
                <a:gd name="GluePoint8Y" fmla="*/ 126 h 362"/>
                <a:gd name="GluePoint9X" fmla="*/ 0 w 565"/>
                <a:gd name="GluePoint9Y" fmla="*/ 142 h 362"/>
                <a:gd name="GluePoint10X" fmla="*/ 0 w 565"/>
                <a:gd name="GluePoint10Y" fmla="*/ 158 h 362"/>
                <a:gd name="GluePoint11X" fmla="*/ 5 w 565"/>
                <a:gd name="GluePoint11Y" fmla="*/ 180 h 362"/>
                <a:gd name="GluePoint12X" fmla="*/ 19 w 565"/>
                <a:gd name="GluePoint12Y" fmla="*/ 212 h 362"/>
                <a:gd name="GluePoint13X" fmla="*/ 38 w 565"/>
                <a:gd name="GluePoint13Y" fmla="*/ 242 h 362"/>
                <a:gd name="GluePoint14X" fmla="*/ 59 w 565"/>
                <a:gd name="GluePoint14Y" fmla="*/ 268 h 362"/>
                <a:gd name="GluePoint15X" fmla="*/ 81 w 565"/>
                <a:gd name="GluePoint15Y" fmla="*/ 295 h 362"/>
                <a:gd name="GluePoint16X" fmla="*/ 105 w 565"/>
                <a:gd name="GluePoint16Y" fmla="*/ 317 h 362"/>
                <a:gd name="GluePoint17X" fmla="*/ 121 w 565"/>
                <a:gd name="GluePoint17Y" fmla="*/ 327 h 362"/>
                <a:gd name="GluePoint18X" fmla="*/ 137 w 565"/>
                <a:gd name="GluePoint18Y" fmla="*/ 335 h 362"/>
                <a:gd name="GluePoint19X" fmla="*/ 159 w 565"/>
                <a:gd name="GluePoint19Y" fmla="*/ 343 h 362"/>
                <a:gd name="GluePoint20X" fmla="*/ 186 w 565"/>
                <a:gd name="GluePoint20Y" fmla="*/ 349 h 362"/>
                <a:gd name="GluePoint21X" fmla="*/ 202 w 565"/>
                <a:gd name="GluePoint21Y" fmla="*/ 351 h 362"/>
                <a:gd name="GluePoint22X" fmla="*/ 239 w 565"/>
                <a:gd name="GluePoint22Y" fmla="*/ 354 h 362"/>
                <a:gd name="GluePoint23X" fmla="*/ 285 w 565"/>
                <a:gd name="GluePoint23Y" fmla="*/ 360 h 362"/>
                <a:gd name="GluePoint24X" fmla="*/ 334 w 565"/>
                <a:gd name="GluePoint24Y" fmla="*/ 362 h 362"/>
                <a:gd name="GluePoint25X" fmla="*/ 385 w 565"/>
                <a:gd name="GluePoint25Y" fmla="*/ 362 h 362"/>
                <a:gd name="GluePoint26X" fmla="*/ 433 w 565"/>
                <a:gd name="GluePoint26Y" fmla="*/ 360 h 362"/>
                <a:gd name="GluePoint27X" fmla="*/ 476 w 565"/>
                <a:gd name="GluePoint27Y" fmla="*/ 354 h 362"/>
                <a:gd name="GluePoint28X" fmla="*/ 503 w 565"/>
                <a:gd name="GluePoint28Y" fmla="*/ 343 h 362"/>
                <a:gd name="GluePoint29X" fmla="*/ 519 w 565"/>
                <a:gd name="GluePoint29Y" fmla="*/ 338 h 362"/>
                <a:gd name="GluePoint30X" fmla="*/ 530 w 565"/>
                <a:gd name="GluePoint30Y" fmla="*/ 327 h 362"/>
                <a:gd name="GluePoint31X" fmla="*/ 543 w 565"/>
                <a:gd name="GluePoint31Y" fmla="*/ 309 h 362"/>
                <a:gd name="GluePoint32X" fmla="*/ 557 w 565"/>
                <a:gd name="GluePoint32Y" fmla="*/ 276 h 362"/>
                <a:gd name="GluePoint33X" fmla="*/ 562 w 565"/>
                <a:gd name="GluePoint33Y" fmla="*/ 236 h 362"/>
                <a:gd name="GluePoint34X" fmla="*/ 565 w 565"/>
                <a:gd name="GluePoint34Y" fmla="*/ 196 h 362"/>
                <a:gd name="GluePoint35X" fmla="*/ 562 w 565"/>
                <a:gd name="GluePoint35Y" fmla="*/ 153 h 362"/>
                <a:gd name="GluePoint36X" fmla="*/ 560 w 565"/>
                <a:gd name="GluePoint36Y" fmla="*/ 113 h 362"/>
                <a:gd name="GluePoint37X" fmla="*/ 554 w 565"/>
                <a:gd name="GluePoint37Y" fmla="*/ 78 h 362"/>
                <a:gd name="GluePoint38X" fmla="*/ 549 w 565"/>
                <a:gd name="GluePoint38Y" fmla="*/ 59 h 362"/>
                <a:gd name="GluePoint39X" fmla="*/ 546 w 565"/>
                <a:gd name="GluePoint39Y" fmla="*/ 46 h 362"/>
                <a:gd name="GluePoint40X" fmla="*/ 541 w 565"/>
                <a:gd name="GluePoint40Y" fmla="*/ 32 h 362"/>
                <a:gd name="GluePoint41X" fmla="*/ 533 w 565"/>
                <a:gd name="GluePoint41Y" fmla="*/ 24 h 362"/>
                <a:gd name="GluePoint42X" fmla="*/ 525 w 565"/>
                <a:gd name="GluePoint42Y" fmla="*/ 19 h 362"/>
                <a:gd name="GluePoint43X" fmla="*/ 508 w 565"/>
                <a:gd name="GluePoint43Y" fmla="*/ 16 h 362"/>
                <a:gd name="GluePoint44X" fmla="*/ 482 w 565"/>
                <a:gd name="GluePoint44Y" fmla="*/ 16 h 362"/>
                <a:gd name="GluePoint45X" fmla="*/ 460 w 565"/>
                <a:gd name="GluePoint45Y" fmla="*/ 14 h 362"/>
                <a:gd name="GluePoint46X" fmla="*/ 430 w 565"/>
                <a:gd name="GluePoint46Y" fmla="*/ 11 h 362"/>
                <a:gd name="GluePoint47X" fmla="*/ 387 w 565"/>
                <a:gd name="GluePoint47Y" fmla="*/ 14 h 362"/>
                <a:gd name="GluePoint48X" fmla="*/ 342 w 565"/>
                <a:gd name="GluePoint48Y" fmla="*/ 14 h 362"/>
                <a:gd name="GluePoint49X" fmla="*/ 301 w 565"/>
                <a:gd name="GluePoint49Y" fmla="*/ 14 h 362"/>
                <a:gd name="GluePoint50X" fmla="*/ 264 w 565"/>
                <a:gd name="GluePoint50Y" fmla="*/ 11 h 362"/>
                <a:gd name="GluePoint51X" fmla="*/ 229 w 565"/>
                <a:gd name="GluePoint51Y" fmla="*/ 3 h 362"/>
                <a:gd name="GluePoint52X" fmla="*/ 199 w 565"/>
                <a:gd name="GluePoint52Y" fmla="*/ 0 h 362"/>
                <a:gd name="GluePoint53X" fmla="*/ 183 w 565"/>
                <a:gd name="GluePoint53Y" fmla="*/ 0 h 3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</a:cxnLst>
              <a:rect l="textAreaLeft" t="textAreaTop" r="textAreaRight" b="textAreaBottom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20" name="Rectangle 12"/>
            <p:cNvSpPr/>
            <p:nvPr/>
          </p:nvSpPr>
          <p:spPr>
            <a:xfrm>
              <a:off x="4378680" y="2470320"/>
              <a:ext cx="261360" cy="48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1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C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1" name="Rectangle 13"/>
            <p:cNvSpPr/>
            <p:nvPr/>
          </p:nvSpPr>
          <p:spPr>
            <a:xfrm>
              <a:off x="4556880" y="2555280"/>
              <a:ext cx="47160" cy="21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22" name="Group 8"/>
          <p:cNvGrpSpPr/>
          <p:nvPr/>
        </p:nvGrpSpPr>
        <p:grpSpPr>
          <a:xfrm>
            <a:off x="5542560" y="1820520"/>
            <a:ext cx="345600" cy="377280"/>
            <a:chOff x="5542560" y="1820520"/>
            <a:chExt cx="345600" cy="377280"/>
          </a:xfrm>
        </p:grpSpPr>
        <p:sp>
          <p:nvSpPr>
            <p:cNvPr id="8223" name="Freeform 17"/>
            <p:cNvSpPr/>
            <p:nvPr/>
          </p:nvSpPr>
          <p:spPr>
            <a:xfrm>
              <a:off x="5542560" y="1861560"/>
              <a:ext cx="345600" cy="336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36240"/>
                <a:gd name="textAreaBottom" fmla="*/ 336600 h 336240"/>
                <a:gd name="GluePoint1X" fmla="*/ 100 w 218"/>
                <a:gd name="GluePoint1Y" fmla="*/ 0 h 212"/>
                <a:gd name="GluePoint2X" fmla="*/ 78 w 218"/>
                <a:gd name="GluePoint2Y" fmla="*/ 6 h 212"/>
                <a:gd name="GluePoint3X" fmla="*/ 57 w 218"/>
                <a:gd name="GluePoint3Y" fmla="*/ 14 h 212"/>
                <a:gd name="GluePoint4X" fmla="*/ 41 w 218"/>
                <a:gd name="GluePoint4Y" fmla="*/ 24 h 212"/>
                <a:gd name="GluePoint5X" fmla="*/ 25 w 218"/>
                <a:gd name="GluePoint5Y" fmla="*/ 38 h 212"/>
                <a:gd name="GluePoint6X" fmla="*/ 14 w 218"/>
                <a:gd name="GluePoint6Y" fmla="*/ 54 h 212"/>
                <a:gd name="GluePoint7X" fmla="*/ 6 w 218"/>
                <a:gd name="GluePoint7Y" fmla="*/ 73 h 212"/>
                <a:gd name="GluePoint8X" fmla="*/ 0 w 218"/>
                <a:gd name="GluePoint8Y" fmla="*/ 94 h 212"/>
                <a:gd name="GluePoint9X" fmla="*/ 0 w 218"/>
                <a:gd name="GluePoint9Y" fmla="*/ 115 h 212"/>
                <a:gd name="GluePoint10X" fmla="*/ 6 w 218"/>
                <a:gd name="GluePoint10Y" fmla="*/ 137 h 212"/>
                <a:gd name="GluePoint11X" fmla="*/ 14 w 218"/>
                <a:gd name="GluePoint11Y" fmla="*/ 156 h 212"/>
                <a:gd name="GluePoint12X" fmla="*/ 25 w 218"/>
                <a:gd name="GluePoint12Y" fmla="*/ 172 h 212"/>
                <a:gd name="GluePoint13X" fmla="*/ 41 w 218"/>
                <a:gd name="GluePoint13Y" fmla="*/ 188 h 212"/>
                <a:gd name="GluePoint14X" fmla="*/ 57 w 218"/>
                <a:gd name="GluePoint14Y" fmla="*/ 199 h 212"/>
                <a:gd name="GluePoint15X" fmla="*/ 78 w 218"/>
                <a:gd name="GluePoint15Y" fmla="*/ 207 h 212"/>
                <a:gd name="GluePoint16X" fmla="*/ 100 w 218"/>
                <a:gd name="GluePoint16Y" fmla="*/ 212 h 212"/>
                <a:gd name="GluePoint17X" fmla="*/ 121 w 218"/>
                <a:gd name="GluePoint17Y" fmla="*/ 212 h 212"/>
                <a:gd name="GluePoint18X" fmla="*/ 143 w 218"/>
                <a:gd name="GluePoint18Y" fmla="*/ 207 h 212"/>
                <a:gd name="GluePoint19X" fmla="*/ 162 w 218"/>
                <a:gd name="GluePoint19Y" fmla="*/ 199 h 212"/>
                <a:gd name="GluePoint20X" fmla="*/ 178 w 218"/>
                <a:gd name="GluePoint20Y" fmla="*/ 188 h 212"/>
                <a:gd name="GluePoint21X" fmla="*/ 194 w 218"/>
                <a:gd name="GluePoint21Y" fmla="*/ 172 h 212"/>
                <a:gd name="GluePoint22X" fmla="*/ 205 w 218"/>
                <a:gd name="GluePoint22Y" fmla="*/ 156 h 212"/>
                <a:gd name="GluePoint23X" fmla="*/ 213 w 218"/>
                <a:gd name="GluePoint23Y" fmla="*/ 137 h 212"/>
                <a:gd name="GluePoint24X" fmla="*/ 218 w 218"/>
                <a:gd name="GluePoint24Y" fmla="*/ 115 h 212"/>
                <a:gd name="GluePoint25X" fmla="*/ 218 w 218"/>
                <a:gd name="GluePoint25Y" fmla="*/ 94 h 212"/>
                <a:gd name="GluePoint26X" fmla="*/ 213 w 218"/>
                <a:gd name="GluePoint26Y" fmla="*/ 73 h 212"/>
                <a:gd name="GluePoint27X" fmla="*/ 205 w 218"/>
                <a:gd name="GluePoint27Y" fmla="*/ 54 h 212"/>
                <a:gd name="GluePoint28X" fmla="*/ 194 w 218"/>
                <a:gd name="GluePoint28Y" fmla="*/ 38 h 212"/>
                <a:gd name="GluePoint29X" fmla="*/ 178 w 218"/>
                <a:gd name="GluePoint29Y" fmla="*/ 24 h 212"/>
                <a:gd name="GluePoint30X" fmla="*/ 162 w 218"/>
                <a:gd name="GluePoint30Y" fmla="*/ 14 h 212"/>
                <a:gd name="GluePoint31X" fmla="*/ 143 w 218"/>
                <a:gd name="GluePoint31Y" fmla="*/ 6 h 212"/>
                <a:gd name="GluePoint32X" fmla="*/ 121 w 218"/>
                <a:gd name="GluePoint32Y" fmla="*/ 0 h 2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24" name="Rectangle 18"/>
            <p:cNvSpPr/>
            <p:nvPr/>
          </p:nvSpPr>
          <p:spPr>
            <a:xfrm>
              <a:off x="5650920" y="1820520"/>
              <a:ext cx="176040" cy="36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x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25" name="Group 47"/>
          <p:cNvGrpSpPr/>
          <p:nvPr/>
        </p:nvGrpSpPr>
        <p:grpSpPr>
          <a:xfrm>
            <a:off x="3351960" y="2514240"/>
            <a:ext cx="742320" cy="483480"/>
            <a:chOff x="3351960" y="2514240"/>
            <a:chExt cx="742320" cy="483480"/>
          </a:xfrm>
        </p:grpSpPr>
        <p:sp>
          <p:nvSpPr>
            <p:cNvPr id="8226" name="Text Box 119"/>
            <p:cNvSpPr/>
            <p:nvPr/>
          </p:nvSpPr>
          <p:spPr>
            <a:xfrm>
              <a:off x="3351960" y="2725920"/>
              <a:ext cx="478080" cy="27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A,w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7" name="AutoShape 118"/>
            <p:cNvSpPr/>
            <p:nvPr/>
          </p:nvSpPr>
          <p:spPr>
            <a:xfrm rot="12975000">
              <a:off x="3624120" y="2629800"/>
              <a:ext cx="456120" cy="19692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297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28" name="Group 50"/>
          <p:cNvGrpSpPr/>
          <p:nvPr/>
        </p:nvGrpSpPr>
        <p:grpSpPr>
          <a:xfrm>
            <a:off x="3297600" y="1578960"/>
            <a:ext cx="735480" cy="452880"/>
            <a:chOff x="3297600" y="1578960"/>
            <a:chExt cx="735480" cy="452880"/>
          </a:xfrm>
        </p:grpSpPr>
        <p:sp>
          <p:nvSpPr>
            <p:cNvPr id="8229" name="Text Box 119"/>
            <p:cNvSpPr/>
            <p:nvPr/>
          </p:nvSpPr>
          <p:spPr>
            <a:xfrm>
              <a:off x="3297600" y="1596600"/>
              <a:ext cx="478080" cy="27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A,w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0" name="AutoShape 118"/>
            <p:cNvSpPr/>
            <p:nvPr/>
          </p:nvSpPr>
          <p:spPr>
            <a:xfrm rot="8256600">
              <a:off x="3570120" y="1706760"/>
              <a:ext cx="456120" cy="196920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0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825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095" dur="indefinite" restart="never" nodeType="tmRoot">
          <p:childTnLst>
            <p:seq>
              <p:cTn id="2096" dur="indefinite" nodeType="mainSeq">
                <p:childTnLst>
                  <p:par>
                    <p:cTn id="2097" fill="hold">
                      <p:stCondLst>
                        <p:cond delay="indefinite"/>
                      </p:stCondLst>
                      <p:childTnLst>
                        <p:par>
                          <p:cTn id="2098" fill="hold">
                            <p:stCondLst>
                              <p:cond delay="0"/>
                            </p:stCondLst>
                            <p:childTnLst>
                              <p:par>
                                <p:cTn id="209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01" dur="500"/>
                                        <p:tgtEl>
                                          <p:spTgt spid="8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2" fill="hold">
                            <p:stCondLst>
                              <p:cond delay="500"/>
                            </p:stCondLst>
                            <p:childTnLst>
                              <p:par>
                                <p:cTn id="2103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05" dur="10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6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08" dur="10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9" fill="hold">
                      <p:stCondLst>
                        <p:cond delay="indefinite"/>
                      </p:stCondLst>
                      <p:childTnLst>
                        <p:par>
                          <p:cTn id="2110" fill="hold">
                            <p:stCondLst>
                              <p:cond delay="0"/>
                            </p:stCondLst>
                            <p:childTnLst>
                              <p:par>
                                <p:cTn id="211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13" dur="500"/>
                                        <p:tgtEl>
                                          <p:spTgt spid="8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16" dur="500"/>
                                        <p:tgtEl>
                                          <p:spTgt spid="8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19" dur="500"/>
                                        <p:tgtEl>
                                          <p:spTgt spid="8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0" fill="hold">
                      <p:stCondLst>
                        <p:cond delay="indefinite"/>
                      </p:stCondLst>
                      <p:childTnLst>
                        <p:par>
                          <p:cTn id="2121" fill="hold">
                            <p:stCondLst>
                              <p:cond delay="0"/>
                            </p:stCondLst>
                            <p:childTnLst>
                              <p:par>
                                <p:cTn id="212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24" dur="500"/>
                                        <p:tgtEl>
                                          <p:spTgt spid="8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1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124892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BGP: achieving policy via advertisements </a:t>
            </a:r>
            <a:r>
              <a:rPr lang="en-US" sz="40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(more)</a:t>
            </a:r>
            <a:endParaRPr lang="en-US" sz="40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232" name="PlaceHolder 2"/>
          <p:cNvSpPr>
            <a:spLocks noGrp="1"/>
          </p:cNvSpPr>
          <p:nvPr>
            <p:ph type="sldNum" idx="65"/>
          </p:nvPr>
        </p:nvSpPr>
        <p:spPr>
          <a:xfrm>
            <a:off x="9169560" y="64490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84A4B09E-D726-4AE4-B112-24655192400F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74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3" name="AutoShape 6"/>
          <p:cNvSpPr/>
          <p:nvPr/>
        </p:nvSpPr>
        <p:spPr>
          <a:xfrm>
            <a:off x="1916640" y="1048680"/>
            <a:ext cx="753876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8234" name="Group 6"/>
          <p:cNvGrpSpPr/>
          <p:nvPr/>
        </p:nvGrpSpPr>
        <p:grpSpPr>
          <a:xfrm>
            <a:off x="3983760" y="1441080"/>
            <a:ext cx="893520" cy="577440"/>
            <a:chOff x="3983760" y="1441080"/>
            <a:chExt cx="893520" cy="577440"/>
          </a:xfrm>
        </p:grpSpPr>
        <p:sp>
          <p:nvSpPr>
            <p:cNvPr id="8235" name="Freeform 7"/>
            <p:cNvSpPr/>
            <p:nvPr/>
          </p:nvSpPr>
          <p:spPr>
            <a:xfrm>
              <a:off x="3983760" y="1441080"/>
              <a:ext cx="893520" cy="577440"/>
            </a:xfrm>
            <a:custGeom>
              <a:avLst/>
              <a:gdLst>
                <a:gd name="textAreaLeft" fmla="*/ 0 w 893520"/>
                <a:gd name="textAreaRight" fmla="*/ 893880 w 893520"/>
                <a:gd name="textAreaTop" fmla="*/ 0 h 577440"/>
                <a:gd name="textAreaBottom" fmla="*/ 577800 h 577440"/>
                <a:gd name="GluePoint1X" fmla="*/ 148 w 563"/>
                <a:gd name="GluePoint1Y" fmla="*/ 5 h 364"/>
                <a:gd name="GluePoint2X" fmla="*/ 119 w 563"/>
                <a:gd name="GluePoint2Y" fmla="*/ 10 h 364"/>
                <a:gd name="GluePoint3X" fmla="*/ 94 w 563"/>
                <a:gd name="GluePoint3Y" fmla="*/ 21 h 364"/>
                <a:gd name="GluePoint4X" fmla="*/ 70 w 563"/>
                <a:gd name="GluePoint4Y" fmla="*/ 37 h 364"/>
                <a:gd name="GluePoint5X" fmla="*/ 46 w 563"/>
                <a:gd name="GluePoint5Y" fmla="*/ 61 h 364"/>
                <a:gd name="GluePoint6X" fmla="*/ 24 w 563"/>
                <a:gd name="GluePoint6Y" fmla="*/ 91 h 364"/>
                <a:gd name="GluePoint7X" fmla="*/ 8 w 563"/>
                <a:gd name="GluePoint7Y" fmla="*/ 120 h 364"/>
                <a:gd name="GluePoint8X" fmla="*/ 3 w 563"/>
                <a:gd name="GluePoint8Y" fmla="*/ 136 h 364"/>
                <a:gd name="GluePoint9X" fmla="*/ 0 w 563"/>
                <a:gd name="GluePoint9Y" fmla="*/ 150 h 364"/>
                <a:gd name="GluePoint10X" fmla="*/ 0 w 563"/>
                <a:gd name="GluePoint10Y" fmla="*/ 166 h 364"/>
                <a:gd name="GluePoint11X" fmla="*/ 8 w 563"/>
                <a:gd name="GluePoint11Y" fmla="*/ 195 h 364"/>
                <a:gd name="GluePoint12X" fmla="*/ 27 w 563"/>
                <a:gd name="GluePoint12Y" fmla="*/ 228 h 364"/>
                <a:gd name="GluePoint13X" fmla="*/ 49 w 563"/>
                <a:gd name="GluePoint13Y" fmla="*/ 257 h 364"/>
                <a:gd name="GluePoint14X" fmla="*/ 70 w 563"/>
                <a:gd name="GluePoint14Y" fmla="*/ 284 h 364"/>
                <a:gd name="GluePoint15X" fmla="*/ 92 w 563"/>
                <a:gd name="GluePoint15Y" fmla="*/ 305 h 364"/>
                <a:gd name="GluePoint16X" fmla="*/ 111 w 563"/>
                <a:gd name="GluePoint16Y" fmla="*/ 321 h 364"/>
                <a:gd name="GluePoint17X" fmla="*/ 127 w 563"/>
                <a:gd name="GluePoint17Y" fmla="*/ 332 h 364"/>
                <a:gd name="GluePoint18X" fmla="*/ 146 w 563"/>
                <a:gd name="GluePoint18Y" fmla="*/ 340 h 364"/>
                <a:gd name="GluePoint19X" fmla="*/ 170 w 563"/>
                <a:gd name="GluePoint19Y" fmla="*/ 346 h 364"/>
                <a:gd name="GluePoint20X" fmla="*/ 191 w 563"/>
                <a:gd name="GluePoint20Y" fmla="*/ 348 h 364"/>
                <a:gd name="GluePoint21X" fmla="*/ 218 w 563"/>
                <a:gd name="GluePoint21Y" fmla="*/ 354 h 364"/>
                <a:gd name="GluePoint22X" fmla="*/ 261 w 563"/>
                <a:gd name="GluePoint22Y" fmla="*/ 356 h 364"/>
                <a:gd name="GluePoint23X" fmla="*/ 310 w 563"/>
                <a:gd name="GluePoint23Y" fmla="*/ 362 h 364"/>
                <a:gd name="GluePoint24X" fmla="*/ 361 w 563"/>
                <a:gd name="GluePoint24Y" fmla="*/ 364 h 364"/>
                <a:gd name="GluePoint25X" fmla="*/ 409 w 563"/>
                <a:gd name="GluePoint25Y" fmla="*/ 362 h 364"/>
                <a:gd name="GluePoint26X" fmla="*/ 458 w 563"/>
                <a:gd name="GluePoint26Y" fmla="*/ 359 h 364"/>
                <a:gd name="GluePoint27X" fmla="*/ 495 w 563"/>
                <a:gd name="GluePoint27Y" fmla="*/ 348 h 364"/>
                <a:gd name="GluePoint28X" fmla="*/ 511 w 563"/>
                <a:gd name="GluePoint28Y" fmla="*/ 340 h 364"/>
                <a:gd name="GluePoint29X" fmla="*/ 525 w 563"/>
                <a:gd name="GluePoint29Y" fmla="*/ 332 h 364"/>
                <a:gd name="GluePoint30X" fmla="*/ 536 w 563"/>
                <a:gd name="GluePoint30Y" fmla="*/ 321 h 364"/>
                <a:gd name="GluePoint31X" fmla="*/ 549 w 563"/>
                <a:gd name="GluePoint31Y" fmla="*/ 295 h 364"/>
                <a:gd name="GluePoint32X" fmla="*/ 557 w 563"/>
                <a:gd name="GluePoint32Y" fmla="*/ 257 h 364"/>
                <a:gd name="GluePoint33X" fmla="*/ 563 w 563"/>
                <a:gd name="GluePoint33Y" fmla="*/ 217 h 364"/>
                <a:gd name="GluePoint34X" fmla="*/ 563 w 563"/>
                <a:gd name="GluePoint34Y" fmla="*/ 174 h 364"/>
                <a:gd name="GluePoint35X" fmla="*/ 557 w 563"/>
                <a:gd name="GluePoint35Y" fmla="*/ 134 h 364"/>
                <a:gd name="GluePoint36X" fmla="*/ 555 w 563"/>
                <a:gd name="GluePoint36Y" fmla="*/ 96 h 364"/>
                <a:gd name="GluePoint37X" fmla="*/ 549 w 563"/>
                <a:gd name="GluePoint37Y" fmla="*/ 67 h 364"/>
                <a:gd name="GluePoint38X" fmla="*/ 546 w 563"/>
                <a:gd name="GluePoint38Y" fmla="*/ 56 h 364"/>
                <a:gd name="GluePoint39X" fmla="*/ 541 w 563"/>
                <a:gd name="GluePoint39Y" fmla="*/ 40 h 364"/>
                <a:gd name="GluePoint40X" fmla="*/ 536 w 563"/>
                <a:gd name="GluePoint40Y" fmla="*/ 29 h 364"/>
                <a:gd name="GluePoint41X" fmla="*/ 528 w 563"/>
                <a:gd name="GluePoint41Y" fmla="*/ 21 h 364"/>
                <a:gd name="GluePoint42X" fmla="*/ 520 w 563"/>
                <a:gd name="GluePoint42Y" fmla="*/ 18 h 364"/>
                <a:gd name="GluePoint43X" fmla="*/ 495 w 563"/>
                <a:gd name="GluePoint43Y" fmla="*/ 16 h 364"/>
                <a:gd name="GluePoint44X" fmla="*/ 466 w 563"/>
                <a:gd name="GluePoint44Y" fmla="*/ 16 h 364"/>
                <a:gd name="GluePoint45X" fmla="*/ 450 w 563"/>
                <a:gd name="GluePoint45Y" fmla="*/ 13 h 364"/>
                <a:gd name="GluePoint46X" fmla="*/ 409 w 563"/>
                <a:gd name="GluePoint46Y" fmla="*/ 13 h 364"/>
                <a:gd name="GluePoint47X" fmla="*/ 364 w 563"/>
                <a:gd name="GluePoint47Y" fmla="*/ 16 h 364"/>
                <a:gd name="GluePoint48X" fmla="*/ 320 w 563"/>
                <a:gd name="GluePoint48Y" fmla="*/ 16 h 364"/>
                <a:gd name="GluePoint49X" fmla="*/ 283 w 563"/>
                <a:gd name="GluePoint49Y" fmla="*/ 13 h 364"/>
                <a:gd name="GluePoint50X" fmla="*/ 248 w 563"/>
                <a:gd name="GluePoint50Y" fmla="*/ 8 h 364"/>
                <a:gd name="GluePoint51X" fmla="*/ 213 w 563"/>
                <a:gd name="GluePoint51Y" fmla="*/ 2 h 364"/>
                <a:gd name="GluePoint52X" fmla="*/ 186 w 563"/>
                <a:gd name="GluePoint52Y" fmla="*/ 0 h 364"/>
                <a:gd name="GluePoint53X" fmla="*/ 175 w 563"/>
                <a:gd name="GluePoint53Y" fmla="*/ 0 h 3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</a:cxnLst>
              <a:rect l="textAreaLeft" t="textAreaTop" r="textAreaRight" b="textAreaBottom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36" name="Rectangle 10"/>
            <p:cNvSpPr/>
            <p:nvPr/>
          </p:nvSpPr>
          <p:spPr>
            <a:xfrm>
              <a:off x="4345920" y="1490760"/>
              <a:ext cx="264600" cy="48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B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37" name="Line 22"/>
          <p:cNvSpPr/>
          <p:nvPr/>
        </p:nvSpPr>
        <p:spPr>
          <a:xfrm>
            <a:off x="4877280" y="1734480"/>
            <a:ext cx="665280" cy="276120"/>
          </a:xfrm>
          <a:prstGeom prst="line">
            <a:avLst/>
          </a:prstGeom>
          <a:ln w="174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38" name="Line 23"/>
          <p:cNvSpPr/>
          <p:nvPr/>
        </p:nvSpPr>
        <p:spPr>
          <a:xfrm flipV="1">
            <a:off x="4920120" y="2117160"/>
            <a:ext cx="669960" cy="566640"/>
          </a:xfrm>
          <a:prstGeom prst="line">
            <a:avLst/>
          </a:prstGeom>
          <a:ln w="174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39" name="Line 25"/>
          <p:cNvSpPr/>
          <p:nvPr/>
        </p:nvSpPr>
        <p:spPr>
          <a:xfrm flipV="1">
            <a:off x="3791520" y="1874160"/>
            <a:ext cx="290520" cy="235080"/>
          </a:xfrm>
          <a:prstGeom prst="line">
            <a:avLst/>
          </a:prstGeom>
          <a:ln w="555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40" name="Line 26"/>
          <p:cNvSpPr/>
          <p:nvPr/>
        </p:nvSpPr>
        <p:spPr>
          <a:xfrm flipH="1" flipV="1">
            <a:off x="4664520" y="2002680"/>
            <a:ext cx="1440" cy="538560"/>
          </a:xfrm>
          <a:prstGeom prst="line">
            <a:avLst/>
          </a:prstGeom>
          <a:ln w="555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41" name="Line 27"/>
          <p:cNvSpPr/>
          <p:nvPr/>
        </p:nvSpPr>
        <p:spPr>
          <a:xfrm>
            <a:off x="3816720" y="2428200"/>
            <a:ext cx="265320" cy="164880"/>
          </a:xfrm>
          <a:prstGeom prst="line">
            <a:avLst/>
          </a:prstGeom>
          <a:ln w="55563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42" name="Rectangle 3"/>
          <p:cNvSpPr/>
          <p:nvPr/>
        </p:nvSpPr>
        <p:spPr>
          <a:xfrm>
            <a:off x="1181160" y="3581280"/>
            <a:ext cx="6401160" cy="3805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43" name="TextBox 272"/>
          <p:cNvSpPr/>
          <p:nvPr/>
        </p:nvSpPr>
        <p:spPr>
          <a:xfrm>
            <a:off x="655920" y="3397320"/>
            <a:ext cx="11073240" cy="12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ISP only wants to route traffic to/from its customer networks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(does not want to carry transit traffic between other ISPs – a typical “real world” policy)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44" name="Straight Connector 3"/>
          <p:cNvCxnSpPr/>
          <p:nvPr/>
        </p:nvCxnSpPr>
        <p:spPr>
          <a:xfrm flipH="1">
            <a:off x="2406960" y="2232000"/>
            <a:ext cx="618840" cy="360"/>
          </a:xfrm>
          <a:prstGeom prst="straightConnector1">
            <a:avLst/>
          </a:prstGeom>
          <a:ln w="22225">
            <a:solidFill>
              <a:srgbClr val="000000"/>
            </a:solidFill>
          </a:ln>
        </p:spPr>
      </p:cxnSp>
      <p:sp>
        <p:nvSpPr>
          <p:cNvPr id="8245" name="Freeform 14"/>
          <p:cNvSpPr/>
          <p:nvPr/>
        </p:nvSpPr>
        <p:spPr>
          <a:xfrm>
            <a:off x="2143800" y="2044080"/>
            <a:ext cx="345600" cy="340920"/>
          </a:xfrm>
          <a:custGeom>
            <a:avLst/>
            <a:gdLst>
              <a:gd name="textAreaLeft" fmla="*/ 0 w 345600"/>
              <a:gd name="textAreaRight" fmla="*/ 345960 w 345600"/>
              <a:gd name="textAreaTop" fmla="*/ 0 h 340920"/>
              <a:gd name="textAreaBottom" fmla="*/ 341280 h 340920"/>
              <a:gd name="GluePoint1X" fmla="*/ 99 w 218"/>
              <a:gd name="GluePoint1Y" fmla="*/ 0 h 215"/>
              <a:gd name="GluePoint2X" fmla="*/ 78 w 218"/>
              <a:gd name="GluePoint2Y" fmla="*/ 6 h 215"/>
              <a:gd name="GluePoint3X" fmla="*/ 56 w 218"/>
              <a:gd name="GluePoint3Y" fmla="*/ 14 h 215"/>
              <a:gd name="GluePoint4X" fmla="*/ 40 w 218"/>
              <a:gd name="GluePoint4Y" fmla="*/ 25 h 215"/>
              <a:gd name="GluePoint5X" fmla="*/ 24 w 218"/>
              <a:gd name="GluePoint5Y" fmla="*/ 41 h 215"/>
              <a:gd name="GluePoint6X" fmla="*/ 13 w 218"/>
              <a:gd name="GluePoint6Y" fmla="*/ 57 h 215"/>
              <a:gd name="GluePoint7X" fmla="*/ 5 w 218"/>
              <a:gd name="GluePoint7Y" fmla="*/ 76 h 215"/>
              <a:gd name="GluePoint8X" fmla="*/ 0 w 218"/>
              <a:gd name="GluePoint8Y" fmla="*/ 97 h 215"/>
              <a:gd name="GluePoint9X" fmla="*/ 0 w 218"/>
              <a:gd name="GluePoint9Y" fmla="*/ 118 h 215"/>
              <a:gd name="GluePoint10X" fmla="*/ 5 w 218"/>
              <a:gd name="GluePoint10Y" fmla="*/ 140 h 215"/>
              <a:gd name="GluePoint11X" fmla="*/ 13 w 218"/>
              <a:gd name="GluePoint11Y" fmla="*/ 159 h 215"/>
              <a:gd name="GluePoint12X" fmla="*/ 24 w 218"/>
              <a:gd name="GluePoint12Y" fmla="*/ 175 h 215"/>
              <a:gd name="GluePoint13X" fmla="*/ 40 w 218"/>
              <a:gd name="GluePoint13Y" fmla="*/ 191 h 215"/>
              <a:gd name="GluePoint14X" fmla="*/ 56 w 218"/>
              <a:gd name="GluePoint14Y" fmla="*/ 202 h 215"/>
              <a:gd name="GluePoint15X" fmla="*/ 78 w 218"/>
              <a:gd name="GluePoint15Y" fmla="*/ 210 h 215"/>
              <a:gd name="GluePoint16X" fmla="*/ 99 w 218"/>
              <a:gd name="GluePoint16Y" fmla="*/ 215 h 215"/>
              <a:gd name="GluePoint17X" fmla="*/ 121 w 218"/>
              <a:gd name="GluePoint17Y" fmla="*/ 215 h 215"/>
              <a:gd name="GluePoint18X" fmla="*/ 142 w 218"/>
              <a:gd name="GluePoint18Y" fmla="*/ 210 h 215"/>
              <a:gd name="GluePoint19X" fmla="*/ 161 w 218"/>
              <a:gd name="GluePoint19Y" fmla="*/ 202 h 215"/>
              <a:gd name="GluePoint20X" fmla="*/ 177 w 218"/>
              <a:gd name="GluePoint20Y" fmla="*/ 191 h 215"/>
              <a:gd name="GluePoint21X" fmla="*/ 193 w 218"/>
              <a:gd name="GluePoint21Y" fmla="*/ 175 h 215"/>
              <a:gd name="GluePoint22X" fmla="*/ 204 w 218"/>
              <a:gd name="GluePoint22Y" fmla="*/ 159 h 215"/>
              <a:gd name="GluePoint23X" fmla="*/ 212 w 218"/>
              <a:gd name="GluePoint23Y" fmla="*/ 140 h 215"/>
              <a:gd name="GluePoint24X" fmla="*/ 218 w 218"/>
              <a:gd name="GluePoint24Y" fmla="*/ 118 h 215"/>
              <a:gd name="GluePoint25X" fmla="*/ 218 w 218"/>
              <a:gd name="GluePoint25Y" fmla="*/ 97 h 215"/>
              <a:gd name="GluePoint26X" fmla="*/ 212 w 218"/>
              <a:gd name="GluePoint26Y" fmla="*/ 76 h 215"/>
              <a:gd name="GluePoint27X" fmla="*/ 204 w 218"/>
              <a:gd name="GluePoint27Y" fmla="*/ 57 h 215"/>
              <a:gd name="GluePoint28X" fmla="*/ 193 w 218"/>
              <a:gd name="GluePoint28Y" fmla="*/ 41 h 215"/>
              <a:gd name="GluePoint29X" fmla="*/ 177 w 218"/>
              <a:gd name="GluePoint29Y" fmla="*/ 25 h 215"/>
              <a:gd name="GluePoint30X" fmla="*/ 161 w 218"/>
              <a:gd name="GluePoint30Y" fmla="*/ 14 h 215"/>
              <a:gd name="GluePoint31X" fmla="*/ 142 w 218"/>
              <a:gd name="GluePoint31Y" fmla="*/ 6 h 215"/>
              <a:gd name="GluePoint32X" fmla="*/ 121 w 218"/>
              <a:gd name="GluePoint32Y" fmla="*/ 0 h 21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218" h="215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46" name="Rectangle 15"/>
          <p:cNvSpPr/>
          <p:nvPr/>
        </p:nvSpPr>
        <p:spPr>
          <a:xfrm>
            <a:off x="2196360" y="2009160"/>
            <a:ext cx="261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7" name="Rectangle 16"/>
          <p:cNvSpPr/>
          <p:nvPr/>
        </p:nvSpPr>
        <p:spPr>
          <a:xfrm>
            <a:off x="2419920" y="2083680"/>
            <a:ext cx="471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48" name="Group 1"/>
          <p:cNvGrpSpPr/>
          <p:nvPr/>
        </p:nvGrpSpPr>
        <p:grpSpPr>
          <a:xfrm>
            <a:off x="2950200" y="1990800"/>
            <a:ext cx="891720" cy="579240"/>
            <a:chOff x="2950200" y="1990800"/>
            <a:chExt cx="891720" cy="579240"/>
          </a:xfrm>
        </p:grpSpPr>
        <p:sp>
          <p:nvSpPr>
            <p:cNvPr id="8249" name="Freeform 8"/>
            <p:cNvSpPr/>
            <p:nvPr/>
          </p:nvSpPr>
          <p:spPr>
            <a:xfrm>
              <a:off x="2950200" y="1990800"/>
              <a:ext cx="891720" cy="579240"/>
            </a:xfrm>
            <a:custGeom>
              <a:avLst/>
              <a:gdLst>
                <a:gd name="textAreaLeft" fmla="*/ 0 w 891720"/>
                <a:gd name="textAreaRight" fmla="*/ 892080 w 891720"/>
                <a:gd name="textAreaTop" fmla="*/ 0 h 579240"/>
                <a:gd name="textAreaBottom" fmla="*/ 579600 h 579240"/>
                <a:gd name="GluePoint1X" fmla="*/ 148 w 562"/>
                <a:gd name="GluePoint1Y" fmla="*/ 5 h 365"/>
                <a:gd name="GluePoint2X" fmla="*/ 121 w 562"/>
                <a:gd name="GluePoint2Y" fmla="*/ 11 h 365"/>
                <a:gd name="GluePoint3X" fmla="*/ 94 w 562"/>
                <a:gd name="GluePoint3Y" fmla="*/ 21 h 365"/>
                <a:gd name="GluePoint4X" fmla="*/ 70 w 562"/>
                <a:gd name="GluePoint4Y" fmla="*/ 37 h 365"/>
                <a:gd name="GluePoint5X" fmla="*/ 46 w 562"/>
                <a:gd name="GluePoint5Y" fmla="*/ 62 h 365"/>
                <a:gd name="GluePoint6X" fmla="*/ 24 w 562"/>
                <a:gd name="GluePoint6Y" fmla="*/ 91 h 365"/>
                <a:gd name="GluePoint7X" fmla="*/ 8 w 562"/>
                <a:gd name="GluePoint7Y" fmla="*/ 121 h 365"/>
                <a:gd name="GluePoint8X" fmla="*/ 3 w 562"/>
                <a:gd name="GluePoint8Y" fmla="*/ 137 h 365"/>
                <a:gd name="GluePoint9X" fmla="*/ 0 w 562"/>
                <a:gd name="GluePoint9Y" fmla="*/ 150 h 365"/>
                <a:gd name="GluePoint10X" fmla="*/ 0 w 562"/>
                <a:gd name="GluePoint10Y" fmla="*/ 166 h 365"/>
                <a:gd name="GluePoint11X" fmla="*/ 3 w 562"/>
                <a:gd name="GluePoint11Y" fmla="*/ 182 h 365"/>
                <a:gd name="GluePoint12X" fmla="*/ 19 w 562"/>
                <a:gd name="GluePoint12Y" fmla="*/ 212 h 365"/>
                <a:gd name="GluePoint13X" fmla="*/ 38 w 562"/>
                <a:gd name="GluePoint13Y" fmla="*/ 244 h 365"/>
                <a:gd name="GluePoint14X" fmla="*/ 59 w 562"/>
                <a:gd name="GluePoint14Y" fmla="*/ 271 h 365"/>
                <a:gd name="GluePoint15X" fmla="*/ 81 w 562"/>
                <a:gd name="GluePoint15Y" fmla="*/ 295 h 365"/>
                <a:gd name="GluePoint16X" fmla="*/ 105 w 562"/>
                <a:gd name="GluePoint16Y" fmla="*/ 319 h 365"/>
                <a:gd name="GluePoint17X" fmla="*/ 119 w 562"/>
                <a:gd name="GluePoint17Y" fmla="*/ 327 h 365"/>
                <a:gd name="GluePoint18X" fmla="*/ 137 w 562"/>
                <a:gd name="GluePoint18Y" fmla="*/ 335 h 365"/>
                <a:gd name="GluePoint19X" fmla="*/ 156 w 562"/>
                <a:gd name="GluePoint19Y" fmla="*/ 343 h 365"/>
                <a:gd name="GluePoint20X" fmla="*/ 183 w 562"/>
                <a:gd name="GluePoint20Y" fmla="*/ 349 h 365"/>
                <a:gd name="GluePoint21X" fmla="*/ 199 w 562"/>
                <a:gd name="GluePoint21Y" fmla="*/ 351 h 365"/>
                <a:gd name="GluePoint22X" fmla="*/ 240 w 562"/>
                <a:gd name="GluePoint22Y" fmla="*/ 357 h 365"/>
                <a:gd name="GluePoint23X" fmla="*/ 285 w 562"/>
                <a:gd name="GluePoint23Y" fmla="*/ 359 h 365"/>
                <a:gd name="GluePoint24X" fmla="*/ 334 w 562"/>
                <a:gd name="GluePoint24Y" fmla="*/ 362 h 365"/>
                <a:gd name="GluePoint25X" fmla="*/ 385 w 562"/>
                <a:gd name="GluePoint25Y" fmla="*/ 365 h 365"/>
                <a:gd name="GluePoint26X" fmla="*/ 433 w 562"/>
                <a:gd name="GluePoint26Y" fmla="*/ 362 h 365"/>
                <a:gd name="GluePoint27X" fmla="*/ 476 w 562"/>
                <a:gd name="GluePoint27Y" fmla="*/ 354 h 365"/>
                <a:gd name="GluePoint28X" fmla="*/ 503 w 562"/>
                <a:gd name="GluePoint28Y" fmla="*/ 346 h 365"/>
                <a:gd name="GluePoint29X" fmla="*/ 519 w 562"/>
                <a:gd name="GluePoint29Y" fmla="*/ 338 h 365"/>
                <a:gd name="GluePoint30X" fmla="*/ 530 w 562"/>
                <a:gd name="GluePoint30Y" fmla="*/ 327 h 365"/>
                <a:gd name="GluePoint31X" fmla="*/ 544 w 562"/>
                <a:gd name="GluePoint31Y" fmla="*/ 308 h 365"/>
                <a:gd name="GluePoint32X" fmla="*/ 554 w 562"/>
                <a:gd name="GluePoint32Y" fmla="*/ 276 h 365"/>
                <a:gd name="GluePoint33X" fmla="*/ 560 w 562"/>
                <a:gd name="GluePoint33Y" fmla="*/ 239 h 365"/>
                <a:gd name="GluePoint34X" fmla="*/ 562 w 562"/>
                <a:gd name="GluePoint34Y" fmla="*/ 196 h 365"/>
                <a:gd name="GluePoint35X" fmla="*/ 560 w 562"/>
                <a:gd name="GluePoint35Y" fmla="*/ 155 h 365"/>
                <a:gd name="GluePoint36X" fmla="*/ 557 w 562"/>
                <a:gd name="GluePoint36Y" fmla="*/ 115 h 365"/>
                <a:gd name="GluePoint37X" fmla="*/ 552 w 562"/>
                <a:gd name="GluePoint37Y" fmla="*/ 80 h 365"/>
                <a:gd name="GluePoint38X" fmla="*/ 549 w 562"/>
                <a:gd name="GluePoint38Y" fmla="*/ 62 h 365"/>
                <a:gd name="GluePoint39X" fmla="*/ 546 w 562"/>
                <a:gd name="GluePoint39Y" fmla="*/ 48 h 365"/>
                <a:gd name="GluePoint40X" fmla="*/ 541 w 562"/>
                <a:gd name="GluePoint40Y" fmla="*/ 32 h 365"/>
                <a:gd name="GluePoint41X" fmla="*/ 533 w 562"/>
                <a:gd name="GluePoint41Y" fmla="*/ 24 h 365"/>
                <a:gd name="GluePoint42X" fmla="*/ 525 w 562"/>
                <a:gd name="GluePoint42Y" fmla="*/ 19 h 365"/>
                <a:gd name="GluePoint43X" fmla="*/ 509 w 562"/>
                <a:gd name="GluePoint43Y" fmla="*/ 16 h 365"/>
                <a:gd name="GluePoint44X" fmla="*/ 482 w 562"/>
                <a:gd name="GluePoint44Y" fmla="*/ 16 h 365"/>
                <a:gd name="GluePoint45X" fmla="*/ 458 w 562"/>
                <a:gd name="GluePoint45Y" fmla="*/ 16 h 365"/>
                <a:gd name="GluePoint46X" fmla="*/ 431 w 562"/>
                <a:gd name="GluePoint46Y" fmla="*/ 13 h 365"/>
                <a:gd name="GluePoint47X" fmla="*/ 388 w 562"/>
                <a:gd name="GluePoint47Y" fmla="*/ 13 h 365"/>
                <a:gd name="GluePoint48X" fmla="*/ 342 w 562"/>
                <a:gd name="GluePoint48Y" fmla="*/ 16 h 365"/>
                <a:gd name="GluePoint49X" fmla="*/ 301 w 562"/>
                <a:gd name="GluePoint49Y" fmla="*/ 16 h 365"/>
                <a:gd name="GluePoint50X" fmla="*/ 264 w 562"/>
                <a:gd name="GluePoint50Y" fmla="*/ 13 h 365"/>
                <a:gd name="GluePoint51X" fmla="*/ 229 w 562"/>
                <a:gd name="GluePoint51Y" fmla="*/ 5 h 365"/>
                <a:gd name="GluePoint52X" fmla="*/ 199 w 562"/>
                <a:gd name="GluePoint52Y" fmla="*/ 0 h 365"/>
                <a:gd name="GluePoint53X" fmla="*/ 183 w 562"/>
                <a:gd name="GluePoint53Y" fmla="*/ 0 h 3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</a:cxnLst>
              <a:rect l="textAreaLeft" t="textAreaTop" r="textAreaRight" b="textAreaBottom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50" name="Rectangle 9"/>
            <p:cNvSpPr/>
            <p:nvPr/>
          </p:nvSpPr>
          <p:spPr>
            <a:xfrm flipH="1">
              <a:off x="3314880" y="2056320"/>
              <a:ext cx="332640" cy="42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800" b="1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A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251" name="Straight Connector 277"/>
          <p:cNvCxnSpPr/>
          <p:nvPr/>
        </p:nvCxnSpPr>
        <p:spPr>
          <a:xfrm flipH="1">
            <a:off x="4921560" y="2841480"/>
            <a:ext cx="618840" cy="360"/>
          </a:xfrm>
          <a:prstGeom prst="straightConnector1">
            <a:avLst/>
          </a:prstGeom>
          <a:ln w="22225">
            <a:solidFill>
              <a:srgbClr val="000000"/>
            </a:solidFill>
          </a:ln>
        </p:spPr>
      </p:cxnSp>
      <p:sp>
        <p:nvSpPr>
          <p:cNvPr id="8252" name="Freeform 19"/>
          <p:cNvSpPr/>
          <p:nvPr/>
        </p:nvSpPr>
        <p:spPr>
          <a:xfrm>
            <a:off x="5503320" y="2665080"/>
            <a:ext cx="345600" cy="336240"/>
          </a:xfrm>
          <a:custGeom>
            <a:avLst/>
            <a:gdLst>
              <a:gd name="textAreaLeft" fmla="*/ 0 w 345600"/>
              <a:gd name="textAreaRight" fmla="*/ 345960 w 345600"/>
              <a:gd name="textAreaTop" fmla="*/ 0 h 336240"/>
              <a:gd name="textAreaBottom" fmla="*/ 336600 h 336240"/>
              <a:gd name="GluePoint1X" fmla="*/ 97 w 218"/>
              <a:gd name="GluePoint1Y" fmla="*/ 0 h 212"/>
              <a:gd name="GluePoint2X" fmla="*/ 75 w 218"/>
              <a:gd name="GluePoint2Y" fmla="*/ 6 h 212"/>
              <a:gd name="GluePoint3X" fmla="*/ 56 w 218"/>
              <a:gd name="GluePoint3Y" fmla="*/ 14 h 212"/>
              <a:gd name="GluePoint4X" fmla="*/ 40 w 218"/>
              <a:gd name="GluePoint4Y" fmla="*/ 24 h 212"/>
              <a:gd name="GluePoint5X" fmla="*/ 24 w 218"/>
              <a:gd name="GluePoint5Y" fmla="*/ 38 h 212"/>
              <a:gd name="GluePoint6X" fmla="*/ 13 w 218"/>
              <a:gd name="GluePoint6Y" fmla="*/ 54 h 212"/>
              <a:gd name="GluePoint7X" fmla="*/ 5 w 218"/>
              <a:gd name="GluePoint7Y" fmla="*/ 73 h 212"/>
              <a:gd name="GluePoint8X" fmla="*/ 0 w 218"/>
              <a:gd name="GluePoint8Y" fmla="*/ 94 h 212"/>
              <a:gd name="GluePoint9X" fmla="*/ 0 w 218"/>
              <a:gd name="GluePoint9Y" fmla="*/ 116 h 212"/>
              <a:gd name="GluePoint10X" fmla="*/ 5 w 218"/>
              <a:gd name="GluePoint10Y" fmla="*/ 137 h 212"/>
              <a:gd name="GluePoint11X" fmla="*/ 13 w 218"/>
              <a:gd name="GluePoint11Y" fmla="*/ 156 h 212"/>
              <a:gd name="GluePoint12X" fmla="*/ 24 w 218"/>
              <a:gd name="GluePoint12Y" fmla="*/ 172 h 212"/>
              <a:gd name="GluePoint13X" fmla="*/ 40 w 218"/>
              <a:gd name="GluePoint13Y" fmla="*/ 188 h 212"/>
              <a:gd name="GluePoint14X" fmla="*/ 56 w 218"/>
              <a:gd name="GluePoint14Y" fmla="*/ 199 h 212"/>
              <a:gd name="GluePoint15X" fmla="*/ 75 w 218"/>
              <a:gd name="GluePoint15Y" fmla="*/ 207 h 212"/>
              <a:gd name="GluePoint16X" fmla="*/ 97 w 218"/>
              <a:gd name="GluePoint16Y" fmla="*/ 212 h 212"/>
              <a:gd name="GluePoint17X" fmla="*/ 118 w 218"/>
              <a:gd name="GluePoint17Y" fmla="*/ 212 h 212"/>
              <a:gd name="GluePoint18X" fmla="*/ 140 w 218"/>
              <a:gd name="GluePoint18Y" fmla="*/ 207 h 212"/>
              <a:gd name="GluePoint19X" fmla="*/ 161 w 218"/>
              <a:gd name="GluePoint19Y" fmla="*/ 199 h 212"/>
              <a:gd name="GluePoint20X" fmla="*/ 178 w 218"/>
              <a:gd name="GluePoint20Y" fmla="*/ 188 h 212"/>
              <a:gd name="GluePoint21X" fmla="*/ 194 w 218"/>
              <a:gd name="GluePoint21Y" fmla="*/ 172 h 212"/>
              <a:gd name="GluePoint22X" fmla="*/ 204 w 218"/>
              <a:gd name="GluePoint22Y" fmla="*/ 156 h 212"/>
              <a:gd name="GluePoint23X" fmla="*/ 213 w 218"/>
              <a:gd name="GluePoint23Y" fmla="*/ 137 h 212"/>
              <a:gd name="GluePoint24X" fmla="*/ 218 w 218"/>
              <a:gd name="GluePoint24Y" fmla="*/ 116 h 212"/>
              <a:gd name="GluePoint25X" fmla="*/ 218 w 218"/>
              <a:gd name="GluePoint25Y" fmla="*/ 94 h 212"/>
              <a:gd name="GluePoint26X" fmla="*/ 213 w 218"/>
              <a:gd name="GluePoint26Y" fmla="*/ 73 h 212"/>
              <a:gd name="GluePoint27X" fmla="*/ 204 w 218"/>
              <a:gd name="GluePoint27Y" fmla="*/ 54 h 212"/>
              <a:gd name="GluePoint28X" fmla="*/ 194 w 218"/>
              <a:gd name="GluePoint28Y" fmla="*/ 38 h 212"/>
              <a:gd name="GluePoint29X" fmla="*/ 178 w 218"/>
              <a:gd name="GluePoint29Y" fmla="*/ 24 h 212"/>
              <a:gd name="GluePoint30X" fmla="*/ 161 w 218"/>
              <a:gd name="GluePoint30Y" fmla="*/ 14 h 212"/>
              <a:gd name="GluePoint31X" fmla="*/ 140 w 218"/>
              <a:gd name="GluePoint31Y" fmla="*/ 6 h 212"/>
              <a:gd name="GluePoint32X" fmla="*/ 118 w 218"/>
              <a:gd name="GluePoint32Y" fmla="*/ 0 h 21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218" h="212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53" name="Rectangle 20"/>
          <p:cNvSpPr/>
          <p:nvPr/>
        </p:nvSpPr>
        <p:spPr>
          <a:xfrm>
            <a:off x="5611680" y="2615760"/>
            <a:ext cx="1738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54" name="Group 7"/>
          <p:cNvGrpSpPr/>
          <p:nvPr/>
        </p:nvGrpSpPr>
        <p:grpSpPr>
          <a:xfrm>
            <a:off x="4043880" y="2436120"/>
            <a:ext cx="896400" cy="574200"/>
            <a:chOff x="4043880" y="2436120"/>
            <a:chExt cx="896400" cy="574200"/>
          </a:xfrm>
        </p:grpSpPr>
        <p:sp>
          <p:nvSpPr>
            <p:cNvPr id="8255" name="Freeform 11"/>
            <p:cNvSpPr/>
            <p:nvPr/>
          </p:nvSpPr>
          <p:spPr>
            <a:xfrm>
              <a:off x="4043880" y="2436120"/>
              <a:ext cx="896400" cy="574200"/>
            </a:xfrm>
            <a:custGeom>
              <a:avLst/>
              <a:gdLst>
                <a:gd name="textAreaLeft" fmla="*/ 0 w 896400"/>
                <a:gd name="textAreaRight" fmla="*/ 896760 w 896400"/>
                <a:gd name="textAreaTop" fmla="*/ 0 h 574200"/>
                <a:gd name="textAreaBottom" fmla="*/ 574560 h 574200"/>
                <a:gd name="GluePoint1X" fmla="*/ 164 w 565"/>
                <a:gd name="GluePoint1Y" fmla="*/ 0 h 362"/>
                <a:gd name="GluePoint2X" fmla="*/ 134 w 565"/>
                <a:gd name="GluePoint2Y" fmla="*/ 6 h 362"/>
                <a:gd name="GluePoint3X" fmla="*/ 108 w 565"/>
                <a:gd name="GluePoint3Y" fmla="*/ 14 h 362"/>
                <a:gd name="GluePoint4X" fmla="*/ 83 w 565"/>
                <a:gd name="GluePoint4Y" fmla="*/ 30 h 362"/>
                <a:gd name="GluePoint5X" fmla="*/ 62 w 565"/>
                <a:gd name="GluePoint5Y" fmla="*/ 48 h 362"/>
                <a:gd name="GluePoint6X" fmla="*/ 38 w 565"/>
                <a:gd name="GluePoint6Y" fmla="*/ 73 h 362"/>
                <a:gd name="GluePoint7X" fmla="*/ 16 w 565"/>
                <a:gd name="GluePoint7Y" fmla="*/ 105 h 362"/>
                <a:gd name="GluePoint8X" fmla="*/ 5 w 565"/>
                <a:gd name="GluePoint8Y" fmla="*/ 126 h 362"/>
                <a:gd name="GluePoint9X" fmla="*/ 0 w 565"/>
                <a:gd name="GluePoint9Y" fmla="*/ 142 h 362"/>
                <a:gd name="GluePoint10X" fmla="*/ 0 w 565"/>
                <a:gd name="GluePoint10Y" fmla="*/ 158 h 362"/>
                <a:gd name="GluePoint11X" fmla="*/ 5 w 565"/>
                <a:gd name="GluePoint11Y" fmla="*/ 180 h 362"/>
                <a:gd name="GluePoint12X" fmla="*/ 19 w 565"/>
                <a:gd name="GluePoint12Y" fmla="*/ 212 h 362"/>
                <a:gd name="GluePoint13X" fmla="*/ 38 w 565"/>
                <a:gd name="GluePoint13Y" fmla="*/ 242 h 362"/>
                <a:gd name="GluePoint14X" fmla="*/ 59 w 565"/>
                <a:gd name="GluePoint14Y" fmla="*/ 268 h 362"/>
                <a:gd name="GluePoint15X" fmla="*/ 81 w 565"/>
                <a:gd name="GluePoint15Y" fmla="*/ 295 h 362"/>
                <a:gd name="GluePoint16X" fmla="*/ 105 w 565"/>
                <a:gd name="GluePoint16Y" fmla="*/ 317 h 362"/>
                <a:gd name="GluePoint17X" fmla="*/ 121 w 565"/>
                <a:gd name="GluePoint17Y" fmla="*/ 327 h 362"/>
                <a:gd name="GluePoint18X" fmla="*/ 137 w 565"/>
                <a:gd name="GluePoint18Y" fmla="*/ 335 h 362"/>
                <a:gd name="GluePoint19X" fmla="*/ 159 w 565"/>
                <a:gd name="GluePoint19Y" fmla="*/ 343 h 362"/>
                <a:gd name="GluePoint20X" fmla="*/ 186 w 565"/>
                <a:gd name="GluePoint20Y" fmla="*/ 349 h 362"/>
                <a:gd name="GluePoint21X" fmla="*/ 202 w 565"/>
                <a:gd name="GluePoint21Y" fmla="*/ 351 h 362"/>
                <a:gd name="GluePoint22X" fmla="*/ 239 w 565"/>
                <a:gd name="GluePoint22Y" fmla="*/ 354 h 362"/>
                <a:gd name="GluePoint23X" fmla="*/ 285 w 565"/>
                <a:gd name="GluePoint23Y" fmla="*/ 360 h 362"/>
                <a:gd name="GluePoint24X" fmla="*/ 334 w 565"/>
                <a:gd name="GluePoint24Y" fmla="*/ 362 h 362"/>
                <a:gd name="GluePoint25X" fmla="*/ 385 w 565"/>
                <a:gd name="GluePoint25Y" fmla="*/ 362 h 362"/>
                <a:gd name="GluePoint26X" fmla="*/ 433 w 565"/>
                <a:gd name="GluePoint26Y" fmla="*/ 360 h 362"/>
                <a:gd name="GluePoint27X" fmla="*/ 476 w 565"/>
                <a:gd name="GluePoint27Y" fmla="*/ 354 h 362"/>
                <a:gd name="GluePoint28X" fmla="*/ 503 w 565"/>
                <a:gd name="GluePoint28Y" fmla="*/ 343 h 362"/>
                <a:gd name="GluePoint29X" fmla="*/ 519 w 565"/>
                <a:gd name="GluePoint29Y" fmla="*/ 338 h 362"/>
                <a:gd name="GluePoint30X" fmla="*/ 530 w 565"/>
                <a:gd name="GluePoint30Y" fmla="*/ 327 h 362"/>
                <a:gd name="GluePoint31X" fmla="*/ 543 w 565"/>
                <a:gd name="GluePoint31Y" fmla="*/ 309 h 362"/>
                <a:gd name="GluePoint32X" fmla="*/ 557 w 565"/>
                <a:gd name="GluePoint32Y" fmla="*/ 276 h 362"/>
                <a:gd name="GluePoint33X" fmla="*/ 562 w 565"/>
                <a:gd name="GluePoint33Y" fmla="*/ 236 h 362"/>
                <a:gd name="GluePoint34X" fmla="*/ 565 w 565"/>
                <a:gd name="GluePoint34Y" fmla="*/ 196 h 362"/>
                <a:gd name="GluePoint35X" fmla="*/ 562 w 565"/>
                <a:gd name="GluePoint35Y" fmla="*/ 153 h 362"/>
                <a:gd name="GluePoint36X" fmla="*/ 560 w 565"/>
                <a:gd name="GluePoint36Y" fmla="*/ 113 h 362"/>
                <a:gd name="GluePoint37X" fmla="*/ 554 w 565"/>
                <a:gd name="GluePoint37Y" fmla="*/ 78 h 362"/>
                <a:gd name="GluePoint38X" fmla="*/ 549 w 565"/>
                <a:gd name="GluePoint38Y" fmla="*/ 59 h 362"/>
                <a:gd name="GluePoint39X" fmla="*/ 546 w 565"/>
                <a:gd name="GluePoint39Y" fmla="*/ 46 h 362"/>
                <a:gd name="GluePoint40X" fmla="*/ 541 w 565"/>
                <a:gd name="GluePoint40Y" fmla="*/ 32 h 362"/>
                <a:gd name="GluePoint41X" fmla="*/ 533 w 565"/>
                <a:gd name="GluePoint41Y" fmla="*/ 24 h 362"/>
                <a:gd name="GluePoint42X" fmla="*/ 525 w 565"/>
                <a:gd name="GluePoint42Y" fmla="*/ 19 h 362"/>
                <a:gd name="GluePoint43X" fmla="*/ 508 w 565"/>
                <a:gd name="GluePoint43Y" fmla="*/ 16 h 362"/>
                <a:gd name="GluePoint44X" fmla="*/ 482 w 565"/>
                <a:gd name="GluePoint44Y" fmla="*/ 16 h 362"/>
                <a:gd name="GluePoint45X" fmla="*/ 460 w 565"/>
                <a:gd name="GluePoint45Y" fmla="*/ 14 h 362"/>
                <a:gd name="GluePoint46X" fmla="*/ 430 w 565"/>
                <a:gd name="GluePoint46Y" fmla="*/ 11 h 362"/>
                <a:gd name="GluePoint47X" fmla="*/ 387 w 565"/>
                <a:gd name="GluePoint47Y" fmla="*/ 14 h 362"/>
                <a:gd name="GluePoint48X" fmla="*/ 342 w 565"/>
                <a:gd name="GluePoint48Y" fmla="*/ 14 h 362"/>
                <a:gd name="GluePoint49X" fmla="*/ 301 w 565"/>
                <a:gd name="GluePoint49Y" fmla="*/ 14 h 362"/>
                <a:gd name="GluePoint50X" fmla="*/ 264 w 565"/>
                <a:gd name="GluePoint50Y" fmla="*/ 11 h 362"/>
                <a:gd name="GluePoint51X" fmla="*/ 229 w 565"/>
                <a:gd name="GluePoint51Y" fmla="*/ 3 h 362"/>
                <a:gd name="GluePoint52X" fmla="*/ 199 w 565"/>
                <a:gd name="GluePoint52Y" fmla="*/ 0 h 362"/>
                <a:gd name="GluePoint53X" fmla="*/ 183 w 565"/>
                <a:gd name="GluePoint53Y" fmla="*/ 0 h 3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</a:cxnLst>
              <a:rect l="textAreaLeft" t="textAreaTop" r="textAreaRight" b="textAreaBottom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56" name="Rectangle 12"/>
            <p:cNvSpPr/>
            <p:nvPr/>
          </p:nvSpPr>
          <p:spPr>
            <a:xfrm>
              <a:off x="4378680" y="2470320"/>
              <a:ext cx="261360" cy="48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1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C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57" name="Rectangle 13"/>
            <p:cNvSpPr/>
            <p:nvPr/>
          </p:nvSpPr>
          <p:spPr>
            <a:xfrm>
              <a:off x="4556880" y="2555280"/>
              <a:ext cx="47160" cy="21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58" name="Group 8"/>
          <p:cNvGrpSpPr/>
          <p:nvPr/>
        </p:nvGrpSpPr>
        <p:grpSpPr>
          <a:xfrm>
            <a:off x="5542560" y="1820520"/>
            <a:ext cx="345600" cy="377280"/>
            <a:chOff x="5542560" y="1820520"/>
            <a:chExt cx="345600" cy="377280"/>
          </a:xfrm>
        </p:grpSpPr>
        <p:sp>
          <p:nvSpPr>
            <p:cNvPr id="8259" name="Freeform 17"/>
            <p:cNvSpPr/>
            <p:nvPr/>
          </p:nvSpPr>
          <p:spPr>
            <a:xfrm>
              <a:off x="5542560" y="1861560"/>
              <a:ext cx="345600" cy="336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36240"/>
                <a:gd name="textAreaBottom" fmla="*/ 336600 h 336240"/>
                <a:gd name="GluePoint1X" fmla="*/ 100 w 218"/>
                <a:gd name="GluePoint1Y" fmla="*/ 0 h 212"/>
                <a:gd name="GluePoint2X" fmla="*/ 78 w 218"/>
                <a:gd name="GluePoint2Y" fmla="*/ 6 h 212"/>
                <a:gd name="GluePoint3X" fmla="*/ 57 w 218"/>
                <a:gd name="GluePoint3Y" fmla="*/ 14 h 212"/>
                <a:gd name="GluePoint4X" fmla="*/ 41 w 218"/>
                <a:gd name="GluePoint4Y" fmla="*/ 24 h 212"/>
                <a:gd name="GluePoint5X" fmla="*/ 25 w 218"/>
                <a:gd name="GluePoint5Y" fmla="*/ 38 h 212"/>
                <a:gd name="GluePoint6X" fmla="*/ 14 w 218"/>
                <a:gd name="GluePoint6Y" fmla="*/ 54 h 212"/>
                <a:gd name="GluePoint7X" fmla="*/ 6 w 218"/>
                <a:gd name="GluePoint7Y" fmla="*/ 73 h 212"/>
                <a:gd name="GluePoint8X" fmla="*/ 0 w 218"/>
                <a:gd name="GluePoint8Y" fmla="*/ 94 h 212"/>
                <a:gd name="GluePoint9X" fmla="*/ 0 w 218"/>
                <a:gd name="GluePoint9Y" fmla="*/ 115 h 212"/>
                <a:gd name="GluePoint10X" fmla="*/ 6 w 218"/>
                <a:gd name="GluePoint10Y" fmla="*/ 137 h 212"/>
                <a:gd name="GluePoint11X" fmla="*/ 14 w 218"/>
                <a:gd name="GluePoint11Y" fmla="*/ 156 h 212"/>
                <a:gd name="GluePoint12X" fmla="*/ 25 w 218"/>
                <a:gd name="GluePoint12Y" fmla="*/ 172 h 212"/>
                <a:gd name="GluePoint13X" fmla="*/ 41 w 218"/>
                <a:gd name="GluePoint13Y" fmla="*/ 188 h 212"/>
                <a:gd name="GluePoint14X" fmla="*/ 57 w 218"/>
                <a:gd name="GluePoint14Y" fmla="*/ 199 h 212"/>
                <a:gd name="GluePoint15X" fmla="*/ 78 w 218"/>
                <a:gd name="GluePoint15Y" fmla="*/ 207 h 212"/>
                <a:gd name="GluePoint16X" fmla="*/ 100 w 218"/>
                <a:gd name="GluePoint16Y" fmla="*/ 212 h 212"/>
                <a:gd name="GluePoint17X" fmla="*/ 121 w 218"/>
                <a:gd name="GluePoint17Y" fmla="*/ 212 h 212"/>
                <a:gd name="GluePoint18X" fmla="*/ 143 w 218"/>
                <a:gd name="GluePoint18Y" fmla="*/ 207 h 212"/>
                <a:gd name="GluePoint19X" fmla="*/ 162 w 218"/>
                <a:gd name="GluePoint19Y" fmla="*/ 199 h 212"/>
                <a:gd name="GluePoint20X" fmla="*/ 178 w 218"/>
                <a:gd name="GluePoint20Y" fmla="*/ 188 h 212"/>
                <a:gd name="GluePoint21X" fmla="*/ 194 w 218"/>
                <a:gd name="GluePoint21Y" fmla="*/ 172 h 212"/>
                <a:gd name="GluePoint22X" fmla="*/ 205 w 218"/>
                <a:gd name="GluePoint22Y" fmla="*/ 156 h 212"/>
                <a:gd name="GluePoint23X" fmla="*/ 213 w 218"/>
                <a:gd name="GluePoint23Y" fmla="*/ 137 h 212"/>
                <a:gd name="GluePoint24X" fmla="*/ 218 w 218"/>
                <a:gd name="GluePoint24Y" fmla="*/ 115 h 212"/>
                <a:gd name="GluePoint25X" fmla="*/ 218 w 218"/>
                <a:gd name="GluePoint25Y" fmla="*/ 94 h 212"/>
                <a:gd name="GluePoint26X" fmla="*/ 213 w 218"/>
                <a:gd name="GluePoint26Y" fmla="*/ 73 h 212"/>
                <a:gd name="GluePoint27X" fmla="*/ 205 w 218"/>
                <a:gd name="GluePoint27Y" fmla="*/ 54 h 212"/>
                <a:gd name="GluePoint28X" fmla="*/ 194 w 218"/>
                <a:gd name="GluePoint28Y" fmla="*/ 38 h 212"/>
                <a:gd name="GluePoint29X" fmla="*/ 178 w 218"/>
                <a:gd name="GluePoint29Y" fmla="*/ 24 h 212"/>
                <a:gd name="GluePoint30X" fmla="*/ 162 w 218"/>
                <a:gd name="GluePoint30Y" fmla="*/ 14 h 212"/>
                <a:gd name="GluePoint31X" fmla="*/ 143 w 218"/>
                <a:gd name="GluePoint31Y" fmla="*/ 6 h 212"/>
                <a:gd name="GluePoint32X" fmla="*/ 121 w 218"/>
                <a:gd name="GluePoint32Y" fmla="*/ 0 h 2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60" name="Rectangle 18"/>
            <p:cNvSpPr/>
            <p:nvPr/>
          </p:nvSpPr>
          <p:spPr>
            <a:xfrm>
              <a:off x="5650920" y="1820520"/>
              <a:ext cx="176040" cy="36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x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61" name="Rectangle 4"/>
          <p:cNvSpPr/>
          <p:nvPr/>
        </p:nvSpPr>
        <p:spPr>
          <a:xfrm>
            <a:off x="1734840" y="4425840"/>
            <a:ext cx="8229240" cy="20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82600" indent="-28260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A,B,C are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provider networks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2600" indent="-28260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x,w,y are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customer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(of provider networks)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2600" indent="-28260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 is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dual-homed: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attached to two networks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i="1" u="none" strike="noStrike">
                <a:solidFill>
                  <a:srgbClr val="000090"/>
                </a:solidFill>
                <a:effectLst/>
                <a:uFillTx/>
                <a:latin typeface="Calibri"/>
              </a:rPr>
              <a:t>policy to enforce: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 does not want to route from B to C via x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.. so x will not advertise to B a route to 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47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62" name="Group 47"/>
          <p:cNvGrpSpPr/>
          <p:nvPr/>
        </p:nvGrpSpPr>
        <p:grpSpPr>
          <a:xfrm>
            <a:off x="6282360" y="1597680"/>
            <a:ext cx="3249360" cy="1710720"/>
            <a:chOff x="6282360" y="1597680"/>
            <a:chExt cx="3249360" cy="1710720"/>
          </a:xfrm>
        </p:grpSpPr>
        <p:sp>
          <p:nvSpPr>
            <p:cNvPr id="8263" name="Rectangle 28"/>
            <p:cNvSpPr/>
            <p:nvPr/>
          </p:nvSpPr>
          <p:spPr>
            <a:xfrm>
              <a:off x="6282360" y="1597680"/>
              <a:ext cx="964800" cy="4503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64" name="Rectangle 29"/>
            <p:cNvSpPr/>
            <p:nvPr/>
          </p:nvSpPr>
          <p:spPr>
            <a:xfrm>
              <a:off x="6757200" y="2261520"/>
              <a:ext cx="88380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legend</a:t>
              </a:r>
              <a:r>
                <a:rPr lang="en-US" sz="1700" b="1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: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65" name="Rectangle 30"/>
            <p:cNvSpPr/>
            <p:nvPr/>
          </p:nvSpPr>
          <p:spPr>
            <a:xfrm>
              <a:off x="7072920" y="1668960"/>
              <a:ext cx="56880" cy="25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7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66" name="Rectangle 31"/>
            <p:cNvSpPr/>
            <p:nvPr/>
          </p:nvSpPr>
          <p:spPr>
            <a:xfrm>
              <a:off x="8204760" y="2516760"/>
              <a:ext cx="1160280" cy="7916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67" name="Rectangle 32"/>
            <p:cNvSpPr/>
            <p:nvPr/>
          </p:nvSpPr>
          <p:spPr>
            <a:xfrm>
              <a:off x="8331840" y="2580480"/>
              <a:ext cx="119988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customer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68" name="Rectangle 33"/>
            <p:cNvSpPr/>
            <p:nvPr/>
          </p:nvSpPr>
          <p:spPr>
            <a:xfrm>
              <a:off x="8331840" y="2831040"/>
              <a:ext cx="105588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network: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69" name="Rectangle 34"/>
            <p:cNvSpPr/>
            <p:nvPr/>
          </p:nvSpPr>
          <p:spPr>
            <a:xfrm>
              <a:off x="9096840" y="2831040"/>
              <a:ext cx="669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70" name="Rectangle 35"/>
            <p:cNvSpPr/>
            <p:nvPr/>
          </p:nvSpPr>
          <p:spPr>
            <a:xfrm>
              <a:off x="8204760" y="1622880"/>
              <a:ext cx="1106280" cy="6728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71" name="Rectangle 36"/>
            <p:cNvSpPr/>
            <p:nvPr/>
          </p:nvSpPr>
          <p:spPr>
            <a:xfrm>
              <a:off x="8331840" y="1686600"/>
              <a:ext cx="100548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provider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72" name="Rectangle 37"/>
            <p:cNvSpPr/>
            <p:nvPr/>
          </p:nvSpPr>
          <p:spPr>
            <a:xfrm>
              <a:off x="9054000" y="1686600"/>
              <a:ext cx="669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73" name="Rectangle 38"/>
            <p:cNvSpPr/>
            <p:nvPr/>
          </p:nvSpPr>
          <p:spPr>
            <a:xfrm>
              <a:off x="8331840" y="1932480"/>
              <a:ext cx="98784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network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74" name="Rectangle 39"/>
            <p:cNvSpPr/>
            <p:nvPr/>
          </p:nvSpPr>
          <p:spPr>
            <a:xfrm>
              <a:off x="9036720" y="1932480"/>
              <a:ext cx="669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75" name="Freeform 40"/>
            <p:cNvSpPr/>
            <p:nvPr/>
          </p:nvSpPr>
          <p:spPr>
            <a:xfrm>
              <a:off x="7391880" y="1674000"/>
              <a:ext cx="893520" cy="574200"/>
            </a:xfrm>
            <a:custGeom>
              <a:avLst/>
              <a:gdLst>
                <a:gd name="textAreaLeft" fmla="*/ 0 w 893520"/>
                <a:gd name="textAreaRight" fmla="*/ 893880 w 893520"/>
                <a:gd name="textAreaTop" fmla="*/ 0 h 574200"/>
                <a:gd name="textAreaBottom" fmla="*/ 574560 h 574200"/>
                <a:gd name="GluePoint1X" fmla="*/ 162 w 563"/>
                <a:gd name="GluePoint1Y" fmla="*/ 0 h 362"/>
                <a:gd name="GluePoint2X" fmla="*/ 132 w 563"/>
                <a:gd name="GluePoint2Y" fmla="*/ 5 h 362"/>
                <a:gd name="GluePoint3X" fmla="*/ 108 w 563"/>
                <a:gd name="GluePoint3Y" fmla="*/ 13 h 362"/>
                <a:gd name="GluePoint4X" fmla="*/ 81 w 563"/>
                <a:gd name="GluePoint4Y" fmla="*/ 30 h 362"/>
                <a:gd name="GluePoint5X" fmla="*/ 60 w 563"/>
                <a:gd name="GluePoint5Y" fmla="*/ 48 h 362"/>
                <a:gd name="GluePoint6X" fmla="*/ 35 w 563"/>
                <a:gd name="GluePoint6Y" fmla="*/ 72 h 362"/>
                <a:gd name="GluePoint7X" fmla="*/ 14 w 563"/>
                <a:gd name="GluePoint7Y" fmla="*/ 102 h 362"/>
                <a:gd name="GluePoint8X" fmla="*/ 3 w 563"/>
                <a:gd name="GluePoint8Y" fmla="*/ 126 h 362"/>
                <a:gd name="GluePoint9X" fmla="*/ 0 w 563"/>
                <a:gd name="GluePoint9Y" fmla="*/ 140 h 362"/>
                <a:gd name="GluePoint10X" fmla="*/ 0 w 563"/>
                <a:gd name="GluePoint10Y" fmla="*/ 156 h 362"/>
                <a:gd name="GluePoint11X" fmla="*/ 3 w 563"/>
                <a:gd name="GluePoint11Y" fmla="*/ 180 h 362"/>
                <a:gd name="GluePoint12X" fmla="*/ 17 w 563"/>
                <a:gd name="GluePoint12Y" fmla="*/ 212 h 362"/>
                <a:gd name="GluePoint13X" fmla="*/ 35 w 563"/>
                <a:gd name="GluePoint13Y" fmla="*/ 241 h 362"/>
                <a:gd name="GluePoint14X" fmla="*/ 60 w 563"/>
                <a:gd name="GluePoint14Y" fmla="*/ 268 h 362"/>
                <a:gd name="GluePoint15X" fmla="*/ 81 w 563"/>
                <a:gd name="GluePoint15Y" fmla="*/ 292 h 362"/>
                <a:gd name="GluePoint16X" fmla="*/ 103 w 563"/>
                <a:gd name="GluePoint16Y" fmla="*/ 316 h 362"/>
                <a:gd name="GluePoint17X" fmla="*/ 119 w 563"/>
                <a:gd name="GluePoint17Y" fmla="*/ 327 h 362"/>
                <a:gd name="GluePoint18X" fmla="*/ 135 w 563"/>
                <a:gd name="GluePoint18Y" fmla="*/ 335 h 362"/>
                <a:gd name="GluePoint19X" fmla="*/ 156 w 563"/>
                <a:gd name="GluePoint19Y" fmla="*/ 341 h 362"/>
                <a:gd name="GluePoint20X" fmla="*/ 183 w 563"/>
                <a:gd name="GluePoint20Y" fmla="*/ 346 h 362"/>
                <a:gd name="GluePoint21X" fmla="*/ 200 w 563"/>
                <a:gd name="GluePoint21Y" fmla="*/ 349 h 362"/>
                <a:gd name="GluePoint22X" fmla="*/ 240 w 563"/>
                <a:gd name="GluePoint22Y" fmla="*/ 354 h 362"/>
                <a:gd name="GluePoint23X" fmla="*/ 286 w 563"/>
                <a:gd name="GluePoint23Y" fmla="*/ 357 h 362"/>
                <a:gd name="GluePoint24X" fmla="*/ 334 w 563"/>
                <a:gd name="GluePoint24Y" fmla="*/ 359 h 362"/>
                <a:gd name="GluePoint25X" fmla="*/ 385 w 563"/>
                <a:gd name="GluePoint25Y" fmla="*/ 362 h 362"/>
                <a:gd name="GluePoint26X" fmla="*/ 434 w 563"/>
                <a:gd name="GluePoint26Y" fmla="*/ 359 h 362"/>
                <a:gd name="GluePoint27X" fmla="*/ 477 w 563"/>
                <a:gd name="GluePoint27Y" fmla="*/ 351 h 362"/>
                <a:gd name="GluePoint28X" fmla="*/ 504 w 563"/>
                <a:gd name="GluePoint28Y" fmla="*/ 343 h 362"/>
                <a:gd name="GluePoint29X" fmla="*/ 517 w 563"/>
                <a:gd name="GluePoint29Y" fmla="*/ 335 h 362"/>
                <a:gd name="GluePoint30X" fmla="*/ 528 w 563"/>
                <a:gd name="GluePoint30Y" fmla="*/ 325 h 362"/>
                <a:gd name="GluePoint31X" fmla="*/ 541 w 563"/>
                <a:gd name="GluePoint31Y" fmla="*/ 306 h 362"/>
                <a:gd name="GluePoint32X" fmla="*/ 555 w 563"/>
                <a:gd name="GluePoint32Y" fmla="*/ 274 h 362"/>
                <a:gd name="GluePoint33X" fmla="*/ 560 w 563"/>
                <a:gd name="GluePoint33Y" fmla="*/ 236 h 362"/>
                <a:gd name="GluePoint34X" fmla="*/ 563 w 563"/>
                <a:gd name="GluePoint34Y" fmla="*/ 193 h 362"/>
                <a:gd name="GluePoint35X" fmla="*/ 560 w 563"/>
                <a:gd name="GluePoint35Y" fmla="*/ 153 h 362"/>
                <a:gd name="GluePoint36X" fmla="*/ 557 w 563"/>
                <a:gd name="GluePoint36Y" fmla="*/ 113 h 362"/>
                <a:gd name="GluePoint37X" fmla="*/ 552 w 563"/>
                <a:gd name="GluePoint37Y" fmla="*/ 78 h 362"/>
                <a:gd name="GluePoint38X" fmla="*/ 547 w 563"/>
                <a:gd name="GluePoint38Y" fmla="*/ 59 h 362"/>
                <a:gd name="GluePoint39X" fmla="*/ 544 w 563"/>
                <a:gd name="GluePoint39Y" fmla="*/ 46 h 362"/>
                <a:gd name="GluePoint40X" fmla="*/ 539 w 563"/>
                <a:gd name="GluePoint40Y" fmla="*/ 30 h 362"/>
                <a:gd name="GluePoint41X" fmla="*/ 533 w 563"/>
                <a:gd name="GluePoint41Y" fmla="*/ 22 h 362"/>
                <a:gd name="GluePoint42X" fmla="*/ 522 w 563"/>
                <a:gd name="GluePoint42Y" fmla="*/ 19 h 362"/>
                <a:gd name="GluePoint43X" fmla="*/ 506 w 563"/>
                <a:gd name="GluePoint43Y" fmla="*/ 16 h 362"/>
                <a:gd name="GluePoint44X" fmla="*/ 479 w 563"/>
                <a:gd name="GluePoint44Y" fmla="*/ 16 h 362"/>
                <a:gd name="GluePoint45X" fmla="*/ 466 w 563"/>
                <a:gd name="GluePoint45Y" fmla="*/ 13 h 362"/>
                <a:gd name="GluePoint46X" fmla="*/ 450 w 563"/>
                <a:gd name="GluePoint46Y" fmla="*/ 11 h 362"/>
                <a:gd name="GluePoint47X" fmla="*/ 409 w 563"/>
                <a:gd name="GluePoint47Y" fmla="*/ 11 h 362"/>
                <a:gd name="GluePoint48X" fmla="*/ 364 w 563"/>
                <a:gd name="GluePoint48Y" fmla="*/ 13 h 362"/>
                <a:gd name="GluePoint49X" fmla="*/ 321 w 563"/>
                <a:gd name="GluePoint49Y" fmla="*/ 13 h 362"/>
                <a:gd name="GluePoint50X" fmla="*/ 283 w 563"/>
                <a:gd name="GluePoint50Y" fmla="*/ 11 h 362"/>
                <a:gd name="GluePoint51X" fmla="*/ 248 w 563"/>
                <a:gd name="GluePoint51Y" fmla="*/ 5 h 362"/>
                <a:gd name="GluePoint52X" fmla="*/ 213 w 563"/>
                <a:gd name="GluePoint52Y" fmla="*/ 0 h 362"/>
                <a:gd name="GluePoint53X" fmla="*/ 186 w 563"/>
                <a:gd name="GluePoint53Y" fmla="*/ 0 h 362"/>
                <a:gd name="GluePoint54X" fmla="*/ 175 w 563"/>
                <a:gd name="GluePoint54Y" fmla="*/ 0 h 3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</a:cxnLst>
              <a:rect l="textAreaLeft" t="textAreaTop" r="textAreaRight" b="textAreaBottom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76" name="Freeform 41"/>
            <p:cNvSpPr/>
            <p:nvPr/>
          </p:nvSpPr>
          <p:spPr>
            <a:xfrm>
              <a:off x="7891920" y="2631240"/>
              <a:ext cx="345600" cy="336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36240"/>
                <a:gd name="textAreaBottom" fmla="*/ 336600 h 336240"/>
                <a:gd name="GluePoint1X" fmla="*/ 100 w 218"/>
                <a:gd name="GluePoint1Y" fmla="*/ 0 h 212"/>
                <a:gd name="GluePoint2X" fmla="*/ 78 w 218"/>
                <a:gd name="GluePoint2Y" fmla="*/ 6 h 212"/>
                <a:gd name="GluePoint3X" fmla="*/ 57 w 218"/>
                <a:gd name="GluePoint3Y" fmla="*/ 14 h 212"/>
                <a:gd name="GluePoint4X" fmla="*/ 41 w 218"/>
                <a:gd name="GluePoint4Y" fmla="*/ 25 h 212"/>
                <a:gd name="GluePoint5X" fmla="*/ 24 w 218"/>
                <a:gd name="GluePoint5Y" fmla="*/ 38 h 212"/>
                <a:gd name="GluePoint6X" fmla="*/ 14 w 218"/>
                <a:gd name="GluePoint6Y" fmla="*/ 57 h 212"/>
                <a:gd name="GluePoint7X" fmla="*/ 6 w 218"/>
                <a:gd name="GluePoint7Y" fmla="*/ 76 h 212"/>
                <a:gd name="GluePoint8X" fmla="*/ 0 w 218"/>
                <a:gd name="GluePoint8Y" fmla="*/ 94 h 212"/>
                <a:gd name="GluePoint9X" fmla="*/ 0 w 218"/>
                <a:gd name="GluePoint9Y" fmla="*/ 116 h 212"/>
                <a:gd name="GluePoint10X" fmla="*/ 6 w 218"/>
                <a:gd name="GluePoint10Y" fmla="*/ 137 h 212"/>
                <a:gd name="GluePoint11X" fmla="*/ 14 w 218"/>
                <a:gd name="GluePoint11Y" fmla="*/ 156 h 212"/>
                <a:gd name="GluePoint12X" fmla="*/ 24 w 218"/>
                <a:gd name="GluePoint12Y" fmla="*/ 172 h 212"/>
                <a:gd name="GluePoint13X" fmla="*/ 41 w 218"/>
                <a:gd name="GluePoint13Y" fmla="*/ 188 h 212"/>
                <a:gd name="GluePoint14X" fmla="*/ 57 w 218"/>
                <a:gd name="GluePoint14Y" fmla="*/ 199 h 212"/>
                <a:gd name="GluePoint15X" fmla="*/ 78 w 218"/>
                <a:gd name="GluePoint15Y" fmla="*/ 207 h 212"/>
                <a:gd name="GluePoint16X" fmla="*/ 100 w 218"/>
                <a:gd name="GluePoint16Y" fmla="*/ 212 h 212"/>
                <a:gd name="GluePoint17X" fmla="*/ 121 w 218"/>
                <a:gd name="GluePoint17Y" fmla="*/ 212 h 212"/>
                <a:gd name="GluePoint18X" fmla="*/ 143 w 218"/>
                <a:gd name="GluePoint18Y" fmla="*/ 207 h 212"/>
                <a:gd name="GluePoint19X" fmla="*/ 162 w 218"/>
                <a:gd name="GluePoint19Y" fmla="*/ 199 h 212"/>
                <a:gd name="GluePoint20X" fmla="*/ 178 w 218"/>
                <a:gd name="GluePoint20Y" fmla="*/ 188 h 212"/>
                <a:gd name="GluePoint21X" fmla="*/ 194 w 218"/>
                <a:gd name="GluePoint21Y" fmla="*/ 172 h 212"/>
                <a:gd name="GluePoint22X" fmla="*/ 205 w 218"/>
                <a:gd name="GluePoint22Y" fmla="*/ 156 h 212"/>
                <a:gd name="GluePoint23X" fmla="*/ 213 w 218"/>
                <a:gd name="GluePoint23Y" fmla="*/ 137 h 212"/>
                <a:gd name="GluePoint24X" fmla="*/ 218 w 218"/>
                <a:gd name="GluePoint24Y" fmla="*/ 116 h 212"/>
                <a:gd name="GluePoint25X" fmla="*/ 218 w 218"/>
                <a:gd name="GluePoint25Y" fmla="*/ 94 h 212"/>
                <a:gd name="GluePoint26X" fmla="*/ 213 w 218"/>
                <a:gd name="GluePoint26Y" fmla="*/ 76 h 212"/>
                <a:gd name="GluePoint27X" fmla="*/ 205 w 218"/>
                <a:gd name="GluePoint27Y" fmla="*/ 57 h 212"/>
                <a:gd name="GluePoint28X" fmla="*/ 194 w 218"/>
                <a:gd name="GluePoint28Y" fmla="*/ 38 h 212"/>
                <a:gd name="GluePoint29X" fmla="*/ 178 w 218"/>
                <a:gd name="GluePoint29Y" fmla="*/ 25 h 212"/>
                <a:gd name="GluePoint30X" fmla="*/ 162 w 218"/>
                <a:gd name="GluePoint30Y" fmla="*/ 14 h 212"/>
                <a:gd name="GluePoint31X" fmla="*/ 143 w 218"/>
                <a:gd name="GluePoint31Y" fmla="*/ 6 h 212"/>
                <a:gd name="GluePoint32X" fmla="*/ 121 w 218"/>
                <a:gd name="GluePoint32Y" fmla="*/ 0 h 2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277" name="Oval 62"/>
          <p:cNvSpPr/>
          <p:nvPr/>
        </p:nvSpPr>
        <p:spPr>
          <a:xfrm>
            <a:off x="5361840" y="1704240"/>
            <a:ext cx="720000" cy="6786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125" dur="indefinite" restart="never" nodeType="tmRoot">
          <p:childTnLst>
            <p:seq>
              <p:cTn id="2126" dur="indefinite" nodeType="mainSeq">
                <p:childTnLst>
                  <p:par>
                    <p:cTn id="2127" fill="hold">
                      <p:stCondLst>
                        <p:cond delay="indefinite"/>
                      </p:stCondLst>
                      <p:childTnLst>
                        <p:par>
                          <p:cTn id="2128" fill="hold">
                            <p:stCondLst>
                              <p:cond delay="0"/>
                            </p:stCondLst>
                            <p:childTnLst>
                              <p:par>
                                <p:cTn id="212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31" dur="500"/>
                                        <p:tgtEl>
                                          <p:spTgt spid="8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34" dur="500"/>
                                        <p:tgtEl>
                                          <p:spTgt spid="8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37" dur="500"/>
                                        <p:tgtEl>
                                          <p:spTgt spid="8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40" dur="500"/>
                                        <p:tgtEl>
                                          <p:spTgt spid="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8" name="PlaceHolder 1"/>
          <p:cNvSpPr>
            <a:spLocks noGrp="1"/>
          </p:cNvSpPr>
          <p:nvPr>
            <p:ph/>
          </p:nvPr>
        </p:nvSpPr>
        <p:spPr>
          <a:xfrm>
            <a:off x="813240" y="1573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5960" indent="-34596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 may learn about more than one route to destination AS, selects route based on: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8432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ZapfDingbats" charset="2"/>
              <a:buAutoNum type="arabicPeriod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local preference value attribute: policy decision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8432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ZapfDingbats" charset="2"/>
              <a:buAutoNum type="arabicPeriod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shortest AS-PATH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8432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ZapfDingbats" charset="2"/>
              <a:buAutoNum type="arabicPeriod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closest NEXT-HOP router: hot potato routing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8432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ZapfDingbats" charset="2"/>
              <a:buAutoNum type="arabicPeriod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additional criteria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032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79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BGP route selection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280" name="PlaceHolder 3"/>
          <p:cNvSpPr>
            <a:spLocks noGrp="1"/>
          </p:cNvSpPr>
          <p:nvPr>
            <p:ph type="sldNum" idx="6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53A22E8-4FCC-40C8-AC5F-FA7F74EA8097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74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1" name="PlaceHolder 1"/>
          <p:cNvSpPr>
            <a:spLocks noGrp="1"/>
          </p:cNvSpPr>
          <p:nvPr>
            <p:ph type="title"/>
          </p:nvPr>
        </p:nvSpPr>
        <p:spPr>
          <a:xfrm>
            <a:off x="838080" y="389160"/>
            <a:ext cx="1124892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Why different Intra-, Inter-AS routing ?</a:t>
            </a:r>
            <a:r>
              <a:rPr lang="en-US" sz="60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 </a:t>
            </a:r>
            <a:endParaRPr lang="en-US" sz="60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282" name="PlaceHolder 2"/>
          <p:cNvSpPr>
            <a:spLocks noGrp="1"/>
          </p:cNvSpPr>
          <p:nvPr>
            <p:ph type="sldNum" idx="67"/>
          </p:nvPr>
        </p:nvSpPr>
        <p:spPr>
          <a:xfrm>
            <a:off x="9169560" y="64490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5-</a:t>
            </a:r>
            <a:fld id="{22BCE39A-9970-46E2-8533-F554B37D3DF1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76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3" name="Rectangle 3"/>
          <p:cNvSpPr/>
          <p:nvPr/>
        </p:nvSpPr>
        <p:spPr>
          <a:xfrm>
            <a:off x="952560" y="1421640"/>
            <a:ext cx="103183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policy: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2239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inter-AS: admin wants control over how its traffic routed, who routes through its network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2239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intra-AS: single admin, so policy less of an issue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scale: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2239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hierarchical routing saves table size, reduced update traffic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performance: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2239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intra-AS: can focus on performance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2239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inter-AS: policy dominates over performance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141" dur="indefinite" restart="never" nodeType="tmRoot">
          <p:childTnLst>
            <p:seq>
              <p:cTn id="2142" dur="indefinite" nodeType="mainSeq">
                <p:childTnLst>
                  <p:par>
                    <p:cTn id="2143" fill="hold">
                      <p:stCondLst>
                        <p:cond delay="indefinite"/>
                      </p:stCondLst>
                      <p:childTnLst>
                        <p:par>
                          <p:cTn id="2144" fill="hold">
                            <p:stCondLst>
                              <p:cond delay="0"/>
                            </p:stCondLst>
                            <p:childTnLst>
                              <p:par>
                                <p:cTn id="214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47" dur="500"/>
                                        <p:tgtEl>
                                          <p:spTgt spid="8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50" dur="500"/>
                                        <p:tgtEl>
                                          <p:spTgt spid="8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53" dur="500"/>
                                        <p:tgtEl>
                                          <p:spTgt spid="8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4" fill="hold">
                      <p:stCondLst>
                        <p:cond delay="indefinite"/>
                      </p:stCondLst>
                      <p:childTnLst>
                        <p:par>
                          <p:cTn id="2155" fill="hold">
                            <p:stCondLst>
                              <p:cond delay="0"/>
                            </p:stCondLst>
                            <p:childTnLst>
                              <p:par>
                                <p:cTn id="215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58" dur="500"/>
                                        <p:tgtEl>
                                          <p:spTgt spid="8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61" dur="500"/>
                                        <p:tgtEl>
                                          <p:spTgt spid="8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2" fill="hold">
                      <p:stCondLst>
                        <p:cond delay="indefinite"/>
                      </p:stCondLst>
                      <p:childTnLst>
                        <p:par>
                          <p:cTn id="2163" fill="hold">
                            <p:stCondLst>
                              <p:cond delay="0"/>
                            </p:stCondLst>
                            <p:childTnLst>
                              <p:par>
                                <p:cTn id="216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66" dur="500"/>
                                        <p:tgtEl>
                                          <p:spTgt spid="8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69" dur="500"/>
                                        <p:tgtEl>
                                          <p:spTgt spid="8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72" dur="500"/>
                                        <p:tgtEl>
                                          <p:spTgt spid="8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285" name="Rectangle 4"/>
          <p:cNvSpPr/>
          <p:nvPr/>
        </p:nvSpPr>
        <p:spPr>
          <a:xfrm>
            <a:off x="6761520" y="4144680"/>
            <a:ext cx="506628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6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7" name="PlaceHolder 2"/>
          <p:cNvSpPr>
            <a:spLocks noGrp="1"/>
          </p:cNvSpPr>
          <p:nvPr>
            <p:ph type="sldNum" idx="6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9BAE2602-BE4B-42A1-A009-1F826E68D331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77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288" name="Picture 2"/>
          <p:cNvPicPr/>
          <p:nvPr/>
        </p:nvPicPr>
        <p:blipFill>
          <a:blip r:embed="rId1"/>
          <a:stretch/>
        </p:blipFill>
        <p:spPr>
          <a:xfrm>
            <a:off x="6931440" y="164880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9" name="PlaceHolder 1"/>
          <p:cNvSpPr>
            <a:spLocks noGrp="1"/>
          </p:cNvSpPr>
          <p:nvPr>
            <p:ph/>
          </p:nvPr>
        </p:nvSpPr>
        <p:spPr>
          <a:xfrm>
            <a:off x="838080" y="1724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52440" indent="-2905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Internet network layer: historically implemented via distributed, per-router control approach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i="1" u="none" strike="noStrike">
                <a:solidFill>
                  <a:srgbClr val="000090"/>
                </a:solidFill>
                <a:effectLst/>
                <a:uFillTx/>
                <a:latin typeface="Calibri"/>
              </a:rPr>
              <a:t>monolithic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router contains switching hardware, runs proprietary implementation of Internet standard protocols (IP, RIP, IS-IS, OSPF, BGP) in proprietary router OS (e.g., Cisco IOS)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different “middleboxes” for different network layer functions: firewalls, load balancers, NAT boxes, ..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905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~2005: renewed interest in rethinking network control plane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90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Software defined networking (SDN)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291" name="PlaceHolder 3"/>
          <p:cNvSpPr>
            <a:spLocks noGrp="1"/>
          </p:cNvSpPr>
          <p:nvPr>
            <p:ph type="sldNum" idx="6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D40569C5-1251-489E-A58F-99BAAE242742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78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173" dur="indefinite" restart="never" nodeType="tmRoot">
          <p:childTnLst>
            <p:seq>
              <p:cTn id="2174" dur="indefinite" nodeType="mainSeq">
                <p:childTnLst>
                  <p:par>
                    <p:cTn id="2175" fill="hold">
                      <p:stCondLst>
                        <p:cond delay="indefinite"/>
                      </p:stCondLst>
                      <p:childTnLst>
                        <p:par>
                          <p:cTn id="2176" fill="hold">
                            <p:stCondLst>
                              <p:cond delay="0"/>
                            </p:stCondLst>
                            <p:childTnLst>
                              <p:par>
                                <p:cTn id="217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79" dur="500"/>
                                        <p:tgtEl>
                                          <p:spTgt spid="8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0" fill="hold">
                      <p:stCondLst>
                        <p:cond delay="indefinite"/>
                      </p:stCondLst>
                      <p:childTnLst>
                        <p:par>
                          <p:cTn id="2181" fill="hold">
                            <p:stCondLst>
                              <p:cond delay="0"/>
                            </p:stCondLst>
                            <p:childTnLst>
                              <p:par>
                                <p:cTn id="218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84" dur="500"/>
                                        <p:tgtEl>
                                          <p:spTgt spid="8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5" fill="hold">
                      <p:stCondLst>
                        <p:cond delay="indefinite"/>
                      </p:stCondLst>
                      <p:childTnLst>
                        <p:par>
                          <p:cTn id="2186" fill="hold">
                            <p:stCondLst>
                              <p:cond delay="0"/>
                            </p:stCondLst>
                            <p:childTnLst>
                              <p:par>
                                <p:cTn id="218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189" dur="500"/>
                                        <p:tgtEl>
                                          <p:spTgt spid="8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2" name="PlaceHolder 1"/>
          <p:cNvSpPr>
            <a:spLocks noGrp="1"/>
          </p:cNvSpPr>
          <p:nvPr>
            <p:ph type="title"/>
          </p:nvPr>
        </p:nvSpPr>
        <p:spPr>
          <a:xfrm>
            <a:off x="838080" y="27972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Per-router control plane</a:t>
            </a:r>
            <a:endParaRPr lang="en-US" sz="48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293" name="TextBox 257"/>
          <p:cNvSpPr/>
          <p:nvPr/>
        </p:nvSpPr>
        <p:spPr>
          <a:xfrm>
            <a:off x="780840" y="1101240"/>
            <a:ext cx="1110600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Individual routing algorithm components </a:t>
            </a:r>
            <a:r>
              <a:rPr lang="en-US" sz="3200" b="0" i="1" u="none" strike="noStrike">
                <a:solidFill>
                  <a:srgbClr val="000090"/>
                </a:solidFill>
                <a:effectLst/>
                <a:uFillTx/>
                <a:latin typeface="Calibri"/>
                <a:ea typeface="ＭＳ Ｐゴシック"/>
              </a:rPr>
              <a:t>in each and every router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interact in the control plane to compute forwarding tables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4" name="Freeform 2"/>
          <p:cNvSpPr/>
          <p:nvPr/>
        </p:nvSpPr>
        <p:spPr>
          <a:xfrm>
            <a:off x="4182480" y="5477040"/>
            <a:ext cx="4026960" cy="939600"/>
          </a:xfrm>
          <a:custGeom>
            <a:avLst/>
            <a:gdLst>
              <a:gd name="textAreaLeft" fmla="*/ 0 w 4026960"/>
              <a:gd name="textAreaRight" fmla="*/ 4027320 w 4026960"/>
              <a:gd name="textAreaTop" fmla="*/ 0 h 939600"/>
              <a:gd name="textAreaBottom" fmla="*/ 939960 h 939600"/>
              <a:gd name="GluePoint1X" fmla="*/ 2147483647 w 10001"/>
              <a:gd name="GluePoint1Y" fmla="*/ 2147483647 h 10125"/>
              <a:gd name="GluePoint2X" fmla="*/ 2147483647 w 10001"/>
              <a:gd name="GluePoint2Y" fmla="*/ 2147483647 h 10125"/>
              <a:gd name="GluePoint3X" fmla="*/ 2147483647 w 10001"/>
              <a:gd name="GluePoint3Y" fmla="*/ 2147483647 h 10125"/>
              <a:gd name="GluePoint4X" fmla="*/ 2147483647 w 10001"/>
              <a:gd name="GluePoint4Y" fmla="*/ 0 h 10125"/>
              <a:gd name="GluePoint5X" fmla="*/ 2147483647 w 10001"/>
              <a:gd name="GluePoint5Y" fmla="*/ 2147483647 h 10125"/>
              <a:gd name="GluePoint6X" fmla="*/ 2147483647 w 10001"/>
              <a:gd name="GluePoint6Y" fmla="*/ 2147483647 h 10125"/>
              <a:gd name="GluePoint7X" fmla="*/ 2147483647 w 10001"/>
              <a:gd name="GluePoint7Y" fmla="*/ 2147483647 h 10125"/>
              <a:gd name="GluePoint8X" fmla="*/ 2147483647 w 10001"/>
              <a:gd name="GluePoint8Y" fmla="*/ 2147483647 h 10125"/>
              <a:gd name="GluePoint9X" fmla="*/ 2147483647 w 10001"/>
              <a:gd name="GluePoint9Y" fmla="*/ 2147483647 h 10125"/>
              <a:gd name="GluePoint10X" fmla="*/ 2147483647 w 10001"/>
              <a:gd name="GluePoint10Y" fmla="*/ 2147483647 h 10125"/>
              <a:gd name="GluePoint11X" fmla="*/ 2147483647 w 10001"/>
              <a:gd name="GluePoint11Y" fmla="*/ 2147483647 h 10125"/>
              <a:gd name="GluePoint12X" fmla="*/ 2147483647 w 10001"/>
              <a:gd name="GluePoint12Y" fmla="*/ 2147483647 h 10125"/>
              <a:gd name="GluePoint13X" fmla="*/ 2147483647 w 10001"/>
              <a:gd name="GluePoint13Y" fmla="*/ 2147483647 h 10125"/>
              <a:gd name="GluePoint14X" fmla="*/ 2147483647 w 10001"/>
              <a:gd name="GluePoint14Y" fmla="*/ 2147483647 h 10125"/>
              <a:gd name="GluePoint15X" fmla="*/ 2147483647 w 10001"/>
              <a:gd name="GluePoint15Y" fmla="*/ 2147483647 h 101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95" name="Straight Connector 238"/>
          <p:cNvCxnSpPr/>
          <p:nvPr/>
        </p:nvCxnSpPr>
        <p:spPr>
          <a:xfrm flipV="1">
            <a:off x="4812840" y="5629320"/>
            <a:ext cx="1316160" cy="1321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296" name="Straight Connector 239"/>
          <p:cNvCxnSpPr/>
          <p:nvPr/>
        </p:nvCxnSpPr>
        <p:spPr>
          <a:xfrm>
            <a:off x="4701600" y="5815080"/>
            <a:ext cx="2259360" cy="3002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297" name="Straight Connector 240"/>
          <p:cNvCxnSpPr/>
          <p:nvPr/>
        </p:nvCxnSpPr>
        <p:spPr>
          <a:xfrm>
            <a:off x="4714200" y="5921280"/>
            <a:ext cx="714960" cy="2750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298" name="Straight Connector 241"/>
          <p:cNvCxnSpPr/>
          <p:nvPr/>
        </p:nvCxnSpPr>
        <p:spPr>
          <a:xfrm flipV="1">
            <a:off x="5731920" y="6114960"/>
            <a:ext cx="1248120" cy="8136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299" name="Straight Connector 242"/>
          <p:cNvCxnSpPr/>
          <p:nvPr/>
        </p:nvCxnSpPr>
        <p:spPr>
          <a:xfrm>
            <a:off x="6392160" y="5661000"/>
            <a:ext cx="1057680" cy="1242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300" name="Straight Connector 243"/>
          <p:cNvCxnSpPr/>
          <p:nvPr/>
        </p:nvCxnSpPr>
        <p:spPr>
          <a:xfrm flipV="1">
            <a:off x="5676480" y="5815080"/>
            <a:ext cx="1791000" cy="3002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301" name="Straight Connector 244"/>
          <p:cNvCxnSpPr/>
          <p:nvPr/>
        </p:nvCxnSpPr>
        <p:spPr>
          <a:xfrm flipV="1">
            <a:off x="7003440" y="5843520"/>
            <a:ext cx="589320" cy="2718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302" name="Straight Connector 245"/>
          <p:cNvCxnSpPr/>
          <p:nvPr/>
        </p:nvCxnSpPr>
        <p:spPr>
          <a:xfrm>
            <a:off x="6146280" y="5629320"/>
            <a:ext cx="814680" cy="4003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grpSp>
        <p:nvGrpSpPr>
          <p:cNvPr id="8303" name="Group 7"/>
          <p:cNvGrpSpPr/>
          <p:nvPr/>
        </p:nvGrpSpPr>
        <p:grpSpPr>
          <a:xfrm>
            <a:off x="5271840" y="6054840"/>
            <a:ext cx="563040" cy="293040"/>
            <a:chOff x="5271840" y="6054840"/>
            <a:chExt cx="563040" cy="293040"/>
          </a:xfrm>
        </p:grpSpPr>
        <p:sp>
          <p:nvSpPr>
            <p:cNvPr id="8304" name="Oval 247"/>
            <p:cNvSpPr/>
            <p:nvPr/>
          </p:nvSpPr>
          <p:spPr>
            <a:xfrm flipV="1">
              <a:off x="5273280" y="6134040"/>
              <a:ext cx="56160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05" name="Rectangle 248"/>
            <p:cNvSpPr/>
            <p:nvPr/>
          </p:nvSpPr>
          <p:spPr>
            <a:xfrm>
              <a:off x="5271840" y="6164280"/>
              <a:ext cx="563040" cy="774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06" name="Oval 249"/>
            <p:cNvSpPr/>
            <p:nvPr/>
          </p:nvSpPr>
          <p:spPr>
            <a:xfrm flipV="1">
              <a:off x="5271840" y="6054840"/>
              <a:ext cx="56160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07" name="Freeform 250"/>
            <p:cNvSpPr/>
            <p:nvPr/>
          </p:nvSpPr>
          <p:spPr>
            <a:xfrm>
              <a:off x="5416200" y="6120000"/>
              <a:ext cx="272520" cy="107640"/>
            </a:xfrm>
            <a:custGeom>
              <a:avLst/>
              <a:gdLst>
                <a:gd name="textAreaLeft" fmla="*/ 0 w 272520"/>
                <a:gd name="textAreaRight" fmla="*/ 272880 w 272520"/>
                <a:gd name="textAreaTop" fmla="*/ 0 h 107640"/>
                <a:gd name="textAreaBottom" fmla="*/ 108000 h 1076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08" name="Freeform 251"/>
            <p:cNvSpPr/>
            <p:nvPr/>
          </p:nvSpPr>
          <p:spPr>
            <a:xfrm>
              <a:off x="5387400" y="6093000"/>
              <a:ext cx="329760" cy="7416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74160"/>
                <a:gd name="textAreaBottom" fmla="*/ 74520 h 74160"/>
                <a:gd name="GluePoint1X" fmla="*/ 0 w 3723451"/>
                <a:gd name="GluePoint1Y" fmla="*/ 27215 h 932950"/>
                <a:gd name="GluePoint2X" fmla="*/ 116331 w 3723451"/>
                <a:gd name="GluePoint2Y" fmla="*/ 321 h 932950"/>
                <a:gd name="GluePoint3X" fmla="*/ 329509 w 3723451"/>
                <a:gd name="GluePoint3Y" fmla="*/ 62069 h 932950"/>
                <a:gd name="GluePoint4X" fmla="*/ 532884 w 3723451"/>
                <a:gd name="GluePoint4Y" fmla="*/ 0 h 932950"/>
                <a:gd name="GluePoint5X" fmla="*/ 661131 w 3723451"/>
                <a:gd name="GluePoint5Y" fmla="*/ 24699 h 932950"/>
                <a:gd name="GluePoint6X" fmla="*/ 565716 w 3723451"/>
                <a:gd name="GluePoint6Y" fmla="*/ 55071 h 932950"/>
                <a:gd name="GluePoint7X" fmla="*/ 534996 w 3723451"/>
                <a:gd name="GluePoint7Y" fmla="*/ 46883 h 932950"/>
                <a:gd name="GluePoint8X" fmla="*/ 333255 w 3723451"/>
                <a:gd name="GluePoint8Y" fmla="*/ 111240 h 932950"/>
                <a:gd name="GluePoint9X" fmla="*/ 126353 w 3723451"/>
                <a:gd name="GluePoint9Y" fmla="*/ 49250 h 932950"/>
                <a:gd name="GluePoint10X" fmla="*/ 92901 w 3723451"/>
                <a:gd name="GluePoint10Y" fmla="*/ 55941 h 932950"/>
                <a:gd name="GluePoint11X" fmla="*/ 0 w 3723451"/>
                <a:gd name="GluePoint11Y" fmla="*/ 27215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09" name="Freeform 252"/>
            <p:cNvSpPr/>
            <p:nvPr/>
          </p:nvSpPr>
          <p:spPr>
            <a:xfrm>
              <a:off x="5605200" y="6156360"/>
              <a:ext cx="120240" cy="648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1567 w 1366596"/>
                <a:gd name="GluePoint2Y" fmla="*/ 74985 h 809868"/>
                <a:gd name="GluePoint3X" fmla="*/ 152911 w 1366596"/>
                <a:gd name="GluePoint3Y" fmla="*/ 97039 h 809868"/>
                <a:gd name="GluePoint4X" fmla="*/ 813 w 1366596"/>
                <a:gd name="GluePoint4Y" fmla="*/ 5127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0" name="Freeform 253"/>
            <p:cNvSpPr/>
            <p:nvPr/>
          </p:nvSpPr>
          <p:spPr>
            <a:xfrm>
              <a:off x="5381280" y="6158160"/>
              <a:ext cx="118800" cy="6480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64800"/>
                <a:gd name="textAreaBottom" fmla="*/ 65160 h 64800"/>
                <a:gd name="GluePoint1X" fmla="*/ 235135 w 1348191"/>
                <a:gd name="GluePoint1Y" fmla="*/ 0 h 791462"/>
                <a:gd name="GluePoint2X" fmla="*/ 238389 w 1348191"/>
                <a:gd name="GluePoint2Y" fmla="*/ 46827 h 791462"/>
                <a:gd name="GluePoint3X" fmla="*/ 86243 w 1348191"/>
                <a:gd name="GluePoint3Y" fmla="*/ 97040 h 791462"/>
                <a:gd name="GluePoint4X" fmla="*/ 0 w 1348191"/>
                <a:gd name="GluePoint4Y" fmla="*/ 75037 h 791462"/>
                <a:gd name="GluePoint5X" fmla="*/ 235135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311" name="Straight Connector 254"/>
            <p:cNvCxnSpPr>
              <a:endCxn id="8306" idx="2"/>
            </p:cNvCxnSpPr>
            <p:nvPr/>
          </p:nvCxnSpPr>
          <p:spPr>
            <a:xfrm flipH="1" flipV="1">
              <a:off x="5271840" y="6162120"/>
              <a:ext cx="1440" cy="835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312" name="Straight Connector 255"/>
            <p:cNvCxnSpPr/>
            <p:nvPr/>
          </p:nvCxnSpPr>
          <p:spPr>
            <a:xfrm flipH="1" flipV="1">
              <a:off x="5833440" y="6161040"/>
              <a:ext cx="1800" cy="828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8313" name="Group 327"/>
          <p:cNvGrpSpPr/>
          <p:nvPr/>
        </p:nvGrpSpPr>
        <p:grpSpPr>
          <a:xfrm>
            <a:off x="5967000" y="5513400"/>
            <a:ext cx="564840" cy="291600"/>
            <a:chOff x="5967000" y="5513400"/>
            <a:chExt cx="564840" cy="291600"/>
          </a:xfrm>
        </p:grpSpPr>
        <p:sp>
          <p:nvSpPr>
            <p:cNvPr id="8314" name="Oval 257"/>
            <p:cNvSpPr/>
            <p:nvPr/>
          </p:nvSpPr>
          <p:spPr>
            <a:xfrm flipV="1">
              <a:off x="5968440" y="5591160"/>
              <a:ext cx="56304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15" name="Rectangle 258"/>
            <p:cNvSpPr/>
            <p:nvPr/>
          </p:nvSpPr>
          <p:spPr>
            <a:xfrm>
              <a:off x="5967000" y="5622840"/>
              <a:ext cx="564840" cy="7596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1320" rIns="90000" bIns="313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16" name="Oval 259"/>
            <p:cNvSpPr/>
            <p:nvPr/>
          </p:nvSpPr>
          <p:spPr>
            <a:xfrm flipV="1">
              <a:off x="5967000" y="5513400"/>
              <a:ext cx="56304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17" name="Freeform 260"/>
            <p:cNvSpPr/>
            <p:nvPr/>
          </p:nvSpPr>
          <p:spPr>
            <a:xfrm>
              <a:off x="6111360" y="5578560"/>
              <a:ext cx="274320" cy="10584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105840"/>
                <a:gd name="textAreaBottom" fmla="*/ 106200 h 1058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18" name="Freeform 261"/>
            <p:cNvSpPr/>
            <p:nvPr/>
          </p:nvSpPr>
          <p:spPr>
            <a:xfrm>
              <a:off x="6082920" y="5551560"/>
              <a:ext cx="331560" cy="7416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74160"/>
                <a:gd name="textAreaBottom" fmla="*/ 74520 h 74160"/>
                <a:gd name="GluePoint1X" fmla="*/ 0 w 3723451"/>
                <a:gd name="GluePoint1Y" fmla="*/ 27363 h 932950"/>
                <a:gd name="GluePoint2X" fmla="*/ 116562 w 3723451"/>
                <a:gd name="GluePoint2Y" fmla="*/ 322 h 932950"/>
                <a:gd name="GluePoint3X" fmla="*/ 330164 w 3723451"/>
                <a:gd name="GluePoint3Y" fmla="*/ 62407 h 932950"/>
                <a:gd name="GluePoint4X" fmla="*/ 533943 w 3723451"/>
                <a:gd name="GluePoint4Y" fmla="*/ 0 h 932950"/>
                <a:gd name="GluePoint5X" fmla="*/ 662444 w 3723451"/>
                <a:gd name="GluePoint5Y" fmla="*/ 24834 h 932950"/>
                <a:gd name="GluePoint6X" fmla="*/ 566839 w 3723451"/>
                <a:gd name="GluePoint6Y" fmla="*/ 55371 h 932950"/>
                <a:gd name="GluePoint7X" fmla="*/ 536059 w 3723451"/>
                <a:gd name="GluePoint7Y" fmla="*/ 47138 h 932950"/>
                <a:gd name="GluePoint8X" fmla="*/ 333917 w 3723451"/>
                <a:gd name="GluePoint8Y" fmla="*/ 111846 h 932950"/>
                <a:gd name="GluePoint9X" fmla="*/ 126604 w 3723451"/>
                <a:gd name="GluePoint9Y" fmla="*/ 49519 h 932950"/>
                <a:gd name="GluePoint10X" fmla="*/ 93086 w 3723451"/>
                <a:gd name="GluePoint10Y" fmla="*/ 56246 h 932950"/>
                <a:gd name="GluePoint11X" fmla="*/ 0 w 3723451"/>
                <a:gd name="GluePoint11Y" fmla="*/ 27363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9" name="Freeform 262"/>
            <p:cNvSpPr/>
            <p:nvPr/>
          </p:nvSpPr>
          <p:spPr>
            <a:xfrm>
              <a:off x="6300360" y="5614920"/>
              <a:ext cx="122040" cy="6480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4057 w 1366596"/>
                <a:gd name="GluePoint2Y" fmla="*/ 75393 h 809868"/>
                <a:gd name="GluePoint3X" fmla="*/ 154487 w 1366596"/>
                <a:gd name="GluePoint3Y" fmla="*/ 97568 h 809868"/>
                <a:gd name="GluePoint4X" fmla="*/ 822 w 1366596"/>
                <a:gd name="GluePoint4Y" fmla="*/ 5155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0" name="Freeform 263"/>
            <p:cNvSpPr/>
            <p:nvPr/>
          </p:nvSpPr>
          <p:spPr>
            <a:xfrm>
              <a:off x="6076440" y="5616720"/>
              <a:ext cx="120240" cy="630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3000"/>
                <a:gd name="textAreaBottom" fmla="*/ 63360 h 63000"/>
                <a:gd name="GluePoint1X" fmla="*/ 237599 w 1348191"/>
                <a:gd name="GluePoint1Y" fmla="*/ 0 h 791462"/>
                <a:gd name="GluePoint2X" fmla="*/ 240888 w 1348191"/>
                <a:gd name="GluePoint2Y" fmla="*/ 45933 h 791462"/>
                <a:gd name="GluePoint3X" fmla="*/ 87147 w 1348191"/>
                <a:gd name="GluePoint3Y" fmla="*/ 95187 h 791462"/>
                <a:gd name="GluePoint4X" fmla="*/ 0 w 1348191"/>
                <a:gd name="GluePoint4Y" fmla="*/ 73604 h 791462"/>
                <a:gd name="GluePoint5X" fmla="*/ 237599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8360" rIns="90000" bIns="183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321" name="Straight Connector 264"/>
            <p:cNvCxnSpPr>
              <a:endCxn id="8316" idx="2"/>
            </p:cNvCxnSpPr>
            <p:nvPr/>
          </p:nvCxnSpPr>
          <p:spPr>
            <a:xfrm flipH="1" flipV="1">
              <a:off x="5967000" y="5620680"/>
              <a:ext cx="1800" cy="817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322" name="Straight Connector 265"/>
            <p:cNvCxnSpPr/>
            <p:nvPr/>
          </p:nvCxnSpPr>
          <p:spPr>
            <a:xfrm flipH="1" flipV="1">
              <a:off x="6530400" y="5618160"/>
              <a:ext cx="1800" cy="828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8323" name="Group 337"/>
          <p:cNvGrpSpPr/>
          <p:nvPr/>
        </p:nvGrpSpPr>
        <p:grpSpPr>
          <a:xfrm>
            <a:off x="6609960" y="5967360"/>
            <a:ext cx="563400" cy="293400"/>
            <a:chOff x="6609960" y="5967360"/>
            <a:chExt cx="563400" cy="293400"/>
          </a:xfrm>
        </p:grpSpPr>
        <p:sp>
          <p:nvSpPr>
            <p:cNvPr id="8324" name="Oval 267"/>
            <p:cNvSpPr/>
            <p:nvPr/>
          </p:nvSpPr>
          <p:spPr>
            <a:xfrm flipV="1">
              <a:off x="6611400" y="6046920"/>
              <a:ext cx="56160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25" name="Rectangle 268"/>
            <p:cNvSpPr/>
            <p:nvPr/>
          </p:nvSpPr>
          <p:spPr>
            <a:xfrm>
              <a:off x="6609960" y="6077160"/>
              <a:ext cx="563040" cy="774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26" name="Oval 269"/>
            <p:cNvSpPr/>
            <p:nvPr/>
          </p:nvSpPr>
          <p:spPr>
            <a:xfrm flipV="1">
              <a:off x="6609960" y="5967360"/>
              <a:ext cx="56160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27" name="Freeform 270"/>
            <p:cNvSpPr/>
            <p:nvPr/>
          </p:nvSpPr>
          <p:spPr>
            <a:xfrm>
              <a:off x="6754320" y="6032520"/>
              <a:ext cx="272520" cy="107640"/>
            </a:xfrm>
            <a:custGeom>
              <a:avLst/>
              <a:gdLst>
                <a:gd name="textAreaLeft" fmla="*/ 0 w 272520"/>
                <a:gd name="textAreaRight" fmla="*/ 272880 w 272520"/>
                <a:gd name="textAreaTop" fmla="*/ 0 h 107640"/>
                <a:gd name="textAreaBottom" fmla="*/ 108000 h 1076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28" name="Freeform 271"/>
            <p:cNvSpPr/>
            <p:nvPr/>
          </p:nvSpPr>
          <p:spPr>
            <a:xfrm>
              <a:off x="6725880" y="6005520"/>
              <a:ext cx="329760" cy="7416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74160"/>
                <a:gd name="textAreaBottom" fmla="*/ 74520 h 74160"/>
                <a:gd name="GluePoint1X" fmla="*/ 0 w 3723451"/>
                <a:gd name="GluePoint1Y" fmla="*/ 27215 h 932950"/>
                <a:gd name="GluePoint2X" fmla="*/ 116330 w 3723451"/>
                <a:gd name="GluePoint2Y" fmla="*/ 321 h 932950"/>
                <a:gd name="GluePoint3X" fmla="*/ 329508 w 3723451"/>
                <a:gd name="GluePoint3Y" fmla="*/ 62070 h 932950"/>
                <a:gd name="GluePoint4X" fmla="*/ 532883 w 3723451"/>
                <a:gd name="GluePoint4Y" fmla="*/ 0 h 932950"/>
                <a:gd name="GluePoint5X" fmla="*/ 661129 w 3723451"/>
                <a:gd name="GluePoint5Y" fmla="*/ 24700 h 932950"/>
                <a:gd name="GluePoint6X" fmla="*/ 565714 w 3723451"/>
                <a:gd name="GluePoint6Y" fmla="*/ 55072 h 932950"/>
                <a:gd name="GluePoint7X" fmla="*/ 534995 w 3723451"/>
                <a:gd name="GluePoint7Y" fmla="*/ 46883 h 932950"/>
                <a:gd name="GluePoint8X" fmla="*/ 333254 w 3723451"/>
                <a:gd name="GluePoint8Y" fmla="*/ 111241 h 932950"/>
                <a:gd name="GluePoint9X" fmla="*/ 126353 w 3723451"/>
                <a:gd name="GluePoint9Y" fmla="*/ 49251 h 932950"/>
                <a:gd name="GluePoint10X" fmla="*/ 92901 w 3723451"/>
                <a:gd name="GluePoint10Y" fmla="*/ 55941 h 932950"/>
                <a:gd name="GluePoint11X" fmla="*/ 0 w 3723451"/>
                <a:gd name="GluePoint11Y" fmla="*/ 27215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9" name="Freeform 272"/>
            <p:cNvSpPr/>
            <p:nvPr/>
          </p:nvSpPr>
          <p:spPr>
            <a:xfrm>
              <a:off x="6943320" y="6069240"/>
              <a:ext cx="120240" cy="648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1567 w 1366596"/>
                <a:gd name="GluePoint2Y" fmla="*/ 74985 h 809868"/>
                <a:gd name="GluePoint3X" fmla="*/ 152911 w 1366596"/>
                <a:gd name="GluePoint3Y" fmla="*/ 97040 h 809868"/>
                <a:gd name="GluePoint4X" fmla="*/ 813 w 1366596"/>
                <a:gd name="GluePoint4Y" fmla="*/ 51277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0" name="Freeform 273"/>
            <p:cNvSpPr/>
            <p:nvPr/>
          </p:nvSpPr>
          <p:spPr>
            <a:xfrm>
              <a:off x="6719400" y="6070680"/>
              <a:ext cx="118800" cy="6480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64800"/>
                <a:gd name="textAreaBottom" fmla="*/ 65160 h 64800"/>
                <a:gd name="GluePoint1X" fmla="*/ 235133 w 1348191"/>
                <a:gd name="GluePoint1Y" fmla="*/ 0 h 791462"/>
                <a:gd name="GluePoint2X" fmla="*/ 238387 w 1348191"/>
                <a:gd name="GluePoint2Y" fmla="*/ 46827 h 791462"/>
                <a:gd name="GluePoint3X" fmla="*/ 86242 w 1348191"/>
                <a:gd name="GluePoint3Y" fmla="*/ 97039 h 791462"/>
                <a:gd name="GluePoint4X" fmla="*/ 0 w 1348191"/>
                <a:gd name="GluePoint4Y" fmla="*/ 75036 h 791462"/>
                <a:gd name="GluePoint5X" fmla="*/ 235133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331" name="Straight Connector 274"/>
            <p:cNvCxnSpPr>
              <a:endCxn id="8326" idx="2"/>
            </p:cNvCxnSpPr>
            <p:nvPr/>
          </p:nvCxnSpPr>
          <p:spPr>
            <a:xfrm flipH="1" flipV="1">
              <a:off x="6609960" y="6074640"/>
              <a:ext cx="1800" cy="835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332" name="Straight Connector 275"/>
            <p:cNvCxnSpPr/>
            <p:nvPr/>
          </p:nvCxnSpPr>
          <p:spPr>
            <a:xfrm flipH="1" flipV="1">
              <a:off x="7171560" y="6073560"/>
              <a:ext cx="2160" cy="8316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8333" name="Group 347"/>
          <p:cNvGrpSpPr/>
          <p:nvPr/>
        </p:nvGrpSpPr>
        <p:grpSpPr>
          <a:xfrm>
            <a:off x="7332120" y="5653080"/>
            <a:ext cx="565200" cy="293400"/>
            <a:chOff x="7332120" y="5653080"/>
            <a:chExt cx="565200" cy="293400"/>
          </a:xfrm>
        </p:grpSpPr>
        <p:sp>
          <p:nvSpPr>
            <p:cNvPr id="8334" name="Oval 277"/>
            <p:cNvSpPr/>
            <p:nvPr/>
          </p:nvSpPr>
          <p:spPr>
            <a:xfrm flipV="1">
              <a:off x="7333920" y="5732640"/>
              <a:ext cx="56304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35" name="Rectangle 278"/>
            <p:cNvSpPr/>
            <p:nvPr/>
          </p:nvSpPr>
          <p:spPr>
            <a:xfrm>
              <a:off x="7332120" y="5762520"/>
              <a:ext cx="564840" cy="774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36" name="Oval 279"/>
            <p:cNvSpPr/>
            <p:nvPr/>
          </p:nvSpPr>
          <p:spPr>
            <a:xfrm flipV="1">
              <a:off x="7332120" y="5653080"/>
              <a:ext cx="56304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37" name="Freeform 280"/>
            <p:cNvSpPr/>
            <p:nvPr/>
          </p:nvSpPr>
          <p:spPr>
            <a:xfrm>
              <a:off x="7476840" y="5718240"/>
              <a:ext cx="274320" cy="10764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107640"/>
                <a:gd name="textAreaBottom" fmla="*/ 108000 h 1076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38" name="Freeform 281"/>
            <p:cNvSpPr/>
            <p:nvPr/>
          </p:nvSpPr>
          <p:spPr>
            <a:xfrm>
              <a:off x="7448040" y="5691240"/>
              <a:ext cx="331560" cy="7416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74160"/>
                <a:gd name="textAreaBottom" fmla="*/ 74520 h 74160"/>
                <a:gd name="GluePoint1X" fmla="*/ 0 w 3723451"/>
                <a:gd name="GluePoint1Y" fmla="*/ 27215 h 932950"/>
                <a:gd name="GluePoint2X" fmla="*/ 116562 w 3723451"/>
                <a:gd name="GluePoint2Y" fmla="*/ 321 h 932950"/>
                <a:gd name="GluePoint3X" fmla="*/ 330164 w 3723451"/>
                <a:gd name="GluePoint3Y" fmla="*/ 62070 h 932950"/>
                <a:gd name="GluePoint4X" fmla="*/ 533943 w 3723451"/>
                <a:gd name="GluePoint4Y" fmla="*/ 0 h 932950"/>
                <a:gd name="GluePoint5X" fmla="*/ 662444 w 3723451"/>
                <a:gd name="GluePoint5Y" fmla="*/ 24700 h 932950"/>
                <a:gd name="GluePoint6X" fmla="*/ 566839 w 3723451"/>
                <a:gd name="GluePoint6Y" fmla="*/ 55072 h 932950"/>
                <a:gd name="GluePoint7X" fmla="*/ 536059 w 3723451"/>
                <a:gd name="GluePoint7Y" fmla="*/ 46883 h 932950"/>
                <a:gd name="GluePoint8X" fmla="*/ 333917 w 3723451"/>
                <a:gd name="GluePoint8Y" fmla="*/ 111241 h 932950"/>
                <a:gd name="GluePoint9X" fmla="*/ 126604 w 3723451"/>
                <a:gd name="GluePoint9Y" fmla="*/ 49251 h 932950"/>
                <a:gd name="GluePoint10X" fmla="*/ 93086 w 3723451"/>
                <a:gd name="GluePoint10Y" fmla="*/ 55941 h 932950"/>
                <a:gd name="GluePoint11X" fmla="*/ 0 w 3723451"/>
                <a:gd name="GluePoint11Y" fmla="*/ 27215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9" name="Freeform 282"/>
            <p:cNvSpPr/>
            <p:nvPr/>
          </p:nvSpPr>
          <p:spPr>
            <a:xfrm>
              <a:off x="7665480" y="5754600"/>
              <a:ext cx="122040" cy="6480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4057 w 1366596"/>
                <a:gd name="GluePoint2Y" fmla="*/ 74985 h 809868"/>
                <a:gd name="GluePoint3X" fmla="*/ 154487 w 1366596"/>
                <a:gd name="GluePoint3Y" fmla="*/ 97040 h 809868"/>
                <a:gd name="GluePoint4X" fmla="*/ 822 w 1366596"/>
                <a:gd name="GluePoint4Y" fmla="*/ 51277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0" name="Freeform 283"/>
            <p:cNvSpPr/>
            <p:nvPr/>
          </p:nvSpPr>
          <p:spPr>
            <a:xfrm>
              <a:off x="7441920" y="5756400"/>
              <a:ext cx="120240" cy="648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4800"/>
                <a:gd name="textAreaBottom" fmla="*/ 65160 h 64800"/>
                <a:gd name="GluePoint1X" fmla="*/ 237599 w 1348191"/>
                <a:gd name="GluePoint1Y" fmla="*/ 0 h 791462"/>
                <a:gd name="GluePoint2X" fmla="*/ 240888 w 1348191"/>
                <a:gd name="GluePoint2Y" fmla="*/ 46827 h 791462"/>
                <a:gd name="GluePoint3X" fmla="*/ 87147 w 1348191"/>
                <a:gd name="GluePoint3Y" fmla="*/ 97039 h 791462"/>
                <a:gd name="GluePoint4X" fmla="*/ 0 w 1348191"/>
                <a:gd name="GluePoint4Y" fmla="*/ 75036 h 791462"/>
                <a:gd name="GluePoint5X" fmla="*/ 237599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341" name="Straight Connector 284"/>
            <p:cNvCxnSpPr>
              <a:endCxn id="8336" idx="2"/>
            </p:cNvCxnSpPr>
            <p:nvPr/>
          </p:nvCxnSpPr>
          <p:spPr>
            <a:xfrm flipH="1" flipV="1">
              <a:off x="7332120" y="5760360"/>
              <a:ext cx="1800" cy="835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342" name="Straight Connector 285"/>
            <p:cNvCxnSpPr/>
            <p:nvPr/>
          </p:nvCxnSpPr>
          <p:spPr>
            <a:xfrm flipH="1" flipV="1">
              <a:off x="7895520" y="5759280"/>
              <a:ext cx="2160" cy="828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8343" name="Group 286"/>
          <p:cNvGrpSpPr/>
          <p:nvPr/>
        </p:nvGrpSpPr>
        <p:grpSpPr>
          <a:xfrm>
            <a:off x="3347280" y="2370240"/>
            <a:ext cx="5270400" cy="3804840"/>
            <a:chOff x="3347280" y="2370240"/>
            <a:chExt cx="5270400" cy="3804840"/>
          </a:xfrm>
        </p:grpSpPr>
        <p:sp>
          <p:nvSpPr>
            <p:cNvPr id="8344" name="Freeform 287"/>
            <p:cNvSpPr/>
            <p:nvPr/>
          </p:nvSpPr>
          <p:spPr>
            <a:xfrm>
              <a:off x="3366720" y="4869000"/>
              <a:ext cx="1220400" cy="920520"/>
            </a:xfrm>
            <a:custGeom>
              <a:avLst/>
              <a:gdLst>
                <a:gd name="textAreaLeft" fmla="*/ 0 w 1220400"/>
                <a:gd name="textAreaRight" fmla="*/ 1220760 w 1220400"/>
                <a:gd name="textAreaTop" fmla="*/ 0 h 920520"/>
                <a:gd name="textAreaBottom" fmla="*/ 920880 h 920520"/>
                <a:gd name="GluePoint1X" fmla="*/ 1060159 w 1220510"/>
                <a:gd name="GluePoint1Y" fmla="*/ 921649 h 921649"/>
                <a:gd name="GluePoint2X" fmla="*/ 0 w 1220510"/>
                <a:gd name="GluePoint2Y" fmla="*/ 51716 h 921649"/>
                <a:gd name="GluePoint3X" fmla="*/ 1059218 w 1220510"/>
                <a:gd name="GluePoint3Y" fmla="*/ 355 h 921649"/>
                <a:gd name="GluePoint4X" fmla="*/ 1220510 w 1220510"/>
                <a:gd name="GluePoint4Y" fmla="*/ 849923 h 921649"/>
                <a:gd name="GluePoint5X" fmla="*/ 1060159 w 1220510"/>
                <a:gd name="GluePoint5Y" fmla="*/ 921649 h 9216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45" name="Freeform 288"/>
            <p:cNvSpPr/>
            <p:nvPr/>
          </p:nvSpPr>
          <p:spPr>
            <a:xfrm>
              <a:off x="7692480" y="4956120"/>
              <a:ext cx="925200" cy="756720"/>
            </a:xfrm>
            <a:custGeom>
              <a:avLst/>
              <a:gdLst>
                <a:gd name="textAreaLeft" fmla="*/ 0 w 925200"/>
                <a:gd name="textAreaRight" fmla="*/ 925560 w 925200"/>
                <a:gd name="textAreaTop" fmla="*/ 0 h 756720"/>
                <a:gd name="textAreaBottom" fmla="*/ 757080 h 756720"/>
                <a:gd name="GluePoint1X" fmla="*/ 0 w 926304"/>
                <a:gd name="GluePoint1Y" fmla="*/ 735614 h 758185"/>
                <a:gd name="GluePoint2X" fmla="*/ 405840 w 926304"/>
                <a:gd name="GluePoint2Y" fmla="*/ 13939 h 758185"/>
                <a:gd name="GluePoint3X" fmla="*/ 926304 w 926304"/>
                <a:gd name="GluePoint3Y" fmla="*/ 563 h 758185"/>
                <a:gd name="GluePoint4X" fmla="*/ 183705 w 926304"/>
                <a:gd name="GluePoint4Y" fmla="*/ 758185 h 758185"/>
                <a:gd name="GluePoint5X" fmla="*/ 0 w 926304"/>
                <a:gd name="GluePoint5Y" fmla="*/ 735614 h 7581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46" name="Freeform 289"/>
            <p:cNvSpPr/>
            <p:nvPr/>
          </p:nvSpPr>
          <p:spPr>
            <a:xfrm>
              <a:off x="6878160" y="4977000"/>
              <a:ext cx="725040" cy="1099800"/>
            </a:xfrm>
            <a:custGeom>
              <a:avLst/>
              <a:gdLst>
                <a:gd name="textAreaLeft" fmla="*/ 0 w 725040"/>
                <a:gd name="textAreaRight" fmla="*/ 725400 w 725040"/>
                <a:gd name="textAreaTop" fmla="*/ 0 h 1099800"/>
                <a:gd name="textAreaBottom" fmla="*/ 1100160 h 1099800"/>
                <a:gd name="GluePoint1X" fmla="*/ 0 w 725009"/>
                <a:gd name="GluePoint1Y" fmla="*/ 1073986 h 1101479"/>
                <a:gd name="GluePoint2X" fmla="*/ 206612 w 725009"/>
                <a:gd name="GluePoint2Y" fmla="*/ 1724 h 1101479"/>
                <a:gd name="GluePoint3X" fmla="*/ 725009 w 725009"/>
                <a:gd name="GluePoint3Y" fmla="*/ 0 h 1101479"/>
                <a:gd name="GluePoint4X" fmla="*/ 159092 w 725009"/>
                <a:gd name="GluePoint4Y" fmla="*/ 1101479 h 1101479"/>
                <a:gd name="GluePoint5X" fmla="*/ 0 w 725009"/>
                <a:gd name="GluePoint5Y" fmla="*/ 1073986 h 11014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47" name="Freeform 290"/>
            <p:cNvSpPr/>
            <p:nvPr/>
          </p:nvSpPr>
          <p:spPr>
            <a:xfrm>
              <a:off x="5890680" y="4996080"/>
              <a:ext cx="514080" cy="577440"/>
            </a:xfrm>
            <a:custGeom>
              <a:avLst/>
              <a:gdLst>
                <a:gd name="textAreaLeft" fmla="*/ 0 w 514080"/>
                <a:gd name="textAreaRight" fmla="*/ 514440 w 514080"/>
                <a:gd name="textAreaTop" fmla="*/ 0 h 577440"/>
                <a:gd name="textAreaBottom" fmla="*/ 577800 h 577440"/>
                <a:gd name="GluePoint1X" fmla="*/ 135770 w 514180"/>
                <a:gd name="GluePoint1Y" fmla="*/ 577341 h 578353"/>
                <a:gd name="GluePoint2X" fmla="*/ 0 w 514180"/>
                <a:gd name="GluePoint2Y" fmla="*/ 0 h 578353"/>
                <a:gd name="GluePoint3X" fmla="*/ 514180 w 514180"/>
                <a:gd name="GluePoint3Y" fmla="*/ 10891 h 578353"/>
                <a:gd name="GluePoint4X" fmla="*/ 339280 w 514180"/>
                <a:gd name="GluePoint4Y" fmla="*/ 576561 h 578353"/>
                <a:gd name="GluePoint5X" fmla="*/ 135770 w 514180"/>
                <a:gd name="GluePoint5Y" fmla="*/ 577341 h 5783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348" name="Freeform 291"/>
            <p:cNvSpPr/>
            <p:nvPr/>
          </p:nvSpPr>
          <p:spPr>
            <a:xfrm>
              <a:off x="5111280" y="4959360"/>
              <a:ext cx="593280" cy="1215720"/>
            </a:xfrm>
            <a:custGeom>
              <a:avLst/>
              <a:gdLst>
                <a:gd name="textAreaLeft" fmla="*/ 0 w 593280"/>
                <a:gd name="textAreaRight" fmla="*/ 593640 w 593280"/>
                <a:gd name="textAreaTop" fmla="*/ 0 h 1215720"/>
                <a:gd name="textAreaBottom" fmla="*/ 1216080 h 1215720"/>
                <a:gd name="GluePoint1X" fmla="*/ 403236 w 594113"/>
                <a:gd name="GluePoint1Y" fmla="*/ 1215612 h 1215612"/>
                <a:gd name="GluePoint2X" fmla="*/ 0 w 594113"/>
                <a:gd name="GluePoint2Y" fmla="*/ 4757 h 1215612"/>
                <a:gd name="GluePoint3X" fmla="*/ 502783 w 594113"/>
                <a:gd name="GluePoint3Y" fmla="*/ 0 h 1215612"/>
                <a:gd name="GluePoint4X" fmla="*/ 594113 w 594113"/>
                <a:gd name="GluePoint4Y" fmla="*/ 1179818 h 1215612"/>
                <a:gd name="GluePoint5X" fmla="*/ 403236 w 594113"/>
                <a:gd name="GluePoint5Y" fmla="*/ 1215612 h 12156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grpSp>
          <p:nvGrpSpPr>
            <p:cNvPr id="8349" name="Group 17"/>
            <p:cNvGrpSpPr/>
            <p:nvPr/>
          </p:nvGrpSpPr>
          <p:grpSpPr>
            <a:xfrm>
              <a:off x="3347280" y="2370240"/>
              <a:ext cx="1079640" cy="2674800"/>
              <a:chOff x="3347280" y="2370240"/>
              <a:chExt cx="1079640" cy="2674800"/>
            </a:xfrm>
          </p:grpSpPr>
          <p:sp>
            <p:nvSpPr>
              <p:cNvPr id="8350" name="Rectangle 379"/>
              <p:cNvSpPr/>
              <p:nvPr/>
            </p:nvSpPr>
            <p:spPr>
              <a:xfrm rot="10800000">
                <a:off x="3379680" y="2619720"/>
                <a:ext cx="1026720" cy="10839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8351" name="Group 104"/>
              <p:cNvGrpSpPr/>
              <p:nvPr/>
            </p:nvGrpSpPr>
            <p:grpSpPr>
              <a:xfrm>
                <a:off x="3372840" y="4656240"/>
                <a:ext cx="1030320" cy="388800"/>
                <a:chOff x="3372840" y="4656240"/>
                <a:chExt cx="1030320" cy="388800"/>
              </a:xfrm>
            </p:grpSpPr>
            <p:sp>
              <p:nvSpPr>
                <p:cNvPr id="8352" name="Oval 394"/>
                <p:cNvSpPr/>
                <p:nvPr/>
              </p:nvSpPr>
              <p:spPr>
                <a:xfrm>
                  <a:off x="3373200" y="4786560"/>
                  <a:ext cx="1029960" cy="25848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53" name="Rectangle 395"/>
                <p:cNvSpPr/>
                <p:nvPr/>
              </p:nvSpPr>
              <p:spPr>
                <a:xfrm>
                  <a:off x="3373200" y="4786560"/>
                  <a:ext cx="1029960" cy="12816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54" name="Oval 396"/>
                <p:cNvSpPr/>
                <p:nvPr/>
              </p:nvSpPr>
              <p:spPr>
                <a:xfrm>
                  <a:off x="3373200" y="4656240"/>
                  <a:ext cx="1029960" cy="258480"/>
                </a:xfrm>
                <a:prstGeom prst="ellipse">
                  <a:avLst/>
                </a:prstGeom>
                <a:solidFill>
                  <a:srgbClr val="8585E0">
                    <a:alpha val="70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355" name="Straight Connector 397"/>
                <p:cNvCxnSpPr/>
                <p:nvPr/>
              </p:nvCxnSpPr>
              <p:spPr>
                <a:xfrm>
                  <a:off x="4403160" y="4786200"/>
                  <a:ext cx="360" cy="1288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356" name="Straight Connector 398"/>
                <p:cNvCxnSpPr/>
                <p:nvPr/>
              </p:nvCxnSpPr>
              <p:spPr>
                <a:xfrm>
                  <a:off x="3372840" y="4786200"/>
                  <a:ext cx="360" cy="1288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357" name="Rectangle 381"/>
              <p:cNvSpPr/>
              <p:nvPr/>
            </p:nvSpPr>
            <p:spPr>
              <a:xfrm>
                <a:off x="3391920" y="3641760"/>
                <a:ext cx="1026720" cy="1163160"/>
              </a:xfrm>
              <a:prstGeom prst="rect">
                <a:avLst/>
              </a:prstGeom>
              <a:gradFill rotWithShape="0">
                <a:gsLst>
                  <a:gs pos="0">
                    <a:srgbClr val="ADADEB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358" name="Straight Connector 382"/>
              <p:cNvCxnSpPr/>
              <p:nvPr/>
            </p:nvCxnSpPr>
            <p:spPr>
              <a:xfrm>
                <a:off x="3371400" y="2844720"/>
                <a:ext cx="20880" cy="202104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cxnSp>
            <p:nvCxnSpPr>
              <p:cNvPr id="8359" name="Straight Connector 383"/>
              <p:cNvCxnSpPr/>
              <p:nvPr/>
            </p:nvCxnSpPr>
            <p:spPr>
              <a:xfrm flipH="1">
                <a:off x="4407840" y="2844720"/>
                <a:ext cx="5040" cy="19767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360" name="Group 9"/>
              <p:cNvGrpSpPr/>
              <p:nvPr/>
            </p:nvGrpSpPr>
            <p:grpSpPr>
              <a:xfrm>
                <a:off x="3347280" y="2370240"/>
                <a:ext cx="1079640" cy="429840"/>
                <a:chOff x="3347280" y="2370240"/>
                <a:chExt cx="1079640" cy="429840"/>
              </a:xfrm>
            </p:grpSpPr>
            <p:sp>
              <p:nvSpPr>
                <p:cNvPr id="8361" name="Oval 385"/>
                <p:cNvSpPr/>
                <p:nvPr/>
              </p:nvSpPr>
              <p:spPr>
                <a:xfrm flipV="1">
                  <a:off x="3350880" y="2486160"/>
                  <a:ext cx="1074240" cy="313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D6D6F5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62" name="Rectangle 386"/>
                <p:cNvSpPr/>
                <p:nvPr/>
              </p:nvSpPr>
              <p:spPr>
                <a:xfrm>
                  <a:off x="3347640" y="2530440"/>
                  <a:ext cx="1077480" cy="11232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63" name="Oval 387"/>
                <p:cNvSpPr/>
                <p:nvPr/>
              </p:nvSpPr>
              <p:spPr>
                <a:xfrm flipV="1">
                  <a:off x="3347640" y="2370240"/>
                  <a:ext cx="1076040" cy="313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64" name="Freeform 388"/>
                <p:cNvSpPr/>
                <p:nvPr/>
              </p:nvSpPr>
              <p:spPr>
                <a:xfrm>
                  <a:off x="3623760" y="2467080"/>
                  <a:ext cx="523440" cy="156960"/>
                </a:xfrm>
                <a:custGeom>
                  <a:avLst/>
                  <a:gdLst>
                    <a:gd name="textAreaLeft" fmla="*/ 0 w 523440"/>
                    <a:gd name="textAreaRight" fmla="*/ 523800 w 523440"/>
                    <a:gd name="textAreaTop" fmla="*/ 0 h 156960"/>
                    <a:gd name="textAreaBottom" fmla="*/ 157320 h 1569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65" name="Freeform 389"/>
                <p:cNvSpPr/>
                <p:nvPr/>
              </p:nvSpPr>
              <p:spPr>
                <a:xfrm>
                  <a:off x="3569760" y="2425680"/>
                  <a:ext cx="631440" cy="109080"/>
                </a:xfrm>
                <a:custGeom>
                  <a:avLst/>
                  <a:gdLst>
                    <a:gd name="textAreaLeft" fmla="*/ 0 w 631440"/>
                    <a:gd name="textAreaRight" fmla="*/ 631800 w 631440"/>
                    <a:gd name="textAreaTop" fmla="*/ 0 h 109080"/>
                    <a:gd name="textAreaBottom" fmla="*/ 109440 h 109080"/>
                    <a:gd name="GluePoint1X" fmla="*/ 0 w 3723451"/>
                    <a:gd name="GluePoint1Y" fmla="*/ 26792 h 932950"/>
                    <a:gd name="GluePoint2X" fmla="*/ 123590 w 3723451"/>
                    <a:gd name="GluePoint2Y" fmla="*/ 316 h 932950"/>
                    <a:gd name="GluePoint3X" fmla="*/ 350070 w 3723451"/>
                    <a:gd name="GluePoint3Y" fmla="*/ 61105 h 932950"/>
                    <a:gd name="GluePoint4X" fmla="*/ 566135 w 3723451"/>
                    <a:gd name="GluePoint4Y" fmla="*/ 0 h 932950"/>
                    <a:gd name="GluePoint5X" fmla="*/ 702384 w 3723451"/>
                    <a:gd name="GluePoint5Y" fmla="*/ 24316 h 932950"/>
                    <a:gd name="GluePoint6X" fmla="*/ 601015 w 3723451"/>
                    <a:gd name="GluePoint6Y" fmla="*/ 54216 h 932950"/>
                    <a:gd name="GluePoint7X" fmla="*/ 568379 w 3723451"/>
                    <a:gd name="GluePoint7Y" fmla="*/ 46155 h 932950"/>
                    <a:gd name="GluePoint8X" fmla="*/ 354049 w 3723451"/>
                    <a:gd name="GluePoint8Y" fmla="*/ 109512 h 932950"/>
                    <a:gd name="GluePoint9X" fmla="*/ 134237 w 3723451"/>
                    <a:gd name="GluePoint9Y" fmla="*/ 48485 h 932950"/>
                    <a:gd name="GluePoint10X" fmla="*/ 98698 w 3723451"/>
                    <a:gd name="GluePoint10Y" fmla="*/ 55072 h 932950"/>
                    <a:gd name="GluePoint11X" fmla="*/ 0 w 3723451"/>
                    <a:gd name="GluePoint11Y" fmla="*/ 26792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66" name="Freeform 390"/>
                <p:cNvSpPr/>
                <p:nvPr/>
              </p:nvSpPr>
              <p:spPr>
                <a:xfrm>
                  <a:off x="3985920" y="2519280"/>
                  <a:ext cx="231480" cy="95040"/>
                </a:xfrm>
                <a:custGeom>
                  <a:avLst/>
                  <a:gdLst>
                    <a:gd name="textAreaLeft" fmla="*/ 0 w 231480"/>
                    <a:gd name="textAreaRight" fmla="*/ 231840 w 231480"/>
                    <a:gd name="textAreaTop" fmla="*/ 0 h 95040"/>
                    <a:gd name="textAreaBottom" fmla="*/ 95400 h 95040"/>
                    <a:gd name="GluePoint1X" fmla="*/ 0 w 1366596"/>
                    <a:gd name="GluePoint1Y" fmla="*/ 0 h 809868"/>
                    <a:gd name="GluePoint2X" fmla="*/ 257658 w 1366596"/>
                    <a:gd name="GluePoint2Y" fmla="*/ 73585 h 809868"/>
                    <a:gd name="GluePoint3X" fmla="*/ 163097 w 1366596"/>
                    <a:gd name="GluePoint3Y" fmla="*/ 95228 h 809868"/>
                    <a:gd name="GluePoint4X" fmla="*/ 867 w 1366596"/>
                    <a:gd name="GluePoint4Y" fmla="*/ 50319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67" name="Freeform 391"/>
                <p:cNvSpPr/>
                <p:nvPr/>
              </p:nvSpPr>
              <p:spPr>
                <a:xfrm>
                  <a:off x="3558600" y="2521080"/>
                  <a:ext cx="228240" cy="95040"/>
                </a:xfrm>
                <a:custGeom>
                  <a:avLst/>
                  <a:gdLst>
                    <a:gd name="textAreaLeft" fmla="*/ 0 w 228240"/>
                    <a:gd name="textAreaRight" fmla="*/ 228600 w 228240"/>
                    <a:gd name="textAreaTop" fmla="*/ 0 h 95040"/>
                    <a:gd name="textAreaBottom" fmla="*/ 95400 h 95040"/>
                    <a:gd name="GluePoint1X" fmla="*/ 250660 w 1348191"/>
                    <a:gd name="GluePoint1Y" fmla="*/ 0 h 791462"/>
                    <a:gd name="GluePoint2X" fmla="*/ 254129 w 1348191"/>
                    <a:gd name="GluePoint2Y" fmla="*/ 45953 h 791462"/>
                    <a:gd name="GluePoint3X" fmla="*/ 91938 w 1348191"/>
                    <a:gd name="GluePoint3Y" fmla="*/ 95228 h 791462"/>
                    <a:gd name="GluePoint4X" fmla="*/ 0 w 1348191"/>
                    <a:gd name="GluePoint4Y" fmla="*/ 73636 h 791462"/>
                    <a:gd name="GluePoint5X" fmla="*/ 250660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368" name="Straight Connector 392"/>
                <p:cNvCxnSpPr/>
                <p:nvPr/>
              </p:nvCxnSpPr>
              <p:spPr>
                <a:xfrm flipH="1" flipV="1">
                  <a:off x="3347280" y="2527200"/>
                  <a:ext cx="3600" cy="122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369" name="Straight Connector 393"/>
                <p:cNvCxnSpPr/>
                <p:nvPr/>
              </p:nvCxnSpPr>
              <p:spPr>
                <a:xfrm flipH="1" flipV="1">
                  <a:off x="4423680" y="2523960"/>
                  <a:ext cx="3600" cy="122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8370" name="Group 18"/>
            <p:cNvGrpSpPr/>
            <p:nvPr/>
          </p:nvGrpSpPr>
          <p:grpSpPr>
            <a:xfrm>
              <a:off x="5090400" y="3212640"/>
              <a:ext cx="522000" cy="1832040"/>
              <a:chOff x="5090400" y="3212640"/>
              <a:chExt cx="522000" cy="1832040"/>
            </a:xfrm>
          </p:grpSpPr>
          <p:sp>
            <p:nvSpPr>
              <p:cNvPr id="8371" name="Rectangle 358"/>
              <p:cNvSpPr/>
              <p:nvPr/>
            </p:nvSpPr>
            <p:spPr>
              <a:xfrm rot="10800000">
                <a:off x="5097960" y="3326760"/>
                <a:ext cx="497880" cy="3063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372" name="Straight Connector 359"/>
              <p:cNvCxnSpPr/>
              <p:nvPr/>
            </p:nvCxnSpPr>
            <p:spPr>
              <a:xfrm flipH="1">
                <a:off x="5609520" y="3360600"/>
                <a:ext cx="2160" cy="153720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pic>
            <p:nvPicPr>
              <p:cNvPr id="8373" name="Picture 86" descr="router_top.png"/>
              <p:cNvPicPr/>
              <p:nvPr/>
            </p:nvPicPr>
            <p:blipFill>
              <a:blip r:embed="rId1"/>
              <a:stretch/>
            </p:blipFill>
            <p:spPr>
              <a:xfrm>
                <a:off x="5090400" y="3233520"/>
                <a:ext cx="522000" cy="2203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8374" name="Group 82"/>
              <p:cNvGrpSpPr/>
              <p:nvPr/>
            </p:nvGrpSpPr>
            <p:grpSpPr>
              <a:xfrm>
                <a:off x="5101560" y="4822920"/>
                <a:ext cx="507960" cy="221760"/>
                <a:chOff x="5101560" y="4822920"/>
                <a:chExt cx="507960" cy="221760"/>
              </a:xfrm>
            </p:grpSpPr>
            <p:sp>
              <p:nvSpPr>
                <p:cNvPr id="8375" name="Oval 374"/>
                <p:cNvSpPr/>
                <p:nvPr/>
              </p:nvSpPr>
              <p:spPr>
                <a:xfrm>
                  <a:off x="5101920" y="489744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76" name="Rectangle 375"/>
                <p:cNvSpPr/>
                <p:nvPr/>
              </p:nvSpPr>
              <p:spPr>
                <a:xfrm>
                  <a:off x="5101920" y="489744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77" name="Oval 376"/>
                <p:cNvSpPr/>
                <p:nvPr/>
              </p:nvSpPr>
              <p:spPr>
                <a:xfrm>
                  <a:off x="5101920" y="4822920"/>
                  <a:ext cx="507600" cy="14724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378" name="Straight Connector 377"/>
                <p:cNvCxnSpPr/>
                <p:nvPr/>
              </p:nvCxnSpPr>
              <p:spPr>
                <a:xfrm>
                  <a:off x="5609520" y="48974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379" name="Straight Connector 378"/>
                <p:cNvCxnSpPr/>
                <p:nvPr/>
              </p:nvCxnSpPr>
              <p:spPr>
                <a:xfrm>
                  <a:off x="5101560" y="48974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380" name="Rectangle 362"/>
              <p:cNvSpPr/>
              <p:nvPr/>
            </p:nvSpPr>
            <p:spPr>
              <a:xfrm>
                <a:off x="5106600" y="3737160"/>
                <a:ext cx="498240" cy="11631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381" name="Straight Connector 363"/>
              <p:cNvCxnSpPr/>
              <p:nvPr/>
            </p:nvCxnSpPr>
            <p:spPr>
              <a:xfrm flipH="1">
                <a:off x="5096880" y="3301920"/>
                <a:ext cx="5040" cy="16894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382" name="Group 377"/>
              <p:cNvGrpSpPr/>
              <p:nvPr/>
            </p:nvGrpSpPr>
            <p:grpSpPr>
              <a:xfrm>
                <a:off x="5101560" y="3212640"/>
                <a:ext cx="503280" cy="242640"/>
                <a:chOff x="5101560" y="3212640"/>
                <a:chExt cx="503280" cy="242640"/>
              </a:xfrm>
            </p:grpSpPr>
            <p:sp>
              <p:nvSpPr>
                <p:cNvPr id="8383" name="Oval 365"/>
                <p:cNvSpPr/>
                <p:nvPr/>
              </p:nvSpPr>
              <p:spPr>
                <a:xfrm flipV="1">
                  <a:off x="5103360" y="3277440"/>
                  <a:ext cx="5011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84" name="Rectangle 366"/>
                <p:cNvSpPr/>
                <p:nvPr/>
              </p:nvSpPr>
              <p:spPr>
                <a:xfrm>
                  <a:off x="5101920" y="330372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85" name="Oval 367"/>
                <p:cNvSpPr/>
                <p:nvPr/>
              </p:nvSpPr>
              <p:spPr>
                <a:xfrm flipV="1">
                  <a:off x="5101920" y="3212280"/>
                  <a:ext cx="5011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86" name="Freeform 368"/>
                <p:cNvSpPr/>
                <p:nvPr/>
              </p:nvSpPr>
              <p:spPr>
                <a:xfrm>
                  <a:off x="5230440" y="3267000"/>
                  <a:ext cx="244080" cy="8856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87" name="Freeform 369"/>
                <p:cNvSpPr/>
                <p:nvPr/>
              </p:nvSpPr>
              <p:spPr>
                <a:xfrm>
                  <a:off x="5204880" y="3245040"/>
                  <a:ext cx="294840" cy="6156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1560"/>
                    <a:gd name="textAreaBottom" fmla="*/ 61920 h 61560"/>
                    <a:gd name="GluePoint1X" fmla="*/ 0 w 3723451"/>
                    <a:gd name="GluePoint1Y" fmla="*/ 26843 h 932950"/>
                    <a:gd name="GluePoint2X" fmla="*/ 123686 w 3723451"/>
                    <a:gd name="GluePoint2Y" fmla="*/ 316 h 932950"/>
                    <a:gd name="GluePoint3X" fmla="*/ 350344 w 3723451"/>
                    <a:gd name="GluePoint3Y" fmla="*/ 61221 h 932950"/>
                    <a:gd name="GluePoint4X" fmla="*/ 566578 w 3723451"/>
                    <a:gd name="GluePoint4Y" fmla="*/ 0 h 932950"/>
                    <a:gd name="GluePoint5X" fmla="*/ 702933 w 3723451"/>
                    <a:gd name="GluePoint5Y" fmla="*/ 24362 h 932950"/>
                    <a:gd name="GluePoint6X" fmla="*/ 601485 w 3723451"/>
                    <a:gd name="GluePoint6Y" fmla="*/ 54319 h 932950"/>
                    <a:gd name="GluePoint7X" fmla="*/ 568823 w 3723451"/>
                    <a:gd name="GluePoint7Y" fmla="*/ 46243 h 932950"/>
                    <a:gd name="GluePoint8X" fmla="*/ 354326 w 3723451"/>
                    <a:gd name="GluePoint8Y" fmla="*/ 109721 h 932950"/>
                    <a:gd name="GluePoint9X" fmla="*/ 134342 w 3723451"/>
                    <a:gd name="GluePoint9Y" fmla="*/ 48578 h 932950"/>
                    <a:gd name="GluePoint10X" fmla="*/ 98775 w 3723451"/>
                    <a:gd name="GluePoint10Y" fmla="*/ 55177 h 932950"/>
                    <a:gd name="GluePoint11X" fmla="*/ 0 w 3723451"/>
                    <a:gd name="GluePoint11Y" fmla="*/ 26843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88" name="Freeform 370"/>
                <p:cNvSpPr/>
                <p:nvPr/>
              </p:nvSpPr>
              <p:spPr>
                <a:xfrm>
                  <a:off x="5398560" y="329724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764 w 1366596"/>
                    <a:gd name="GluePoint2Y" fmla="*/ 73915 h 809868"/>
                    <a:gd name="GluePoint3X" fmla="*/ 165063 w 1366596"/>
                    <a:gd name="GluePoint3Y" fmla="*/ 95655 h 809868"/>
                    <a:gd name="GluePoint4X" fmla="*/ 878 w 1366596"/>
                    <a:gd name="GluePoint4Y" fmla="*/ 50545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89" name="Freeform 371"/>
                <p:cNvSpPr/>
                <p:nvPr/>
              </p:nvSpPr>
              <p:spPr>
                <a:xfrm>
                  <a:off x="5200200" y="329904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751 w 1348191"/>
                    <a:gd name="GluePoint1Y" fmla="*/ 0 h 791462"/>
                    <a:gd name="GluePoint2X" fmla="*/ 253208 w 1348191"/>
                    <a:gd name="GluePoint2Y" fmla="*/ 44801 h 791462"/>
                    <a:gd name="GluePoint3X" fmla="*/ 91604 w 1348191"/>
                    <a:gd name="GluePoint3Y" fmla="*/ 92841 h 791462"/>
                    <a:gd name="GluePoint4X" fmla="*/ 0 w 1348191"/>
                    <a:gd name="GluePoint4Y" fmla="*/ 71790 h 791462"/>
                    <a:gd name="GluePoint5X" fmla="*/ 249751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390" name="Straight Connector 372"/>
                <p:cNvCxnSpPr/>
                <p:nvPr/>
              </p:nvCxnSpPr>
              <p:spPr>
                <a:xfrm flipH="1" flipV="1">
                  <a:off x="5101560" y="3301920"/>
                  <a:ext cx="216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391" name="Straight Connector 373"/>
                <p:cNvCxnSpPr/>
                <p:nvPr/>
              </p:nvCxnSpPr>
              <p:spPr>
                <a:xfrm flipH="1" flipV="1">
                  <a:off x="5603400" y="3300480"/>
                  <a:ext cx="180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8392" name="Group 19"/>
            <p:cNvGrpSpPr/>
            <p:nvPr/>
          </p:nvGrpSpPr>
          <p:grpSpPr>
            <a:xfrm>
              <a:off x="5888880" y="2525400"/>
              <a:ext cx="528840" cy="2517840"/>
              <a:chOff x="5888880" y="2525400"/>
              <a:chExt cx="528840" cy="2517840"/>
            </a:xfrm>
          </p:grpSpPr>
          <p:sp>
            <p:nvSpPr>
              <p:cNvPr id="8393" name="Rectangle 338"/>
              <p:cNvSpPr/>
              <p:nvPr/>
            </p:nvSpPr>
            <p:spPr>
              <a:xfrm rot="10800000">
                <a:off x="5905800" y="2715840"/>
                <a:ext cx="497880" cy="91620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394" name="Straight Connector 339"/>
              <p:cNvCxnSpPr/>
              <p:nvPr/>
            </p:nvCxnSpPr>
            <p:spPr>
              <a:xfrm>
                <a:off x="6411240" y="2681280"/>
                <a:ext cx="6840" cy="22147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395" name="Group 442"/>
              <p:cNvGrpSpPr/>
              <p:nvPr/>
            </p:nvGrpSpPr>
            <p:grpSpPr>
              <a:xfrm>
                <a:off x="5909760" y="4821480"/>
                <a:ext cx="507960" cy="221760"/>
                <a:chOff x="5909760" y="4821480"/>
                <a:chExt cx="507960" cy="221760"/>
              </a:xfrm>
            </p:grpSpPr>
            <p:sp>
              <p:nvSpPr>
                <p:cNvPr id="8396" name="Oval 353"/>
                <p:cNvSpPr/>
                <p:nvPr/>
              </p:nvSpPr>
              <p:spPr>
                <a:xfrm>
                  <a:off x="5909760" y="489600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97" name="Rectangle 354"/>
                <p:cNvSpPr/>
                <p:nvPr/>
              </p:nvSpPr>
              <p:spPr>
                <a:xfrm>
                  <a:off x="5909760" y="489600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398" name="Oval 355"/>
                <p:cNvSpPr/>
                <p:nvPr/>
              </p:nvSpPr>
              <p:spPr>
                <a:xfrm>
                  <a:off x="5909760" y="4821480"/>
                  <a:ext cx="507600" cy="14724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399" name="Straight Connector 356"/>
                <p:cNvCxnSpPr/>
                <p:nvPr/>
              </p:nvCxnSpPr>
              <p:spPr>
                <a:xfrm>
                  <a:off x="6417720" y="48956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00" name="Straight Connector 357"/>
                <p:cNvCxnSpPr/>
                <p:nvPr/>
              </p:nvCxnSpPr>
              <p:spPr>
                <a:xfrm>
                  <a:off x="5909760" y="48956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401" name="Rectangle 341"/>
              <p:cNvSpPr/>
              <p:nvPr/>
            </p:nvSpPr>
            <p:spPr>
              <a:xfrm>
                <a:off x="5914440" y="3735360"/>
                <a:ext cx="498240" cy="11631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402" name="Straight Connector 342"/>
              <p:cNvCxnSpPr/>
              <p:nvPr/>
            </p:nvCxnSpPr>
            <p:spPr>
              <a:xfrm>
                <a:off x="5890680" y="2679480"/>
                <a:ext cx="14760" cy="23101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403" name="Group 456"/>
              <p:cNvGrpSpPr/>
              <p:nvPr/>
            </p:nvGrpSpPr>
            <p:grpSpPr>
              <a:xfrm>
                <a:off x="5888880" y="2525400"/>
                <a:ext cx="505080" cy="242640"/>
                <a:chOff x="5888880" y="2525400"/>
                <a:chExt cx="505080" cy="242640"/>
              </a:xfrm>
            </p:grpSpPr>
            <p:sp>
              <p:nvSpPr>
                <p:cNvPr id="8404" name="Oval 344"/>
                <p:cNvSpPr/>
                <p:nvPr/>
              </p:nvSpPr>
              <p:spPr>
                <a:xfrm flipV="1">
                  <a:off x="5890680" y="2590200"/>
                  <a:ext cx="5029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05" name="Rectangle 345"/>
                <p:cNvSpPr/>
                <p:nvPr/>
              </p:nvSpPr>
              <p:spPr>
                <a:xfrm>
                  <a:off x="5889240" y="2616120"/>
                  <a:ext cx="50436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06" name="Oval 346"/>
                <p:cNvSpPr/>
                <p:nvPr/>
              </p:nvSpPr>
              <p:spPr>
                <a:xfrm flipV="1">
                  <a:off x="5889240" y="2525040"/>
                  <a:ext cx="5029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07" name="Freeform 347"/>
                <p:cNvSpPr/>
                <p:nvPr/>
              </p:nvSpPr>
              <p:spPr>
                <a:xfrm>
                  <a:off x="6017760" y="2579760"/>
                  <a:ext cx="245880" cy="88560"/>
                </a:xfrm>
                <a:custGeom>
                  <a:avLst/>
                  <a:gdLst>
                    <a:gd name="textAreaLeft" fmla="*/ 0 w 245880"/>
                    <a:gd name="textAreaRight" fmla="*/ 246240 w 2458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08" name="Freeform 348"/>
                <p:cNvSpPr/>
                <p:nvPr/>
              </p:nvSpPr>
              <p:spPr>
                <a:xfrm>
                  <a:off x="5992560" y="2557440"/>
                  <a:ext cx="296640" cy="61560"/>
                </a:xfrm>
                <a:custGeom>
                  <a:avLst/>
                  <a:gdLst>
                    <a:gd name="textAreaLeft" fmla="*/ 0 w 296640"/>
                    <a:gd name="textAreaRight" fmla="*/ 297000 w 296640"/>
                    <a:gd name="textAreaTop" fmla="*/ 0 h 61560"/>
                    <a:gd name="textAreaBottom" fmla="*/ 61920 h 61560"/>
                    <a:gd name="GluePoint1X" fmla="*/ 0 w 3723451"/>
                    <a:gd name="GluePoint1Y" fmla="*/ 26825 h 932950"/>
                    <a:gd name="GluePoint2X" fmla="*/ 124171 w 3723451"/>
                    <a:gd name="GluePoint2Y" fmla="*/ 316 h 932950"/>
                    <a:gd name="GluePoint3X" fmla="*/ 351718 w 3723451"/>
                    <a:gd name="GluePoint3Y" fmla="*/ 61180 h 932950"/>
                    <a:gd name="GluePoint4X" fmla="*/ 568801 w 3723451"/>
                    <a:gd name="GluePoint4Y" fmla="*/ 0 h 932950"/>
                    <a:gd name="GluePoint5X" fmla="*/ 705691 w 3723451"/>
                    <a:gd name="GluePoint5Y" fmla="*/ 24345 h 932950"/>
                    <a:gd name="GluePoint6X" fmla="*/ 603845 w 3723451"/>
                    <a:gd name="GluePoint6Y" fmla="*/ 54282 h 932950"/>
                    <a:gd name="GluePoint7X" fmla="*/ 571055 w 3723451"/>
                    <a:gd name="GluePoint7Y" fmla="*/ 46211 h 932950"/>
                    <a:gd name="GluePoint8X" fmla="*/ 355716 w 3723451"/>
                    <a:gd name="GluePoint8Y" fmla="*/ 109646 h 932950"/>
                    <a:gd name="GluePoint9X" fmla="*/ 134869 w 3723451"/>
                    <a:gd name="GluePoint9Y" fmla="*/ 48545 h 932950"/>
                    <a:gd name="GluePoint10X" fmla="*/ 99163 w 3723451"/>
                    <a:gd name="GluePoint10Y" fmla="*/ 55139 h 932950"/>
                    <a:gd name="GluePoint11X" fmla="*/ 0 w 3723451"/>
                    <a:gd name="GluePoint11Y" fmla="*/ 26825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09" name="Freeform 349"/>
                <p:cNvSpPr/>
                <p:nvPr/>
              </p:nvSpPr>
              <p:spPr>
                <a:xfrm>
                  <a:off x="6187680" y="2610000"/>
                  <a:ext cx="107640" cy="53640"/>
                </a:xfrm>
                <a:custGeom>
                  <a:avLst/>
                  <a:gdLst>
                    <a:gd name="textAreaLeft" fmla="*/ 0 w 107640"/>
                    <a:gd name="textAreaRight" fmla="*/ 108000 w 10764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56615 w 1366596"/>
                    <a:gd name="GluePoint2Y" fmla="*/ 73863 h 809868"/>
                    <a:gd name="GluePoint3X" fmla="*/ 162436 w 1366596"/>
                    <a:gd name="GluePoint3Y" fmla="*/ 95588 h 809868"/>
                    <a:gd name="GluePoint4X" fmla="*/ 864 w 1366596"/>
                    <a:gd name="GluePoint4Y" fmla="*/ 50510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10" name="Freeform 350"/>
                <p:cNvSpPr/>
                <p:nvPr/>
              </p:nvSpPr>
              <p:spPr>
                <a:xfrm>
                  <a:off x="5987520" y="261144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391 w 1348191"/>
                    <a:gd name="GluePoint1Y" fmla="*/ 0 h 791462"/>
                    <a:gd name="GluePoint2X" fmla="*/ 252843 w 1348191"/>
                    <a:gd name="GluePoint2Y" fmla="*/ 44771 h 791462"/>
                    <a:gd name="GluePoint3X" fmla="*/ 91472 w 1348191"/>
                    <a:gd name="GluePoint3Y" fmla="*/ 92778 h 791462"/>
                    <a:gd name="GluePoint4X" fmla="*/ 0 w 1348191"/>
                    <a:gd name="GluePoint4Y" fmla="*/ 71741 h 791462"/>
                    <a:gd name="GluePoint5X" fmla="*/ 249391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411" name="Straight Connector 351"/>
                <p:cNvCxnSpPr/>
                <p:nvPr/>
              </p:nvCxnSpPr>
              <p:spPr>
                <a:xfrm flipH="1" flipV="1">
                  <a:off x="5888880" y="261468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12" name="Straight Connector 352"/>
                <p:cNvCxnSpPr/>
                <p:nvPr/>
              </p:nvCxnSpPr>
              <p:spPr>
                <a:xfrm flipH="1" flipV="1">
                  <a:off x="6392160" y="2612880"/>
                  <a:ext cx="216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8413" name="Group 20"/>
            <p:cNvGrpSpPr/>
            <p:nvPr/>
          </p:nvGrpSpPr>
          <p:grpSpPr>
            <a:xfrm>
              <a:off x="7081200" y="3217680"/>
              <a:ext cx="522000" cy="1825560"/>
              <a:chOff x="7081200" y="3217680"/>
              <a:chExt cx="522000" cy="1825560"/>
            </a:xfrm>
          </p:grpSpPr>
          <p:sp>
            <p:nvSpPr>
              <p:cNvPr id="8414" name="Rectangle 317"/>
              <p:cNvSpPr/>
              <p:nvPr/>
            </p:nvSpPr>
            <p:spPr>
              <a:xfrm rot="10800000">
                <a:off x="7088760" y="3306600"/>
                <a:ext cx="497880" cy="325440"/>
              </a:xfrm>
              <a:prstGeom prst="rect">
                <a:avLst/>
              </a:prstGeom>
              <a:gradFill rotWithShape="0">
                <a:gsLst>
                  <a:gs pos="1000">
                    <a:srgbClr val="262699">
                      <a:alpha val="62000"/>
                    </a:srgbClr>
                  </a:gs>
                  <a:gs pos="5400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415" name="Straight Connector 318"/>
              <p:cNvCxnSpPr/>
              <p:nvPr/>
            </p:nvCxnSpPr>
            <p:spPr>
              <a:xfrm>
                <a:off x="7593840" y="3306600"/>
                <a:ext cx="6840" cy="15832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pic>
            <p:nvPicPr>
              <p:cNvPr id="8416" name="Picture 469" descr="router_top.png"/>
              <p:cNvPicPr/>
              <p:nvPr/>
            </p:nvPicPr>
            <p:blipFill>
              <a:blip r:embed="rId2"/>
              <a:stretch/>
            </p:blipFill>
            <p:spPr>
              <a:xfrm>
                <a:off x="7081200" y="3246120"/>
                <a:ext cx="522000" cy="219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8417" name="Group 471"/>
              <p:cNvGrpSpPr/>
              <p:nvPr/>
            </p:nvGrpSpPr>
            <p:grpSpPr>
              <a:xfrm>
                <a:off x="7092360" y="4821480"/>
                <a:ext cx="507960" cy="221760"/>
                <a:chOff x="7092360" y="4821480"/>
                <a:chExt cx="507960" cy="221760"/>
              </a:xfrm>
            </p:grpSpPr>
            <p:sp>
              <p:nvSpPr>
                <p:cNvPr id="8418" name="Oval 333"/>
                <p:cNvSpPr/>
                <p:nvPr/>
              </p:nvSpPr>
              <p:spPr>
                <a:xfrm>
                  <a:off x="7092360" y="489600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19" name="Rectangle 334"/>
                <p:cNvSpPr/>
                <p:nvPr/>
              </p:nvSpPr>
              <p:spPr>
                <a:xfrm>
                  <a:off x="7092360" y="489600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20" name="Oval 335"/>
                <p:cNvSpPr/>
                <p:nvPr/>
              </p:nvSpPr>
              <p:spPr>
                <a:xfrm>
                  <a:off x="7092360" y="4821480"/>
                  <a:ext cx="507600" cy="14724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421" name="Straight Connector 336"/>
                <p:cNvCxnSpPr/>
                <p:nvPr/>
              </p:nvCxnSpPr>
              <p:spPr>
                <a:xfrm>
                  <a:off x="7600320" y="48956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22" name="Straight Connector 337"/>
                <p:cNvCxnSpPr/>
                <p:nvPr/>
              </p:nvCxnSpPr>
              <p:spPr>
                <a:xfrm>
                  <a:off x="7092360" y="48956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423" name="Rectangle 321"/>
              <p:cNvSpPr/>
              <p:nvPr/>
            </p:nvSpPr>
            <p:spPr>
              <a:xfrm>
                <a:off x="7097400" y="3733920"/>
                <a:ext cx="498240" cy="11649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424" name="Straight Connector 322"/>
              <p:cNvCxnSpPr/>
              <p:nvPr/>
            </p:nvCxnSpPr>
            <p:spPr>
              <a:xfrm>
                <a:off x="7081200" y="3355920"/>
                <a:ext cx="6840" cy="16336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425" name="Group 485"/>
              <p:cNvGrpSpPr/>
              <p:nvPr/>
            </p:nvGrpSpPr>
            <p:grpSpPr>
              <a:xfrm>
                <a:off x="7090920" y="3217680"/>
                <a:ext cx="504720" cy="242280"/>
                <a:chOff x="7090920" y="3217680"/>
                <a:chExt cx="504720" cy="242280"/>
              </a:xfrm>
            </p:grpSpPr>
            <p:sp>
              <p:nvSpPr>
                <p:cNvPr id="8426" name="Oval 324"/>
                <p:cNvSpPr/>
                <p:nvPr/>
              </p:nvSpPr>
              <p:spPr>
                <a:xfrm flipV="1">
                  <a:off x="7092360" y="3282120"/>
                  <a:ext cx="5029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27" name="Rectangle 325"/>
                <p:cNvSpPr/>
                <p:nvPr/>
              </p:nvSpPr>
              <p:spPr>
                <a:xfrm>
                  <a:off x="7090920" y="3308400"/>
                  <a:ext cx="50436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28" name="Oval 326"/>
                <p:cNvSpPr/>
                <p:nvPr/>
              </p:nvSpPr>
              <p:spPr>
                <a:xfrm flipV="1">
                  <a:off x="7090920" y="3217320"/>
                  <a:ext cx="5029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29" name="Freeform 327"/>
                <p:cNvSpPr/>
                <p:nvPr/>
              </p:nvSpPr>
              <p:spPr>
                <a:xfrm>
                  <a:off x="7219440" y="3272040"/>
                  <a:ext cx="245880" cy="88560"/>
                </a:xfrm>
                <a:custGeom>
                  <a:avLst/>
                  <a:gdLst>
                    <a:gd name="textAreaLeft" fmla="*/ 0 w 245880"/>
                    <a:gd name="textAreaRight" fmla="*/ 246240 w 2458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30" name="Freeform 328"/>
                <p:cNvSpPr/>
                <p:nvPr/>
              </p:nvSpPr>
              <p:spPr>
                <a:xfrm>
                  <a:off x="7194240" y="3249720"/>
                  <a:ext cx="296640" cy="61560"/>
                </a:xfrm>
                <a:custGeom>
                  <a:avLst/>
                  <a:gdLst>
                    <a:gd name="textAreaLeft" fmla="*/ 0 w 296640"/>
                    <a:gd name="textAreaRight" fmla="*/ 297000 w 296640"/>
                    <a:gd name="textAreaTop" fmla="*/ 0 h 61560"/>
                    <a:gd name="textAreaBottom" fmla="*/ 61920 h 61560"/>
                    <a:gd name="GluePoint1X" fmla="*/ 0 w 3723451"/>
                    <a:gd name="GluePoint1Y" fmla="*/ 26825 h 932950"/>
                    <a:gd name="GluePoint2X" fmla="*/ 124172 w 3723451"/>
                    <a:gd name="GluePoint2Y" fmla="*/ 316 h 932950"/>
                    <a:gd name="GluePoint3X" fmla="*/ 351719 w 3723451"/>
                    <a:gd name="GluePoint3Y" fmla="*/ 61180 h 932950"/>
                    <a:gd name="GluePoint4X" fmla="*/ 568801 w 3723451"/>
                    <a:gd name="GluePoint4Y" fmla="*/ 0 h 932950"/>
                    <a:gd name="GluePoint5X" fmla="*/ 705692 w 3723451"/>
                    <a:gd name="GluePoint5Y" fmla="*/ 24345 h 932950"/>
                    <a:gd name="GluePoint6X" fmla="*/ 603846 w 3723451"/>
                    <a:gd name="GluePoint6Y" fmla="*/ 54282 h 932950"/>
                    <a:gd name="GluePoint7X" fmla="*/ 571056 w 3723451"/>
                    <a:gd name="GluePoint7Y" fmla="*/ 46211 h 932950"/>
                    <a:gd name="GluePoint8X" fmla="*/ 355717 w 3723451"/>
                    <a:gd name="GluePoint8Y" fmla="*/ 109646 h 932950"/>
                    <a:gd name="GluePoint9X" fmla="*/ 134869 w 3723451"/>
                    <a:gd name="GluePoint9Y" fmla="*/ 48545 h 932950"/>
                    <a:gd name="GluePoint10X" fmla="*/ 99163 w 3723451"/>
                    <a:gd name="GluePoint10Y" fmla="*/ 55139 h 932950"/>
                    <a:gd name="GluePoint11X" fmla="*/ 0 w 3723451"/>
                    <a:gd name="GluePoint11Y" fmla="*/ 26825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31" name="Freeform 329"/>
                <p:cNvSpPr/>
                <p:nvPr/>
              </p:nvSpPr>
              <p:spPr>
                <a:xfrm>
                  <a:off x="7389360" y="3301920"/>
                  <a:ext cx="107640" cy="53640"/>
                </a:xfrm>
                <a:custGeom>
                  <a:avLst/>
                  <a:gdLst>
                    <a:gd name="textAreaLeft" fmla="*/ 0 w 107640"/>
                    <a:gd name="textAreaRight" fmla="*/ 108000 w 10764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56615 w 1366596"/>
                    <a:gd name="GluePoint2Y" fmla="*/ 73863 h 809868"/>
                    <a:gd name="GluePoint3X" fmla="*/ 162436 w 1366596"/>
                    <a:gd name="GluePoint3Y" fmla="*/ 95588 h 809868"/>
                    <a:gd name="GluePoint4X" fmla="*/ 864 w 1366596"/>
                    <a:gd name="GluePoint4Y" fmla="*/ 50510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32" name="Freeform 330"/>
                <p:cNvSpPr/>
                <p:nvPr/>
              </p:nvSpPr>
              <p:spPr>
                <a:xfrm>
                  <a:off x="7189200" y="330372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388 w 1348191"/>
                    <a:gd name="GluePoint1Y" fmla="*/ 0 h 791462"/>
                    <a:gd name="GluePoint2X" fmla="*/ 252840 w 1348191"/>
                    <a:gd name="GluePoint2Y" fmla="*/ 44771 h 791462"/>
                    <a:gd name="GluePoint3X" fmla="*/ 91471 w 1348191"/>
                    <a:gd name="GluePoint3Y" fmla="*/ 92778 h 791462"/>
                    <a:gd name="GluePoint4X" fmla="*/ 0 w 1348191"/>
                    <a:gd name="GluePoint4Y" fmla="*/ 71741 h 791462"/>
                    <a:gd name="GluePoint5X" fmla="*/ 249388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433" name="Straight Connector 331"/>
                <p:cNvCxnSpPr/>
                <p:nvPr/>
              </p:nvCxnSpPr>
              <p:spPr>
                <a:xfrm flipH="1" flipV="1">
                  <a:off x="7090920" y="330660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34" name="Straight Connector 332"/>
                <p:cNvCxnSpPr/>
                <p:nvPr/>
              </p:nvCxnSpPr>
              <p:spPr>
                <a:xfrm flipH="1" flipV="1">
                  <a:off x="7593840" y="330516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8435" name="Group 21"/>
            <p:cNvGrpSpPr/>
            <p:nvPr/>
          </p:nvGrpSpPr>
          <p:grpSpPr>
            <a:xfrm>
              <a:off x="8062200" y="2687400"/>
              <a:ext cx="522360" cy="2354400"/>
              <a:chOff x="8062200" y="2687400"/>
              <a:chExt cx="522360" cy="2354400"/>
            </a:xfrm>
          </p:grpSpPr>
          <p:sp>
            <p:nvSpPr>
              <p:cNvPr id="8436" name="Rectangle 297"/>
              <p:cNvSpPr/>
              <p:nvPr/>
            </p:nvSpPr>
            <p:spPr>
              <a:xfrm rot="10800000">
                <a:off x="8073000" y="2817360"/>
                <a:ext cx="497880" cy="72180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437" name="Straight Connector 298"/>
              <p:cNvCxnSpPr/>
              <p:nvPr/>
            </p:nvCxnSpPr>
            <p:spPr>
              <a:xfrm>
                <a:off x="8584560" y="2886120"/>
                <a:ext cx="360" cy="19987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438" name="Group 500"/>
              <p:cNvGrpSpPr/>
              <p:nvPr/>
            </p:nvGrpSpPr>
            <p:grpSpPr>
              <a:xfrm>
                <a:off x="8076600" y="4805280"/>
                <a:ext cx="507960" cy="236520"/>
                <a:chOff x="8076600" y="4805280"/>
                <a:chExt cx="507960" cy="236520"/>
              </a:xfrm>
            </p:grpSpPr>
            <p:sp>
              <p:nvSpPr>
                <p:cNvPr id="8439" name="Oval 312"/>
                <p:cNvSpPr/>
                <p:nvPr/>
              </p:nvSpPr>
              <p:spPr>
                <a:xfrm>
                  <a:off x="8076960" y="4884840"/>
                  <a:ext cx="507600" cy="15696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40" name="Rectangle 313"/>
                <p:cNvSpPr/>
                <p:nvPr/>
              </p:nvSpPr>
              <p:spPr>
                <a:xfrm>
                  <a:off x="8076960" y="4884840"/>
                  <a:ext cx="507600" cy="7740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2760" rIns="90000" bIns="327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41" name="Oval 314"/>
                <p:cNvSpPr/>
                <p:nvPr/>
              </p:nvSpPr>
              <p:spPr>
                <a:xfrm>
                  <a:off x="8076960" y="4805280"/>
                  <a:ext cx="507600" cy="15696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442" name="Straight Connector 315"/>
                <p:cNvCxnSpPr/>
                <p:nvPr/>
              </p:nvCxnSpPr>
              <p:spPr>
                <a:xfrm>
                  <a:off x="8584560" y="4884480"/>
                  <a:ext cx="360" cy="781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43" name="Straight Connector 316"/>
                <p:cNvCxnSpPr/>
                <p:nvPr/>
              </p:nvCxnSpPr>
              <p:spPr>
                <a:xfrm>
                  <a:off x="8076600" y="4884480"/>
                  <a:ext cx="360" cy="781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444" name="Rectangle 300"/>
              <p:cNvSpPr/>
              <p:nvPr/>
            </p:nvSpPr>
            <p:spPr>
              <a:xfrm>
                <a:off x="8081640" y="3649680"/>
                <a:ext cx="498240" cy="123804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445" name="Straight Connector 301"/>
              <p:cNvCxnSpPr/>
              <p:nvPr/>
            </p:nvCxnSpPr>
            <p:spPr>
              <a:xfrm>
                <a:off x="8062200" y="2857320"/>
                <a:ext cx="10080" cy="212760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446" name="Group 514"/>
              <p:cNvGrpSpPr/>
              <p:nvPr/>
            </p:nvGrpSpPr>
            <p:grpSpPr>
              <a:xfrm>
                <a:off x="8068680" y="2687400"/>
                <a:ext cx="504720" cy="242640"/>
                <a:chOff x="8068680" y="2687400"/>
                <a:chExt cx="504720" cy="242640"/>
              </a:xfrm>
            </p:grpSpPr>
            <p:sp>
              <p:nvSpPr>
                <p:cNvPr id="8447" name="Oval 303"/>
                <p:cNvSpPr/>
                <p:nvPr/>
              </p:nvSpPr>
              <p:spPr>
                <a:xfrm flipV="1">
                  <a:off x="8070480" y="2752200"/>
                  <a:ext cx="5029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48" name="Rectangle 304"/>
                <p:cNvSpPr/>
                <p:nvPr/>
              </p:nvSpPr>
              <p:spPr>
                <a:xfrm>
                  <a:off x="8068680" y="2778120"/>
                  <a:ext cx="50436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49" name="Oval 305"/>
                <p:cNvSpPr/>
                <p:nvPr/>
              </p:nvSpPr>
              <p:spPr>
                <a:xfrm flipV="1">
                  <a:off x="8068680" y="2687040"/>
                  <a:ext cx="5029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50" name="Freeform 306"/>
                <p:cNvSpPr/>
                <p:nvPr/>
              </p:nvSpPr>
              <p:spPr>
                <a:xfrm>
                  <a:off x="8197560" y="2741760"/>
                  <a:ext cx="245880" cy="88560"/>
                </a:xfrm>
                <a:custGeom>
                  <a:avLst/>
                  <a:gdLst>
                    <a:gd name="textAreaLeft" fmla="*/ 0 w 245880"/>
                    <a:gd name="textAreaRight" fmla="*/ 246240 w 2458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451" name="Freeform 307"/>
                <p:cNvSpPr/>
                <p:nvPr/>
              </p:nvSpPr>
              <p:spPr>
                <a:xfrm>
                  <a:off x="8172000" y="2719440"/>
                  <a:ext cx="296640" cy="61560"/>
                </a:xfrm>
                <a:custGeom>
                  <a:avLst/>
                  <a:gdLst>
                    <a:gd name="textAreaLeft" fmla="*/ 0 w 296640"/>
                    <a:gd name="textAreaRight" fmla="*/ 297000 w 296640"/>
                    <a:gd name="textAreaTop" fmla="*/ 0 h 61560"/>
                    <a:gd name="textAreaBottom" fmla="*/ 61920 h 61560"/>
                    <a:gd name="GluePoint1X" fmla="*/ 0 w 3723451"/>
                    <a:gd name="GluePoint1Y" fmla="*/ 26825 h 932950"/>
                    <a:gd name="GluePoint2X" fmla="*/ 124172 w 3723451"/>
                    <a:gd name="GluePoint2Y" fmla="*/ 316 h 932950"/>
                    <a:gd name="GluePoint3X" fmla="*/ 351719 w 3723451"/>
                    <a:gd name="GluePoint3Y" fmla="*/ 61180 h 932950"/>
                    <a:gd name="GluePoint4X" fmla="*/ 568801 w 3723451"/>
                    <a:gd name="GluePoint4Y" fmla="*/ 0 h 932950"/>
                    <a:gd name="GluePoint5X" fmla="*/ 705692 w 3723451"/>
                    <a:gd name="GluePoint5Y" fmla="*/ 24346 h 932950"/>
                    <a:gd name="GluePoint6X" fmla="*/ 603846 w 3723451"/>
                    <a:gd name="GluePoint6Y" fmla="*/ 54283 h 932950"/>
                    <a:gd name="GluePoint7X" fmla="*/ 571056 w 3723451"/>
                    <a:gd name="GluePoint7Y" fmla="*/ 46212 h 932950"/>
                    <a:gd name="GluePoint8X" fmla="*/ 355717 w 3723451"/>
                    <a:gd name="GluePoint8Y" fmla="*/ 109647 h 932950"/>
                    <a:gd name="GluePoint9X" fmla="*/ 134869 w 3723451"/>
                    <a:gd name="GluePoint9Y" fmla="*/ 48545 h 932950"/>
                    <a:gd name="GluePoint10X" fmla="*/ 99163 w 3723451"/>
                    <a:gd name="GluePoint10Y" fmla="*/ 55140 h 932950"/>
                    <a:gd name="GluePoint11X" fmla="*/ 0 w 3723451"/>
                    <a:gd name="GluePoint11Y" fmla="*/ 26825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52" name="Freeform 308"/>
                <p:cNvSpPr/>
                <p:nvPr/>
              </p:nvSpPr>
              <p:spPr>
                <a:xfrm>
                  <a:off x="8367120" y="2772000"/>
                  <a:ext cx="107640" cy="53640"/>
                </a:xfrm>
                <a:custGeom>
                  <a:avLst/>
                  <a:gdLst>
                    <a:gd name="textAreaLeft" fmla="*/ 0 w 107640"/>
                    <a:gd name="textAreaRight" fmla="*/ 108000 w 10764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56615 w 1366596"/>
                    <a:gd name="GluePoint2Y" fmla="*/ 73864 h 809868"/>
                    <a:gd name="GluePoint3X" fmla="*/ 162436 w 1366596"/>
                    <a:gd name="GluePoint3Y" fmla="*/ 95589 h 809868"/>
                    <a:gd name="GluePoint4X" fmla="*/ 864 w 1366596"/>
                    <a:gd name="GluePoint4Y" fmla="*/ 50510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53" name="Freeform 309"/>
                <p:cNvSpPr/>
                <p:nvPr/>
              </p:nvSpPr>
              <p:spPr>
                <a:xfrm>
                  <a:off x="8167320" y="277344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388 w 1348191"/>
                    <a:gd name="GluePoint1Y" fmla="*/ 0 h 791462"/>
                    <a:gd name="GluePoint2X" fmla="*/ 252840 w 1348191"/>
                    <a:gd name="GluePoint2Y" fmla="*/ 44771 h 791462"/>
                    <a:gd name="GluePoint3X" fmla="*/ 91471 w 1348191"/>
                    <a:gd name="GluePoint3Y" fmla="*/ 92778 h 791462"/>
                    <a:gd name="GluePoint4X" fmla="*/ 0 w 1348191"/>
                    <a:gd name="GluePoint4Y" fmla="*/ 71741 h 791462"/>
                    <a:gd name="GluePoint5X" fmla="*/ 249388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454" name="Straight Connector 310"/>
                <p:cNvCxnSpPr/>
                <p:nvPr/>
              </p:nvCxnSpPr>
              <p:spPr>
                <a:xfrm flipH="1" flipV="1">
                  <a:off x="8068680" y="277632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55" name="Straight Connector 311"/>
                <p:cNvCxnSpPr/>
                <p:nvPr/>
              </p:nvCxnSpPr>
              <p:spPr>
                <a:xfrm flipH="1" flipV="1">
                  <a:off x="8571960" y="277488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</p:grpSp>
      <p:grpSp>
        <p:nvGrpSpPr>
          <p:cNvPr id="8456" name="Group 399"/>
          <p:cNvGrpSpPr/>
          <p:nvPr/>
        </p:nvGrpSpPr>
        <p:grpSpPr>
          <a:xfrm>
            <a:off x="3418920" y="2725920"/>
            <a:ext cx="5111640" cy="879120"/>
            <a:chOff x="3418920" y="2725920"/>
            <a:chExt cx="5111640" cy="879120"/>
          </a:xfrm>
        </p:grpSpPr>
        <p:sp>
          <p:nvSpPr>
            <p:cNvPr id="8457" name="Oval 400"/>
            <p:cNvSpPr/>
            <p:nvPr/>
          </p:nvSpPr>
          <p:spPr>
            <a:xfrm>
              <a:off x="3418920" y="2803680"/>
              <a:ext cx="953640" cy="49176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458" name="TextBox 233"/>
            <p:cNvSpPr/>
            <p:nvPr/>
          </p:nvSpPr>
          <p:spPr>
            <a:xfrm>
              <a:off x="3432960" y="2801520"/>
              <a:ext cx="932760" cy="46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74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Routing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74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Algorithm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459" name="Straight Arrow Connector 402"/>
            <p:cNvCxnSpPr/>
            <p:nvPr/>
          </p:nvCxnSpPr>
          <p:spPr>
            <a:xfrm flipV="1">
              <a:off x="4385520" y="2825640"/>
              <a:ext cx="1518120" cy="2145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8460" name="Straight Arrow Connector 403"/>
            <p:cNvCxnSpPr/>
            <p:nvPr/>
          </p:nvCxnSpPr>
          <p:spPr>
            <a:xfrm>
              <a:off x="4303080" y="3219480"/>
              <a:ext cx="797400" cy="27972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8461" name="Straight Arrow Connector 404"/>
            <p:cNvCxnSpPr/>
            <p:nvPr/>
          </p:nvCxnSpPr>
          <p:spPr>
            <a:xfrm>
              <a:off x="6236640" y="2913120"/>
              <a:ext cx="892440" cy="5097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8462" name="Straight Arrow Connector 405"/>
            <p:cNvCxnSpPr/>
            <p:nvPr/>
          </p:nvCxnSpPr>
          <p:spPr>
            <a:xfrm>
              <a:off x="6352560" y="2819160"/>
              <a:ext cx="1695960" cy="13068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sp>
          <p:nvSpPr>
            <p:cNvPr id="8463" name="Oval 406"/>
            <p:cNvSpPr/>
            <p:nvPr/>
          </p:nvSpPr>
          <p:spPr>
            <a:xfrm>
              <a:off x="8110080" y="2913120"/>
              <a:ext cx="420480" cy="18072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464" name="Oval 407"/>
            <p:cNvSpPr/>
            <p:nvPr/>
          </p:nvSpPr>
          <p:spPr>
            <a:xfrm>
              <a:off x="7124400" y="3422880"/>
              <a:ext cx="420480" cy="18216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465" name="Oval 408"/>
            <p:cNvSpPr/>
            <p:nvPr/>
          </p:nvSpPr>
          <p:spPr>
            <a:xfrm>
              <a:off x="5919480" y="2725920"/>
              <a:ext cx="420480" cy="18216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466" name="Oval 409"/>
            <p:cNvSpPr/>
            <p:nvPr/>
          </p:nvSpPr>
          <p:spPr>
            <a:xfrm>
              <a:off x="5123880" y="3421080"/>
              <a:ext cx="420480" cy="180720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cxnSp>
          <p:nvCxnSpPr>
            <p:cNvPr id="8467" name="Straight Arrow Connector 410"/>
            <p:cNvCxnSpPr/>
            <p:nvPr/>
          </p:nvCxnSpPr>
          <p:spPr>
            <a:xfrm>
              <a:off x="4372920" y="3124080"/>
              <a:ext cx="2738880" cy="34020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8468" name="Straight Arrow Connector 411"/>
            <p:cNvCxnSpPr>
              <a:endCxn id="8463" idx="2"/>
            </p:cNvCxnSpPr>
            <p:nvPr/>
          </p:nvCxnSpPr>
          <p:spPr>
            <a:xfrm flipV="1">
              <a:off x="5549400" y="3003480"/>
              <a:ext cx="2561040" cy="4701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8469" name="Straight Arrow Connector 412"/>
            <p:cNvCxnSpPr/>
            <p:nvPr/>
          </p:nvCxnSpPr>
          <p:spPr>
            <a:xfrm>
              <a:off x="5542920" y="3527280"/>
              <a:ext cx="1581480" cy="36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8470" name="Straight Arrow Connector 413"/>
            <p:cNvCxnSpPr/>
            <p:nvPr/>
          </p:nvCxnSpPr>
          <p:spPr>
            <a:xfrm flipV="1">
              <a:off x="7548120" y="3101760"/>
              <a:ext cx="750960" cy="397440"/>
            </a:xfrm>
            <a:prstGeom prst="straightConnector1">
              <a:avLst/>
            </a:prstGeom>
            <a:ln w="2540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</p:grpSp>
      <p:grpSp>
        <p:nvGrpSpPr>
          <p:cNvPr id="8471" name="Group 414"/>
          <p:cNvGrpSpPr/>
          <p:nvPr/>
        </p:nvGrpSpPr>
        <p:grpSpPr>
          <a:xfrm>
            <a:off x="3147480" y="3114720"/>
            <a:ext cx="6378840" cy="1038240"/>
            <a:chOff x="3147480" y="3114720"/>
            <a:chExt cx="6378840" cy="1038240"/>
          </a:xfrm>
        </p:grpSpPr>
        <p:sp>
          <p:nvSpPr>
            <p:cNvPr id="8472" name="TextBox 232"/>
            <p:cNvSpPr/>
            <p:nvPr/>
          </p:nvSpPr>
          <p:spPr>
            <a:xfrm>
              <a:off x="8872920" y="3691080"/>
              <a:ext cx="615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data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3" name="TextBox 233"/>
            <p:cNvSpPr/>
            <p:nvPr/>
          </p:nvSpPr>
          <p:spPr>
            <a:xfrm>
              <a:off x="8811360" y="3114720"/>
              <a:ext cx="714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control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474" name="Straight Connector 417"/>
            <p:cNvCxnSpPr/>
            <p:nvPr/>
          </p:nvCxnSpPr>
          <p:spPr>
            <a:xfrm>
              <a:off x="3147480" y="3652560"/>
              <a:ext cx="6207480" cy="36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</p:grpSp>
      <p:grpSp>
        <p:nvGrpSpPr>
          <p:cNvPr id="8475" name="Group 418"/>
          <p:cNvGrpSpPr/>
          <p:nvPr/>
        </p:nvGrpSpPr>
        <p:grpSpPr>
          <a:xfrm>
            <a:off x="3418920" y="3741840"/>
            <a:ext cx="5126040" cy="1120680"/>
            <a:chOff x="3418920" y="3741840"/>
            <a:chExt cx="5126040" cy="1120680"/>
          </a:xfrm>
        </p:grpSpPr>
        <p:pic>
          <p:nvPicPr>
            <p:cNvPr id="8476" name="Picture 10" descr="fig42_table.pdf"/>
            <p:cNvPicPr/>
            <p:nvPr/>
          </p:nvPicPr>
          <p:blipFill>
            <a:blip r:embed="rId3"/>
            <a:stretch/>
          </p:blipFill>
          <p:spPr>
            <a:xfrm>
              <a:off x="3418920" y="3741840"/>
              <a:ext cx="966240" cy="966600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/>
            </a:ln>
          </p:spPr>
        </p:pic>
        <p:grpSp>
          <p:nvGrpSpPr>
            <p:cNvPr id="8477" name="Group 25"/>
            <p:cNvGrpSpPr/>
            <p:nvPr/>
          </p:nvGrpSpPr>
          <p:grpSpPr>
            <a:xfrm>
              <a:off x="5139720" y="4498920"/>
              <a:ext cx="3405240" cy="363600"/>
              <a:chOff x="5139720" y="4498920"/>
              <a:chExt cx="3405240" cy="363600"/>
            </a:xfrm>
          </p:grpSpPr>
          <p:grpSp>
            <p:nvGrpSpPr>
              <p:cNvPr id="8478" name="Group 241"/>
              <p:cNvGrpSpPr/>
              <p:nvPr/>
            </p:nvGrpSpPr>
            <p:grpSpPr>
              <a:xfrm>
                <a:off x="5139720" y="4529160"/>
                <a:ext cx="430200" cy="333360"/>
                <a:chOff x="5139720" y="4529160"/>
                <a:chExt cx="430200" cy="333360"/>
              </a:xfrm>
            </p:grpSpPr>
            <p:sp>
              <p:nvSpPr>
                <p:cNvPr id="8479" name="Rectangle 437"/>
                <p:cNvSpPr/>
                <p:nvPr/>
              </p:nvSpPr>
              <p:spPr>
                <a:xfrm>
                  <a:off x="5144760" y="4529160"/>
                  <a:ext cx="425160" cy="33300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480" name="Straight Connector 438"/>
                <p:cNvCxnSpPr/>
                <p:nvPr/>
              </p:nvCxnSpPr>
              <p:spPr>
                <a:xfrm>
                  <a:off x="5139720" y="462420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81" name="Straight Connector 439"/>
                <p:cNvCxnSpPr/>
                <p:nvPr/>
              </p:nvCxnSpPr>
              <p:spPr>
                <a:xfrm>
                  <a:off x="5139720" y="468792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82" name="Straight Connector 440"/>
                <p:cNvCxnSpPr/>
                <p:nvPr/>
              </p:nvCxnSpPr>
              <p:spPr>
                <a:xfrm flipH="1" flipV="1">
                  <a:off x="5355720" y="4624200"/>
                  <a:ext cx="1800" cy="23868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8483" name="Group 444"/>
              <p:cNvGrpSpPr/>
              <p:nvPr/>
            </p:nvGrpSpPr>
            <p:grpSpPr>
              <a:xfrm>
                <a:off x="5947920" y="4527720"/>
                <a:ext cx="429840" cy="333000"/>
                <a:chOff x="5947920" y="4527720"/>
                <a:chExt cx="429840" cy="333000"/>
              </a:xfrm>
            </p:grpSpPr>
            <p:sp>
              <p:nvSpPr>
                <p:cNvPr id="8484" name="Rectangle 433"/>
                <p:cNvSpPr/>
                <p:nvPr/>
              </p:nvSpPr>
              <p:spPr>
                <a:xfrm>
                  <a:off x="5952600" y="4527720"/>
                  <a:ext cx="425160" cy="33300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485" name="Straight Connector 434"/>
                <p:cNvCxnSpPr/>
                <p:nvPr/>
              </p:nvCxnSpPr>
              <p:spPr>
                <a:xfrm>
                  <a:off x="5947920" y="4622760"/>
                  <a:ext cx="42552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86" name="Straight Connector 435"/>
                <p:cNvCxnSpPr/>
                <p:nvPr/>
              </p:nvCxnSpPr>
              <p:spPr>
                <a:xfrm>
                  <a:off x="5947920" y="4686120"/>
                  <a:ext cx="42552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87" name="Straight Connector 436"/>
                <p:cNvCxnSpPr/>
                <p:nvPr/>
              </p:nvCxnSpPr>
              <p:spPr>
                <a:xfrm flipH="1" flipV="1">
                  <a:off x="6163560" y="4622760"/>
                  <a:ext cx="2160" cy="23832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8488" name="Group 473"/>
              <p:cNvGrpSpPr/>
              <p:nvPr/>
            </p:nvGrpSpPr>
            <p:grpSpPr>
              <a:xfrm>
                <a:off x="7130520" y="4527720"/>
                <a:ext cx="430200" cy="333000"/>
                <a:chOff x="7130520" y="4527720"/>
                <a:chExt cx="430200" cy="333000"/>
              </a:xfrm>
            </p:grpSpPr>
            <p:sp>
              <p:nvSpPr>
                <p:cNvPr id="8489" name="Rectangle 429"/>
                <p:cNvSpPr/>
                <p:nvPr/>
              </p:nvSpPr>
              <p:spPr>
                <a:xfrm>
                  <a:off x="7135560" y="4527720"/>
                  <a:ext cx="425160" cy="33300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490" name="Straight Connector 430"/>
                <p:cNvCxnSpPr/>
                <p:nvPr/>
              </p:nvCxnSpPr>
              <p:spPr>
                <a:xfrm>
                  <a:off x="7130520" y="462276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91" name="Straight Connector 431"/>
                <p:cNvCxnSpPr/>
                <p:nvPr/>
              </p:nvCxnSpPr>
              <p:spPr>
                <a:xfrm>
                  <a:off x="7130520" y="468612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92" name="Straight Connector 432"/>
                <p:cNvCxnSpPr/>
                <p:nvPr/>
              </p:nvCxnSpPr>
              <p:spPr>
                <a:xfrm flipH="1" flipV="1">
                  <a:off x="7346520" y="4622760"/>
                  <a:ext cx="1800" cy="23832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8493" name="Group 502"/>
              <p:cNvGrpSpPr/>
              <p:nvPr/>
            </p:nvGrpSpPr>
            <p:grpSpPr>
              <a:xfrm>
                <a:off x="8114760" y="4498920"/>
                <a:ext cx="430200" cy="350640"/>
                <a:chOff x="8114760" y="4498920"/>
                <a:chExt cx="430200" cy="350640"/>
              </a:xfrm>
            </p:grpSpPr>
            <p:sp>
              <p:nvSpPr>
                <p:cNvPr id="8494" name="Rectangle 425"/>
                <p:cNvSpPr/>
                <p:nvPr/>
              </p:nvSpPr>
              <p:spPr>
                <a:xfrm>
                  <a:off x="8119800" y="4498920"/>
                  <a:ext cx="425160" cy="3506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495" name="Straight Connector 426"/>
                <p:cNvCxnSpPr/>
                <p:nvPr/>
              </p:nvCxnSpPr>
              <p:spPr>
                <a:xfrm>
                  <a:off x="8114760" y="459576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96" name="Straight Connector 427"/>
                <p:cNvCxnSpPr/>
                <p:nvPr/>
              </p:nvCxnSpPr>
              <p:spPr>
                <a:xfrm>
                  <a:off x="8114760" y="466380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497" name="Straight Connector 428"/>
                <p:cNvCxnSpPr/>
                <p:nvPr/>
              </p:nvCxnSpPr>
              <p:spPr>
                <a:xfrm flipH="1" flipV="1">
                  <a:off x="8330760" y="4595760"/>
                  <a:ext cx="1800" cy="2541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round/>
                </a:ln>
              </p:spPr>
            </p:cxnSp>
          </p:grpSp>
        </p:grpSp>
      </p:grpSp>
      <p:grpSp>
        <p:nvGrpSpPr>
          <p:cNvPr id="8498" name="Group 441"/>
          <p:cNvGrpSpPr/>
          <p:nvPr/>
        </p:nvGrpSpPr>
        <p:grpSpPr>
          <a:xfrm>
            <a:off x="3872880" y="2922480"/>
            <a:ext cx="4437000" cy="1577880"/>
            <a:chOff x="3872880" y="2922480"/>
            <a:chExt cx="4437000" cy="1577880"/>
          </a:xfrm>
        </p:grpSpPr>
        <p:cxnSp>
          <p:nvCxnSpPr>
            <p:cNvPr id="8499" name="Straight Arrow Connector 442"/>
            <p:cNvCxnSpPr/>
            <p:nvPr/>
          </p:nvCxnSpPr>
          <p:spPr>
            <a:xfrm>
              <a:off x="3872880" y="3314520"/>
              <a:ext cx="360" cy="422640"/>
            </a:xfrm>
            <a:prstGeom prst="straightConnector1">
              <a:avLst/>
            </a:prstGeom>
            <a:ln w="1270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8500" name="Straight Arrow Connector 443"/>
            <p:cNvCxnSpPr/>
            <p:nvPr/>
          </p:nvCxnSpPr>
          <p:spPr>
            <a:xfrm>
              <a:off x="5331960" y="3628800"/>
              <a:ext cx="360" cy="87192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8501" name="Straight Arrow Connector 444"/>
            <p:cNvCxnSpPr/>
            <p:nvPr/>
          </p:nvCxnSpPr>
          <p:spPr>
            <a:xfrm>
              <a:off x="6133680" y="2922480"/>
              <a:ext cx="6480" cy="157680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8502" name="Straight Arrow Connector 445"/>
            <p:cNvCxnSpPr/>
            <p:nvPr/>
          </p:nvCxnSpPr>
          <p:spPr>
            <a:xfrm>
              <a:off x="7316280" y="3593880"/>
              <a:ext cx="6480" cy="90540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8503" name="Straight Arrow Connector 446"/>
            <p:cNvCxnSpPr/>
            <p:nvPr/>
          </p:nvCxnSpPr>
          <p:spPr>
            <a:xfrm flipH="1">
              <a:off x="8306640" y="3065400"/>
              <a:ext cx="3600" cy="139896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</p:grpSp>
      <p:cxnSp>
        <p:nvCxnSpPr>
          <p:cNvPr id="8504" name="Straight Connector 447"/>
          <p:cNvCxnSpPr/>
          <p:nvPr/>
        </p:nvCxnSpPr>
        <p:spPr>
          <a:xfrm flipH="1">
            <a:off x="2872800" y="5841720"/>
            <a:ext cx="1508400" cy="21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8505" name="TextBox 265"/>
          <p:cNvSpPr/>
          <p:nvPr/>
        </p:nvSpPr>
        <p:spPr>
          <a:xfrm>
            <a:off x="4789080" y="5513400"/>
            <a:ext cx="264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6" name="TextBox 281"/>
          <p:cNvSpPr/>
          <p:nvPr/>
        </p:nvSpPr>
        <p:spPr>
          <a:xfrm>
            <a:off x="4963680" y="5800680"/>
            <a:ext cx="264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07" name="Group 5"/>
          <p:cNvGrpSpPr/>
          <p:nvPr/>
        </p:nvGrpSpPr>
        <p:grpSpPr>
          <a:xfrm>
            <a:off x="2528640" y="5276880"/>
            <a:ext cx="1615680" cy="519840"/>
            <a:chOff x="2528640" y="5276880"/>
            <a:chExt cx="1615680" cy="519840"/>
          </a:xfrm>
        </p:grpSpPr>
        <p:sp>
          <p:nvSpPr>
            <p:cNvPr id="8508" name="Rectangle 98"/>
            <p:cNvSpPr/>
            <p:nvPr/>
          </p:nvSpPr>
          <p:spPr>
            <a:xfrm>
              <a:off x="2528640" y="5544720"/>
              <a:ext cx="1280880" cy="208080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/>
            </a:ln>
            <a:effectLst>
              <a:outerShdw algn="bl" blurRad="50760" dir="18900000" dist="37674" rotWithShape="0">
                <a:srgbClr val="000000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9" name="Line 99"/>
            <p:cNvSpPr/>
            <p:nvPr/>
          </p:nvSpPr>
          <p:spPr>
            <a:xfrm>
              <a:off x="3673080" y="5659920"/>
              <a:ext cx="471240" cy="360"/>
            </a:xfrm>
            <a:prstGeom prst="line">
              <a:avLst/>
            </a:prstGeom>
            <a:ln w="9525">
              <a:solidFill>
                <a:srgbClr val="3333CC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0" name="Rectangle 104"/>
            <p:cNvSpPr/>
            <p:nvPr/>
          </p:nvSpPr>
          <p:spPr>
            <a:xfrm>
              <a:off x="3230280" y="5547600"/>
              <a:ext cx="476280" cy="209160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1" name="Text Box 105"/>
            <p:cNvSpPr/>
            <p:nvPr/>
          </p:nvSpPr>
          <p:spPr>
            <a:xfrm>
              <a:off x="3177000" y="5524200"/>
              <a:ext cx="4971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0111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2" name="Line 119"/>
            <p:cNvSpPr/>
            <p:nvPr/>
          </p:nvSpPr>
          <p:spPr>
            <a:xfrm>
              <a:off x="2985480" y="5276880"/>
              <a:ext cx="405720" cy="2998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13" name="Freeform 120"/>
          <p:cNvSpPr/>
          <p:nvPr/>
        </p:nvSpPr>
        <p:spPr>
          <a:xfrm>
            <a:off x="4084200" y="5708880"/>
            <a:ext cx="982440" cy="232920"/>
          </a:xfrm>
          <a:custGeom>
            <a:avLst/>
            <a:gdLst>
              <a:gd name="textAreaLeft" fmla="*/ 0 w 982440"/>
              <a:gd name="textAreaRight" fmla="*/ 982800 w 982440"/>
              <a:gd name="textAreaTop" fmla="*/ 0 h 232920"/>
              <a:gd name="textAreaBottom" fmla="*/ 233280 h 232920"/>
              <a:gd name="GluePoint1X" fmla="*/ 0 w 554"/>
              <a:gd name="GluePoint1Y" fmla="*/ 2147483647 h 167"/>
              <a:gd name="GluePoint2X" fmla="*/ 2147483647 w 554"/>
              <a:gd name="GluePoint2Y" fmla="*/ 2147483647 h 167"/>
              <a:gd name="GluePoint3X" fmla="*/ 2147483647 w 554"/>
              <a:gd name="GluePoint3Y" fmla="*/ 2147483647 h 1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>
            <a:solidFill>
              <a:srgbClr val="FF33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14" name="Group 357"/>
          <p:cNvGrpSpPr/>
          <p:nvPr/>
        </p:nvGrpSpPr>
        <p:grpSpPr>
          <a:xfrm>
            <a:off x="4304880" y="5699160"/>
            <a:ext cx="564840" cy="293400"/>
            <a:chOff x="4304880" y="5699160"/>
            <a:chExt cx="564840" cy="293400"/>
          </a:xfrm>
        </p:grpSpPr>
        <p:sp>
          <p:nvSpPr>
            <p:cNvPr id="8515" name="Oval 459"/>
            <p:cNvSpPr/>
            <p:nvPr/>
          </p:nvSpPr>
          <p:spPr>
            <a:xfrm flipV="1">
              <a:off x="4306320" y="5778720"/>
              <a:ext cx="563040" cy="21384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516" name="Rectangle 460"/>
            <p:cNvSpPr/>
            <p:nvPr/>
          </p:nvSpPr>
          <p:spPr>
            <a:xfrm>
              <a:off x="4304880" y="5808600"/>
              <a:ext cx="564840" cy="774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517" name="Oval 461"/>
            <p:cNvSpPr/>
            <p:nvPr/>
          </p:nvSpPr>
          <p:spPr>
            <a:xfrm flipV="1">
              <a:off x="4304880" y="5699160"/>
              <a:ext cx="563040" cy="21384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518" name="Freeform 462"/>
            <p:cNvSpPr/>
            <p:nvPr/>
          </p:nvSpPr>
          <p:spPr>
            <a:xfrm>
              <a:off x="4449240" y="5764320"/>
              <a:ext cx="274320" cy="107640"/>
            </a:xfrm>
            <a:custGeom>
              <a:avLst/>
              <a:gdLst>
                <a:gd name="textAreaLeft" fmla="*/ 0 w 274320"/>
                <a:gd name="textAreaRight" fmla="*/ 274680 w 274320"/>
                <a:gd name="textAreaTop" fmla="*/ 0 h 107640"/>
                <a:gd name="textAreaBottom" fmla="*/ 108000 h 10764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519" name="Freeform 463"/>
            <p:cNvSpPr/>
            <p:nvPr/>
          </p:nvSpPr>
          <p:spPr>
            <a:xfrm>
              <a:off x="4420800" y="5737320"/>
              <a:ext cx="331560" cy="7416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74160"/>
                <a:gd name="textAreaBottom" fmla="*/ 74520 h 74160"/>
                <a:gd name="GluePoint1X" fmla="*/ 0 w 3723451"/>
                <a:gd name="GluePoint1Y" fmla="*/ 27215 h 932950"/>
                <a:gd name="GluePoint2X" fmla="*/ 116561 w 3723451"/>
                <a:gd name="GluePoint2Y" fmla="*/ 321 h 932950"/>
                <a:gd name="GluePoint3X" fmla="*/ 330163 w 3723451"/>
                <a:gd name="GluePoint3Y" fmla="*/ 62069 h 932950"/>
                <a:gd name="GluePoint4X" fmla="*/ 533941 w 3723451"/>
                <a:gd name="GluePoint4Y" fmla="*/ 0 h 932950"/>
                <a:gd name="GluePoint5X" fmla="*/ 662442 w 3723451"/>
                <a:gd name="GluePoint5Y" fmla="*/ 24699 h 932950"/>
                <a:gd name="GluePoint6X" fmla="*/ 566838 w 3723451"/>
                <a:gd name="GluePoint6Y" fmla="*/ 55071 h 932950"/>
                <a:gd name="GluePoint7X" fmla="*/ 536057 w 3723451"/>
                <a:gd name="GluePoint7Y" fmla="*/ 46883 h 932950"/>
                <a:gd name="GluePoint8X" fmla="*/ 333916 w 3723451"/>
                <a:gd name="GluePoint8Y" fmla="*/ 111240 h 932950"/>
                <a:gd name="GluePoint9X" fmla="*/ 126604 w 3723451"/>
                <a:gd name="GluePoint9Y" fmla="*/ 49250 h 932950"/>
                <a:gd name="GluePoint10X" fmla="*/ 93085 w 3723451"/>
                <a:gd name="GluePoint10Y" fmla="*/ 55941 h 932950"/>
                <a:gd name="GluePoint11X" fmla="*/ 0 w 3723451"/>
                <a:gd name="GluePoint11Y" fmla="*/ 27215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0" name="Freeform 464"/>
            <p:cNvSpPr/>
            <p:nvPr/>
          </p:nvSpPr>
          <p:spPr>
            <a:xfrm>
              <a:off x="4638240" y="5800680"/>
              <a:ext cx="122040" cy="6480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64800"/>
                <a:gd name="textAreaBottom" fmla="*/ 65160 h 64800"/>
                <a:gd name="GluePoint1X" fmla="*/ 0 w 1366596"/>
                <a:gd name="GluePoint1Y" fmla="*/ 0 h 809868"/>
                <a:gd name="GluePoint2X" fmla="*/ 244059 w 1366596"/>
                <a:gd name="GluePoint2Y" fmla="*/ 74985 h 809868"/>
                <a:gd name="GluePoint3X" fmla="*/ 154488 w 1366596"/>
                <a:gd name="GluePoint3Y" fmla="*/ 97039 h 809868"/>
                <a:gd name="GluePoint4X" fmla="*/ 822 w 1366596"/>
                <a:gd name="GluePoint4Y" fmla="*/ 5127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1" name="Freeform 465"/>
            <p:cNvSpPr/>
            <p:nvPr/>
          </p:nvSpPr>
          <p:spPr>
            <a:xfrm>
              <a:off x="4414320" y="5802480"/>
              <a:ext cx="120240" cy="6480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64800"/>
                <a:gd name="textAreaBottom" fmla="*/ 65160 h 64800"/>
                <a:gd name="GluePoint1X" fmla="*/ 237599 w 1348191"/>
                <a:gd name="GluePoint1Y" fmla="*/ 0 h 791462"/>
                <a:gd name="GluePoint2X" fmla="*/ 240888 w 1348191"/>
                <a:gd name="GluePoint2Y" fmla="*/ 46827 h 791462"/>
                <a:gd name="GluePoint3X" fmla="*/ 87147 w 1348191"/>
                <a:gd name="GluePoint3Y" fmla="*/ 97040 h 791462"/>
                <a:gd name="GluePoint4X" fmla="*/ 0 w 1348191"/>
                <a:gd name="GluePoint4Y" fmla="*/ 75037 h 791462"/>
                <a:gd name="GluePoint5X" fmla="*/ 237599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522" name="Straight Connector 466"/>
            <p:cNvCxnSpPr>
              <a:endCxn id="8517" idx="2"/>
            </p:cNvCxnSpPr>
            <p:nvPr/>
          </p:nvCxnSpPr>
          <p:spPr>
            <a:xfrm flipH="1" flipV="1">
              <a:off x="4304880" y="5806440"/>
              <a:ext cx="1800" cy="8352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523" name="Straight Connector 467"/>
            <p:cNvCxnSpPr/>
            <p:nvPr/>
          </p:nvCxnSpPr>
          <p:spPr>
            <a:xfrm flipH="1" flipV="1">
              <a:off x="4868280" y="5805360"/>
              <a:ext cx="1800" cy="828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sp>
        <p:nvSpPr>
          <p:cNvPr id="8524" name="TextBox 6"/>
          <p:cNvSpPr/>
          <p:nvPr/>
        </p:nvSpPr>
        <p:spPr>
          <a:xfrm>
            <a:off x="1787040" y="4943520"/>
            <a:ext cx="19918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values in arriving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packet header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5" name="TextBox 282"/>
          <p:cNvSpPr/>
          <p:nvPr/>
        </p:nvSpPr>
        <p:spPr>
          <a:xfrm>
            <a:off x="4658760" y="5902560"/>
            <a:ext cx="264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6" name="PlaceHolder 2"/>
          <p:cNvSpPr>
            <a:spLocks noGrp="1"/>
          </p:cNvSpPr>
          <p:nvPr>
            <p:ph type="sldNum" idx="7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4-</a:t>
            </a:r>
            <a:fld id="{BF29368F-AC18-474D-8D1D-6B2AE1477208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79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90" dur="indefinite" restart="never" nodeType="tmRoot">
          <p:childTnLst>
            <p:seq>
              <p:cTn id="2191" dur="indefinite" nodeType="mainSeq">
                <p:childTnLst>
                  <p:par>
                    <p:cTn id="2192" fill="hold">
                      <p:stCondLst>
                        <p:cond delay="indefinite"/>
                      </p:stCondLst>
                      <p:childTnLst>
                        <p:par>
                          <p:cTn id="2193" fill="hold">
                            <p:stCondLst>
                              <p:cond delay="0"/>
                            </p:stCondLst>
                            <p:childTnLst>
                              <p:par>
                                <p:cTn id="2194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96" dur="1000"/>
                                        <p:tgtEl>
                                          <p:spTgt spid="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7" fill="hold">
                      <p:stCondLst>
                        <p:cond delay="indefinite"/>
                      </p:stCondLst>
                      <p:childTnLst>
                        <p:par>
                          <p:cTn id="2198" fill="hold">
                            <p:stCondLst>
                              <p:cond delay="0"/>
                            </p:stCondLst>
                            <p:childTnLst>
                              <p:par>
                                <p:cTn id="219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01" dur="500"/>
                                        <p:tgtEl>
                                          <p:spTgt spid="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2" fill="hold">
                      <p:stCondLst>
                        <p:cond delay="indefinite"/>
                      </p:stCondLst>
                      <p:childTnLst>
                        <p:par>
                          <p:cTn id="2203" fill="hold">
                            <p:stCondLst>
                              <p:cond delay="0"/>
                            </p:stCondLst>
                            <p:childTnLst>
                              <p:par>
                                <p:cTn id="220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06" dur="500"/>
                                        <p:tgtEl>
                                          <p:spTgt spid="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7" fill="hold">
                      <p:stCondLst>
                        <p:cond delay="indefinite"/>
                      </p:stCondLst>
                      <p:childTnLst>
                        <p:par>
                          <p:cTn id="2208" fill="hold">
                            <p:stCondLst>
                              <p:cond delay="0"/>
                            </p:stCondLst>
                            <p:childTnLst>
                              <p:par>
                                <p:cTn id="2209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211" dur="500"/>
                                        <p:tgtEl>
                                          <p:spTgt spid="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2" fill="hold">
                      <p:stCondLst>
                        <p:cond delay="indefinite"/>
                      </p:stCondLst>
                      <p:childTnLst>
                        <p:par>
                          <p:cTn id="2213" fill="hold">
                            <p:stCondLst>
                              <p:cond delay="0"/>
                            </p:stCondLst>
                            <p:childTnLst>
                              <p:par>
                                <p:cTn id="221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16" dur="500"/>
                                        <p:tgtEl>
                                          <p:spTgt spid="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7" name="PlaceHolder 1"/>
          <p:cNvSpPr>
            <a:spLocks noGrp="1"/>
          </p:cNvSpPr>
          <p:nvPr>
            <p:ph type="title"/>
          </p:nvPr>
        </p:nvSpPr>
        <p:spPr>
          <a:xfrm>
            <a:off x="417600" y="261360"/>
            <a:ext cx="117741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00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Software-Defined Networking (SDN) control plane</a:t>
            </a:r>
            <a:endParaRPr lang="en-US" sz="48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528" name="TextBox 257"/>
          <p:cNvSpPr/>
          <p:nvPr/>
        </p:nvSpPr>
        <p:spPr>
          <a:xfrm>
            <a:off x="292680" y="1064520"/>
            <a:ext cx="1131048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Remote controller computes, installs forwarding tables in routers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29" name="Group 816"/>
          <p:cNvGrpSpPr/>
          <p:nvPr/>
        </p:nvGrpSpPr>
        <p:grpSpPr>
          <a:xfrm>
            <a:off x="3203280" y="1967760"/>
            <a:ext cx="6027480" cy="1439640"/>
            <a:chOff x="3203280" y="1967760"/>
            <a:chExt cx="6027480" cy="1439640"/>
          </a:xfrm>
        </p:grpSpPr>
        <p:sp>
          <p:nvSpPr>
            <p:cNvPr id="8530" name="Rectangle 817"/>
            <p:cNvSpPr/>
            <p:nvPr/>
          </p:nvSpPr>
          <p:spPr>
            <a:xfrm>
              <a:off x="3639960" y="1971000"/>
              <a:ext cx="5043240" cy="1017360"/>
            </a:xfrm>
            <a:prstGeom prst="rect">
              <a:avLst/>
            </a:prstGeom>
            <a:solidFill>
              <a:srgbClr val="D2D2F4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531" name="Freeform 818"/>
            <p:cNvSpPr/>
            <p:nvPr/>
          </p:nvSpPr>
          <p:spPr>
            <a:xfrm>
              <a:off x="3450960" y="1974240"/>
              <a:ext cx="198000" cy="138564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1385640"/>
                <a:gd name="textAreaBottom" fmla="*/ 1386000 h 1385640"/>
                <a:gd name="GluePoint1X" fmla="*/ 0 w 199855"/>
                <a:gd name="GluePoint1Y" fmla="*/ 745656 h 1385496"/>
                <a:gd name="GluePoint2X" fmla="*/ 193920 w 199855"/>
                <a:gd name="GluePoint2Y" fmla="*/ 0 h 1385496"/>
                <a:gd name="GluePoint3X" fmla="*/ 199855 w 199855"/>
                <a:gd name="GluePoint3Y" fmla="*/ 1027869 h 1385496"/>
                <a:gd name="GluePoint4X" fmla="*/ 4471 w 199855"/>
                <a:gd name="GluePoint4Y" fmla="*/ 1385496 h 1385496"/>
                <a:gd name="GluePoint5X" fmla="*/ 0 w 199855"/>
                <a:gd name="GluePoint5Y" fmla="*/ 745656 h 13854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D2D2F4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532" name="Freeform 819"/>
            <p:cNvSpPr/>
            <p:nvPr/>
          </p:nvSpPr>
          <p:spPr>
            <a:xfrm flipH="1">
              <a:off x="8680320" y="1967760"/>
              <a:ext cx="218880" cy="1369800"/>
            </a:xfrm>
            <a:custGeom>
              <a:avLst/>
              <a:gdLst>
                <a:gd name="textAreaLeft" fmla="*/ 360 w 218880"/>
                <a:gd name="textAreaRight" fmla="*/ 219600 w 218880"/>
                <a:gd name="textAreaTop" fmla="*/ 0 h 1369800"/>
                <a:gd name="textAreaBottom" fmla="*/ 1370160 h 1369800"/>
                <a:gd name="GluePoint1X" fmla="*/ 0 w 220239"/>
                <a:gd name="GluePoint1Y" fmla="*/ 730359 h 1370199"/>
                <a:gd name="GluePoint2X" fmla="*/ 219401 w 220239"/>
                <a:gd name="GluePoint2Y" fmla="*/ 0 h 1370199"/>
                <a:gd name="GluePoint3X" fmla="*/ 220239 w 220239"/>
                <a:gd name="GluePoint3Y" fmla="*/ 1007473 h 1370199"/>
                <a:gd name="GluePoint4X" fmla="*/ 4471 w 220239"/>
                <a:gd name="GluePoint4Y" fmla="*/ 1370199 h 1370199"/>
                <a:gd name="GluePoint5X" fmla="*/ 0 w 220239"/>
                <a:gd name="GluePoint5Y" fmla="*/ 730359 h 13701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2F4"/>
                </a:gs>
                <a:gs pos="100000">
                  <a:srgbClr val="FFFFFF"/>
                </a:gs>
              </a:gsLst>
              <a:lin ang="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grpSp>
          <p:nvGrpSpPr>
            <p:cNvPr id="8533" name="Group 950"/>
            <p:cNvGrpSpPr/>
            <p:nvPr/>
          </p:nvGrpSpPr>
          <p:grpSpPr>
            <a:xfrm>
              <a:off x="3203280" y="2727000"/>
              <a:ext cx="338040" cy="653400"/>
              <a:chOff x="3203280" y="2727000"/>
              <a:chExt cx="338040" cy="653400"/>
            </a:xfrm>
          </p:grpSpPr>
          <p:sp>
            <p:nvSpPr>
              <p:cNvPr id="8534" name="Freeform 951"/>
              <p:cNvSpPr/>
              <p:nvPr/>
            </p:nvSpPr>
            <p:spPr>
              <a:xfrm>
                <a:off x="3471120" y="2728080"/>
                <a:ext cx="66960" cy="62316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23160"/>
                  <a:gd name="textAreaBottom" fmla="*/ 623520 h 623160"/>
                  <a:gd name="GluePoint1X" fmla="*/ 2 w 354"/>
                  <a:gd name="GluePoint1Y" fmla="*/ 0 h 2742"/>
                  <a:gd name="GluePoint2X" fmla="*/ 8 w 354"/>
                  <a:gd name="GluePoint2Y" fmla="*/ 16 h 2742"/>
                  <a:gd name="GluePoint3X" fmla="*/ 8 w 354"/>
                  <a:gd name="GluePoint3Y" fmla="*/ 119 h 2742"/>
                  <a:gd name="GluePoint4X" fmla="*/ 0 w 354"/>
                  <a:gd name="GluePoint4Y" fmla="*/ 124 h 2742"/>
                  <a:gd name="GluePoint5X" fmla="*/ 2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5" name="Rectangle 952"/>
              <p:cNvSpPr/>
              <p:nvPr/>
            </p:nvSpPr>
            <p:spPr>
              <a:xfrm>
                <a:off x="3220200" y="2727000"/>
                <a:ext cx="247680" cy="62316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6" name="Freeform 953"/>
              <p:cNvSpPr/>
              <p:nvPr/>
            </p:nvSpPr>
            <p:spPr>
              <a:xfrm>
                <a:off x="3483720" y="2765520"/>
                <a:ext cx="39600" cy="576720"/>
              </a:xfrm>
              <a:custGeom>
                <a:avLst/>
                <a:gdLst>
                  <a:gd name="textAreaLeft" fmla="*/ 0 w 39600"/>
                  <a:gd name="textAreaRight" fmla="*/ 39960 w 39600"/>
                  <a:gd name="textAreaTop" fmla="*/ 0 h 576720"/>
                  <a:gd name="textAreaBottom" fmla="*/ 577080 h 576720"/>
                  <a:gd name="GluePoint1X" fmla="*/ 2 w 211"/>
                  <a:gd name="GluePoint1Y" fmla="*/ 0 h 2537"/>
                  <a:gd name="GluePoint2X" fmla="*/ 5 w 211"/>
                  <a:gd name="GluePoint2Y" fmla="*/ 11 h 2537"/>
                  <a:gd name="GluePoint3X" fmla="*/ 2 w 211"/>
                  <a:gd name="GluePoint3Y" fmla="*/ 113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7" name="Freeform 954"/>
              <p:cNvSpPr/>
              <p:nvPr/>
            </p:nvSpPr>
            <p:spPr>
              <a:xfrm>
                <a:off x="3474720" y="3057480"/>
                <a:ext cx="61920" cy="51120"/>
              </a:xfrm>
              <a:custGeom>
                <a:avLst/>
                <a:gdLst>
                  <a:gd name="textAreaLeft" fmla="*/ 0 w 61920"/>
                  <a:gd name="textAreaRight" fmla="*/ 62280 w 61920"/>
                  <a:gd name="textAreaTop" fmla="*/ 0 h 51120"/>
                  <a:gd name="textAreaBottom" fmla="*/ 51480 h 51120"/>
                  <a:gd name="GluePoint1X" fmla="*/ 2 w 328"/>
                  <a:gd name="GluePoint1Y" fmla="*/ 0 h 226"/>
                  <a:gd name="GluePoint2X" fmla="*/ 7 w 328"/>
                  <a:gd name="GluePoint2Y" fmla="*/ 7 h 226"/>
                  <a:gd name="GluePoint3X" fmla="*/ 7 w 328"/>
                  <a:gd name="GluePoint3Y" fmla="*/ 11 h 226"/>
                  <a:gd name="GluePoint4X" fmla="*/ 0 w 328"/>
                  <a:gd name="GluePoint4Y" fmla="*/ 5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6480" rIns="90000" bIns="64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8" name="Rectangle 955"/>
              <p:cNvSpPr/>
              <p:nvPr/>
            </p:nvSpPr>
            <p:spPr>
              <a:xfrm>
                <a:off x="3220200" y="279828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39" name="Group 956"/>
              <p:cNvGrpSpPr/>
              <p:nvPr/>
            </p:nvGrpSpPr>
            <p:grpSpPr>
              <a:xfrm>
                <a:off x="3347640" y="2791800"/>
                <a:ext cx="136800" cy="40680"/>
                <a:chOff x="3347640" y="2791800"/>
                <a:chExt cx="136800" cy="40680"/>
              </a:xfrm>
            </p:grpSpPr>
            <p:sp>
              <p:nvSpPr>
                <p:cNvPr id="8540" name="AutoShape 957"/>
                <p:cNvSpPr/>
                <p:nvPr/>
              </p:nvSpPr>
              <p:spPr>
                <a:xfrm>
                  <a:off x="3347640" y="2791800"/>
                  <a:ext cx="136800" cy="406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840" rIns="90000" bIns="-15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41" name="AutoShape 958"/>
                <p:cNvSpPr/>
                <p:nvPr/>
              </p:nvSpPr>
              <p:spPr>
                <a:xfrm>
                  <a:off x="3350160" y="2796120"/>
                  <a:ext cx="132120" cy="320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542" name="Rectangle 959"/>
              <p:cNvSpPr/>
              <p:nvPr/>
            </p:nvSpPr>
            <p:spPr>
              <a:xfrm>
                <a:off x="3222360" y="288900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43" name="Group 960"/>
              <p:cNvGrpSpPr/>
              <p:nvPr/>
            </p:nvGrpSpPr>
            <p:grpSpPr>
              <a:xfrm>
                <a:off x="3347640" y="2880000"/>
                <a:ext cx="136800" cy="36360"/>
                <a:chOff x="3347640" y="2880000"/>
                <a:chExt cx="136800" cy="36360"/>
              </a:xfrm>
            </p:grpSpPr>
            <p:sp>
              <p:nvSpPr>
                <p:cNvPr id="8544" name="AutoShape 961"/>
                <p:cNvSpPr/>
                <p:nvPr/>
              </p:nvSpPr>
              <p:spPr>
                <a:xfrm>
                  <a:off x="3347640" y="2880000"/>
                  <a:ext cx="13680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45" name="AutoShape 962"/>
                <p:cNvSpPr/>
                <p:nvPr/>
              </p:nvSpPr>
              <p:spPr>
                <a:xfrm>
                  <a:off x="3350160" y="2884680"/>
                  <a:ext cx="132120" cy="277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5200" rIns="90000" bIns="-25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546" name="Rectangle 963"/>
              <p:cNvSpPr/>
              <p:nvPr/>
            </p:nvSpPr>
            <p:spPr>
              <a:xfrm>
                <a:off x="3222360" y="297936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7" name="Rectangle 964"/>
              <p:cNvSpPr/>
              <p:nvPr/>
            </p:nvSpPr>
            <p:spPr>
              <a:xfrm>
                <a:off x="3224880" y="306144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48" name="Group 965"/>
              <p:cNvGrpSpPr/>
              <p:nvPr/>
            </p:nvGrpSpPr>
            <p:grpSpPr>
              <a:xfrm>
                <a:off x="3345480" y="3059280"/>
                <a:ext cx="136800" cy="36360"/>
                <a:chOff x="3345480" y="3059280"/>
                <a:chExt cx="136800" cy="36360"/>
              </a:xfrm>
            </p:grpSpPr>
            <p:sp>
              <p:nvSpPr>
                <p:cNvPr id="8549" name="AutoShape 966"/>
                <p:cNvSpPr/>
                <p:nvPr/>
              </p:nvSpPr>
              <p:spPr>
                <a:xfrm>
                  <a:off x="3345480" y="3059280"/>
                  <a:ext cx="13680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50" name="AutoShape 967"/>
                <p:cNvSpPr/>
                <p:nvPr/>
              </p:nvSpPr>
              <p:spPr>
                <a:xfrm>
                  <a:off x="3347640" y="3059280"/>
                  <a:ext cx="132120" cy="320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551" name="Freeform 968"/>
              <p:cNvSpPr/>
              <p:nvPr/>
            </p:nvSpPr>
            <p:spPr>
              <a:xfrm>
                <a:off x="3475800" y="2979360"/>
                <a:ext cx="61920" cy="50760"/>
              </a:xfrm>
              <a:custGeom>
                <a:avLst/>
                <a:gdLst>
                  <a:gd name="textAreaLeft" fmla="*/ 0 w 61920"/>
                  <a:gd name="textAreaRight" fmla="*/ 62280 w 61920"/>
                  <a:gd name="textAreaTop" fmla="*/ 0 h 50760"/>
                  <a:gd name="textAreaBottom" fmla="*/ 51120 h 50760"/>
                  <a:gd name="GluePoint1X" fmla="*/ 2 w 328"/>
                  <a:gd name="GluePoint1Y" fmla="*/ 0 h 226"/>
                  <a:gd name="GluePoint2X" fmla="*/ 7 w 328"/>
                  <a:gd name="GluePoint2Y" fmla="*/ 6 h 226"/>
                  <a:gd name="GluePoint3X" fmla="*/ 7 w 328"/>
                  <a:gd name="GluePoint3Y" fmla="*/ 10 h 226"/>
                  <a:gd name="GluePoint4X" fmla="*/ 0 w 328"/>
                  <a:gd name="GluePoint4Y" fmla="*/ 4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6120" rIns="90000" bIns="6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52" name="Group 969"/>
              <p:cNvGrpSpPr/>
              <p:nvPr/>
            </p:nvGrpSpPr>
            <p:grpSpPr>
              <a:xfrm>
                <a:off x="3345480" y="2972880"/>
                <a:ext cx="138960" cy="36360"/>
                <a:chOff x="3345480" y="2972880"/>
                <a:chExt cx="138960" cy="36360"/>
              </a:xfrm>
            </p:grpSpPr>
            <p:sp>
              <p:nvSpPr>
                <p:cNvPr id="8553" name="AutoShape 970"/>
                <p:cNvSpPr/>
                <p:nvPr/>
              </p:nvSpPr>
              <p:spPr>
                <a:xfrm>
                  <a:off x="3345480" y="2972880"/>
                  <a:ext cx="13896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54" name="AutoShape 971"/>
                <p:cNvSpPr/>
                <p:nvPr/>
              </p:nvSpPr>
              <p:spPr>
                <a:xfrm>
                  <a:off x="3347640" y="2977200"/>
                  <a:ext cx="136800" cy="277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5200" rIns="90000" bIns="-25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555" name="Rectangle 972"/>
              <p:cNvSpPr/>
              <p:nvPr/>
            </p:nvSpPr>
            <p:spPr>
              <a:xfrm>
                <a:off x="3465720" y="2727000"/>
                <a:ext cx="16200" cy="62316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6" name="Freeform 973"/>
              <p:cNvSpPr/>
              <p:nvPr/>
            </p:nvSpPr>
            <p:spPr>
              <a:xfrm>
                <a:off x="3481560" y="2884680"/>
                <a:ext cx="55800" cy="57600"/>
              </a:xfrm>
              <a:custGeom>
                <a:avLst/>
                <a:gdLst>
                  <a:gd name="textAreaLeft" fmla="*/ 0 w 55800"/>
                  <a:gd name="textAreaRight" fmla="*/ 56160 w 55800"/>
                  <a:gd name="textAreaTop" fmla="*/ 0 h 57600"/>
                  <a:gd name="textAreaBottom" fmla="*/ 57960 h 57600"/>
                  <a:gd name="GluePoint1X" fmla="*/ 2 w 296"/>
                  <a:gd name="GluePoint1Y" fmla="*/ 0 h 256"/>
                  <a:gd name="GluePoint2X" fmla="*/ 7 w 296"/>
                  <a:gd name="GluePoint2Y" fmla="*/ 6 h 256"/>
                  <a:gd name="GluePoint3X" fmla="*/ 7 w 296"/>
                  <a:gd name="GluePoint3Y" fmla="*/ 11 h 256"/>
                  <a:gd name="GluePoint4X" fmla="*/ 0 w 296"/>
                  <a:gd name="GluePoint4Y" fmla="*/ 4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2960" rIns="90000" bIns="129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7" name="Freeform 974"/>
              <p:cNvSpPr/>
              <p:nvPr/>
            </p:nvSpPr>
            <p:spPr>
              <a:xfrm>
                <a:off x="3482280" y="2795400"/>
                <a:ext cx="57600" cy="65160"/>
              </a:xfrm>
              <a:custGeom>
                <a:avLst/>
                <a:gdLst>
                  <a:gd name="textAreaLeft" fmla="*/ 0 w 57600"/>
                  <a:gd name="textAreaRight" fmla="*/ 57960 w 57600"/>
                  <a:gd name="textAreaTop" fmla="*/ 0 h 65160"/>
                  <a:gd name="textAreaBottom" fmla="*/ 65520 h 65160"/>
                  <a:gd name="GluePoint1X" fmla="*/ 0 w 304"/>
                  <a:gd name="GluePoint1Y" fmla="*/ 0 h 288"/>
                  <a:gd name="GluePoint2X" fmla="*/ 7 w 304"/>
                  <a:gd name="GluePoint2Y" fmla="*/ 8 h 288"/>
                  <a:gd name="GluePoint3X" fmla="*/ 6 w 304"/>
                  <a:gd name="GluePoint3Y" fmla="*/ 13 h 288"/>
                  <a:gd name="GluePoint4X" fmla="*/ 2 w 304"/>
                  <a:gd name="GluePoint4Y" fmla="*/ 6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520" rIns="90000" bIns="205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8" name="Oval 975"/>
              <p:cNvSpPr/>
              <p:nvPr/>
            </p:nvSpPr>
            <p:spPr>
              <a:xfrm>
                <a:off x="3529800" y="3322440"/>
                <a:ext cx="11520" cy="2556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6640" rIns="90000" bIns="-266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9" name="Freeform 976"/>
              <p:cNvSpPr/>
              <p:nvPr/>
            </p:nvSpPr>
            <p:spPr>
              <a:xfrm>
                <a:off x="3479040" y="3323160"/>
                <a:ext cx="57600" cy="54360"/>
              </a:xfrm>
              <a:custGeom>
                <a:avLst/>
                <a:gdLst>
                  <a:gd name="textAreaLeft" fmla="*/ 0 w 57600"/>
                  <a:gd name="textAreaRight" fmla="*/ 57960 w 57600"/>
                  <a:gd name="textAreaTop" fmla="*/ 0 h 54360"/>
                  <a:gd name="textAreaBottom" fmla="*/ 54720 h 54360"/>
                  <a:gd name="GluePoint1X" fmla="*/ 0 w 306"/>
                  <a:gd name="GluePoint1Y" fmla="*/ 6 h 240"/>
                  <a:gd name="GluePoint2X" fmla="*/ 2 w 306"/>
                  <a:gd name="GluePoint2Y" fmla="*/ 11 h 240"/>
                  <a:gd name="GluePoint3X" fmla="*/ 7 w 306"/>
                  <a:gd name="GluePoint3Y" fmla="*/ 6 h 240"/>
                  <a:gd name="GluePoint4X" fmla="*/ 7 w 306"/>
                  <a:gd name="GluePoint4Y" fmla="*/ 0 h 240"/>
                  <a:gd name="GluePoint5X" fmla="*/ 0 w 306"/>
                  <a:gd name="GluePoint5Y" fmla="*/ 6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9720" rIns="90000" bIns="97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0" name="AutoShape 977"/>
              <p:cNvSpPr/>
              <p:nvPr/>
            </p:nvSpPr>
            <p:spPr>
              <a:xfrm>
                <a:off x="3203280" y="3339720"/>
                <a:ext cx="283320" cy="406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840" rIns="90000" bIns="-158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1" name="AutoShape 978"/>
              <p:cNvSpPr/>
              <p:nvPr/>
            </p:nvSpPr>
            <p:spPr>
              <a:xfrm>
                <a:off x="3220200" y="3350520"/>
                <a:ext cx="252720" cy="212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9520" rIns="90000" bIns="-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2" name="Oval 979"/>
              <p:cNvSpPr/>
              <p:nvPr/>
            </p:nvSpPr>
            <p:spPr>
              <a:xfrm>
                <a:off x="3243600" y="3259800"/>
                <a:ext cx="37440" cy="385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3" name="Oval 980"/>
              <p:cNvSpPr/>
              <p:nvPr/>
            </p:nvSpPr>
            <p:spPr>
              <a:xfrm>
                <a:off x="3286080" y="3259800"/>
                <a:ext cx="37440" cy="3852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4" name="Oval 981"/>
              <p:cNvSpPr/>
              <p:nvPr/>
            </p:nvSpPr>
            <p:spPr>
              <a:xfrm>
                <a:off x="3326400" y="3259800"/>
                <a:ext cx="37440" cy="385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5" name="Rectangle 982"/>
              <p:cNvSpPr/>
              <p:nvPr/>
            </p:nvSpPr>
            <p:spPr>
              <a:xfrm>
                <a:off x="3423240" y="3111120"/>
                <a:ext cx="18720" cy="20664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566" name="Group 950"/>
            <p:cNvGrpSpPr/>
            <p:nvPr/>
          </p:nvGrpSpPr>
          <p:grpSpPr>
            <a:xfrm>
              <a:off x="8893080" y="2754000"/>
              <a:ext cx="337680" cy="653400"/>
              <a:chOff x="8893080" y="2754000"/>
              <a:chExt cx="337680" cy="653400"/>
            </a:xfrm>
          </p:grpSpPr>
          <p:sp>
            <p:nvSpPr>
              <p:cNvPr id="8567" name="Freeform 951"/>
              <p:cNvSpPr/>
              <p:nvPr/>
            </p:nvSpPr>
            <p:spPr>
              <a:xfrm>
                <a:off x="9160560" y="2755080"/>
                <a:ext cx="66960" cy="62316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23160"/>
                  <a:gd name="textAreaBottom" fmla="*/ 623520 h 623160"/>
                  <a:gd name="GluePoint1X" fmla="*/ 2 w 354"/>
                  <a:gd name="GluePoint1Y" fmla="*/ 0 h 2742"/>
                  <a:gd name="GluePoint2X" fmla="*/ 8 w 354"/>
                  <a:gd name="GluePoint2Y" fmla="*/ 16 h 2742"/>
                  <a:gd name="GluePoint3X" fmla="*/ 8 w 354"/>
                  <a:gd name="GluePoint3Y" fmla="*/ 119 h 2742"/>
                  <a:gd name="GluePoint4X" fmla="*/ 0 w 354"/>
                  <a:gd name="GluePoint4Y" fmla="*/ 124 h 2742"/>
                  <a:gd name="GluePoint5X" fmla="*/ 2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8" name="Rectangle 952"/>
              <p:cNvSpPr/>
              <p:nvPr/>
            </p:nvSpPr>
            <p:spPr>
              <a:xfrm>
                <a:off x="8909640" y="2754000"/>
                <a:ext cx="247680" cy="62316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9" name="Freeform 953"/>
              <p:cNvSpPr/>
              <p:nvPr/>
            </p:nvSpPr>
            <p:spPr>
              <a:xfrm>
                <a:off x="9173160" y="2792520"/>
                <a:ext cx="39600" cy="576720"/>
              </a:xfrm>
              <a:custGeom>
                <a:avLst/>
                <a:gdLst>
                  <a:gd name="textAreaLeft" fmla="*/ 0 w 39600"/>
                  <a:gd name="textAreaRight" fmla="*/ 39960 w 39600"/>
                  <a:gd name="textAreaTop" fmla="*/ 0 h 576720"/>
                  <a:gd name="textAreaBottom" fmla="*/ 577080 h 576720"/>
                  <a:gd name="GluePoint1X" fmla="*/ 2 w 211"/>
                  <a:gd name="GluePoint1Y" fmla="*/ 0 h 2537"/>
                  <a:gd name="GluePoint2X" fmla="*/ 5 w 211"/>
                  <a:gd name="GluePoint2Y" fmla="*/ 11 h 2537"/>
                  <a:gd name="GluePoint3X" fmla="*/ 2 w 211"/>
                  <a:gd name="GluePoint3Y" fmla="*/ 113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0" name="Freeform 954"/>
              <p:cNvSpPr/>
              <p:nvPr/>
            </p:nvSpPr>
            <p:spPr>
              <a:xfrm>
                <a:off x="9164520" y="3084480"/>
                <a:ext cx="61920" cy="51120"/>
              </a:xfrm>
              <a:custGeom>
                <a:avLst/>
                <a:gdLst>
                  <a:gd name="textAreaLeft" fmla="*/ 0 w 61920"/>
                  <a:gd name="textAreaRight" fmla="*/ 62280 w 61920"/>
                  <a:gd name="textAreaTop" fmla="*/ 0 h 51120"/>
                  <a:gd name="textAreaBottom" fmla="*/ 51480 h 51120"/>
                  <a:gd name="GluePoint1X" fmla="*/ 2 w 328"/>
                  <a:gd name="GluePoint1Y" fmla="*/ 0 h 226"/>
                  <a:gd name="GluePoint2X" fmla="*/ 7 w 328"/>
                  <a:gd name="GluePoint2Y" fmla="*/ 7 h 226"/>
                  <a:gd name="GluePoint3X" fmla="*/ 7 w 328"/>
                  <a:gd name="GluePoint3Y" fmla="*/ 11 h 226"/>
                  <a:gd name="GluePoint4X" fmla="*/ 0 w 328"/>
                  <a:gd name="GluePoint4Y" fmla="*/ 5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6480" rIns="90000" bIns="64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1" name="Rectangle 955"/>
              <p:cNvSpPr/>
              <p:nvPr/>
            </p:nvSpPr>
            <p:spPr>
              <a:xfrm>
                <a:off x="8909640" y="282528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72" name="Group 956"/>
              <p:cNvGrpSpPr/>
              <p:nvPr/>
            </p:nvGrpSpPr>
            <p:grpSpPr>
              <a:xfrm>
                <a:off x="9037440" y="2818800"/>
                <a:ext cx="136800" cy="40680"/>
                <a:chOff x="9037440" y="2818800"/>
                <a:chExt cx="136800" cy="40680"/>
              </a:xfrm>
            </p:grpSpPr>
            <p:sp>
              <p:nvSpPr>
                <p:cNvPr id="8573" name="AutoShape 957"/>
                <p:cNvSpPr/>
                <p:nvPr/>
              </p:nvSpPr>
              <p:spPr>
                <a:xfrm>
                  <a:off x="9037440" y="2818800"/>
                  <a:ext cx="136800" cy="406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840" rIns="90000" bIns="-15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74" name="AutoShape 958"/>
                <p:cNvSpPr/>
                <p:nvPr/>
              </p:nvSpPr>
              <p:spPr>
                <a:xfrm>
                  <a:off x="9039600" y="2823120"/>
                  <a:ext cx="132120" cy="320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575" name="Rectangle 959"/>
              <p:cNvSpPr/>
              <p:nvPr/>
            </p:nvSpPr>
            <p:spPr>
              <a:xfrm>
                <a:off x="8912160" y="291600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76" name="Group 960"/>
              <p:cNvGrpSpPr/>
              <p:nvPr/>
            </p:nvGrpSpPr>
            <p:grpSpPr>
              <a:xfrm>
                <a:off x="9037080" y="2907000"/>
                <a:ext cx="136800" cy="36360"/>
                <a:chOff x="9037080" y="2907000"/>
                <a:chExt cx="136800" cy="36360"/>
              </a:xfrm>
            </p:grpSpPr>
            <p:sp>
              <p:nvSpPr>
                <p:cNvPr id="8577" name="AutoShape 961"/>
                <p:cNvSpPr/>
                <p:nvPr/>
              </p:nvSpPr>
              <p:spPr>
                <a:xfrm>
                  <a:off x="9037080" y="2907000"/>
                  <a:ext cx="13680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78" name="AutoShape 962"/>
                <p:cNvSpPr/>
                <p:nvPr/>
              </p:nvSpPr>
              <p:spPr>
                <a:xfrm>
                  <a:off x="9039600" y="2911680"/>
                  <a:ext cx="132120" cy="277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5200" rIns="90000" bIns="-25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579" name="Rectangle 963"/>
              <p:cNvSpPr/>
              <p:nvPr/>
            </p:nvSpPr>
            <p:spPr>
              <a:xfrm>
                <a:off x="8912160" y="300636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0" name="Rectangle 964"/>
              <p:cNvSpPr/>
              <p:nvPr/>
            </p:nvSpPr>
            <p:spPr>
              <a:xfrm>
                <a:off x="8914320" y="3088440"/>
                <a:ext cx="141480" cy="126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2040" rIns="90000" bIns="-320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81" name="Group 965"/>
              <p:cNvGrpSpPr/>
              <p:nvPr/>
            </p:nvGrpSpPr>
            <p:grpSpPr>
              <a:xfrm>
                <a:off x="9034920" y="3086280"/>
                <a:ext cx="136800" cy="36360"/>
                <a:chOff x="9034920" y="3086280"/>
                <a:chExt cx="136800" cy="36360"/>
              </a:xfrm>
            </p:grpSpPr>
            <p:sp>
              <p:nvSpPr>
                <p:cNvPr id="8582" name="AutoShape 966"/>
                <p:cNvSpPr/>
                <p:nvPr/>
              </p:nvSpPr>
              <p:spPr>
                <a:xfrm>
                  <a:off x="9034920" y="3086280"/>
                  <a:ext cx="13680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83" name="AutoShape 967"/>
                <p:cNvSpPr/>
                <p:nvPr/>
              </p:nvSpPr>
              <p:spPr>
                <a:xfrm>
                  <a:off x="9037440" y="3086280"/>
                  <a:ext cx="132120" cy="320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584" name="Freeform 968"/>
              <p:cNvSpPr/>
              <p:nvPr/>
            </p:nvSpPr>
            <p:spPr>
              <a:xfrm>
                <a:off x="9165600" y="3006360"/>
                <a:ext cx="61920" cy="50760"/>
              </a:xfrm>
              <a:custGeom>
                <a:avLst/>
                <a:gdLst>
                  <a:gd name="textAreaLeft" fmla="*/ 0 w 61920"/>
                  <a:gd name="textAreaRight" fmla="*/ 62280 w 61920"/>
                  <a:gd name="textAreaTop" fmla="*/ 0 h 50760"/>
                  <a:gd name="textAreaBottom" fmla="*/ 51120 h 50760"/>
                  <a:gd name="GluePoint1X" fmla="*/ 2 w 328"/>
                  <a:gd name="GluePoint1Y" fmla="*/ 0 h 226"/>
                  <a:gd name="GluePoint2X" fmla="*/ 7 w 328"/>
                  <a:gd name="GluePoint2Y" fmla="*/ 6 h 226"/>
                  <a:gd name="GluePoint3X" fmla="*/ 7 w 328"/>
                  <a:gd name="GluePoint3Y" fmla="*/ 10 h 226"/>
                  <a:gd name="GluePoint4X" fmla="*/ 0 w 328"/>
                  <a:gd name="GluePoint4Y" fmla="*/ 4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6120" rIns="90000" bIns="61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85" name="Group 969"/>
              <p:cNvGrpSpPr/>
              <p:nvPr/>
            </p:nvGrpSpPr>
            <p:grpSpPr>
              <a:xfrm>
                <a:off x="9034920" y="2999880"/>
                <a:ext cx="139320" cy="36360"/>
                <a:chOff x="9034920" y="2999880"/>
                <a:chExt cx="139320" cy="36360"/>
              </a:xfrm>
            </p:grpSpPr>
            <p:sp>
              <p:nvSpPr>
                <p:cNvPr id="8586" name="AutoShape 970"/>
                <p:cNvSpPr/>
                <p:nvPr/>
              </p:nvSpPr>
              <p:spPr>
                <a:xfrm>
                  <a:off x="9034920" y="2999880"/>
                  <a:ext cx="138960" cy="36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720" rIns="90000" bIns="-187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87" name="AutoShape 971"/>
                <p:cNvSpPr/>
                <p:nvPr/>
              </p:nvSpPr>
              <p:spPr>
                <a:xfrm>
                  <a:off x="9037440" y="3004200"/>
                  <a:ext cx="136800" cy="277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5200" rIns="90000" bIns="-252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588" name="Rectangle 972"/>
              <p:cNvSpPr/>
              <p:nvPr/>
            </p:nvSpPr>
            <p:spPr>
              <a:xfrm>
                <a:off x="9155520" y="2754000"/>
                <a:ext cx="16200" cy="62316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9" name="Freeform 973"/>
              <p:cNvSpPr/>
              <p:nvPr/>
            </p:nvSpPr>
            <p:spPr>
              <a:xfrm>
                <a:off x="9171000" y="2911680"/>
                <a:ext cx="55800" cy="57600"/>
              </a:xfrm>
              <a:custGeom>
                <a:avLst/>
                <a:gdLst>
                  <a:gd name="textAreaLeft" fmla="*/ 0 w 55800"/>
                  <a:gd name="textAreaRight" fmla="*/ 56160 w 55800"/>
                  <a:gd name="textAreaTop" fmla="*/ 0 h 57600"/>
                  <a:gd name="textAreaBottom" fmla="*/ 57960 h 57600"/>
                  <a:gd name="GluePoint1X" fmla="*/ 2 w 296"/>
                  <a:gd name="GluePoint1Y" fmla="*/ 0 h 256"/>
                  <a:gd name="GluePoint2X" fmla="*/ 7 w 296"/>
                  <a:gd name="GluePoint2Y" fmla="*/ 6 h 256"/>
                  <a:gd name="GluePoint3X" fmla="*/ 7 w 296"/>
                  <a:gd name="GluePoint3Y" fmla="*/ 11 h 256"/>
                  <a:gd name="GluePoint4X" fmla="*/ 0 w 296"/>
                  <a:gd name="GluePoint4Y" fmla="*/ 4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2960" rIns="90000" bIns="129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0" name="Freeform 974"/>
              <p:cNvSpPr/>
              <p:nvPr/>
            </p:nvSpPr>
            <p:spPr>
              <a:xfrm>
                <a:off x="9171720" y="2822400"/>
                <a:ext cx="57600" cy="65160"/>
              </a:xfrm>
              <a:custGeom>
                <a:avLst/>
                <a:gdLst>
                  <a:gd name="textAreaLeft" fmla="*/ 0 w 57600"/>
                  <a:gd name="textAreaRight" fmla="*/ 57960 w 57600"/>
                  <a:gd name="textAreaTop" fmla="*/ 0 h 65160"/>
                  <a:gd name="textAreaBottom" fmla="*/ 65520 h 65160"/>
                  <a:gd name="GluePoint1X" fmla="*/ 0 w 304"/>
                  <a:gd name="GluePoint1Y" fmla="*/ 0 h 288"/>
                  <a:gd name="GluePoint2X" fmla="*/ 7 w 304"/>
                  <a:gd name="GluePoint2Y" fmla="*/ 8 h 288"/>
                  <a:gd name="GluePoint3X" fmla="*/ 6 w 304"/>
                  <a:gd name="GluePoint3Y" fmla="*/ 13 h 288"/>
                  <a:gd name="GluePoint4X" fmla="*/ 2 w 304"/>
                  <a:gd name="GluePoint4Y" fmla="*/ 6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520" rIns="90000" bIns="205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1" name="Oval 975"/>
              <p:cNvSpPr/>
              <p:nvPr/>
            </p:nvSpPr>
            <p:spPr>
              <a:xfrm>
                <a:off x="9219240" y="3349440"/>
                <a:ext cx="11520" cy="2556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6640" rIns="90000" bIns="-266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2" name="Freeform 976"/>
              <p:cNvSpPr/>
              <p:nvPr/>
            </p:nvSpPr>
            <p:spPr>
              <a:xfrm>
                <a:off x="9168840" y="3350160"/>
                <a:ext cx="57600" cy="54360"/>
              </a:xfrm>
              <a:custGeom>
                <a:avLst/>
                <a:gdLst>
                  <a:gd name="textAreaLeft" fmla="*/ 0 w 57600"/>
                  <a:gd name="textAreaRight" fmla="*/ 57960 w 57600"/>
                  <a:gd name="textAreaTop" fmla="*/ 0 h 54360"/>
                  <a:gd name="textAreaBottom" fmla="*/ 54720 h 54360"/>
                  <a:gd name="GluePoint1X" fmla="*/ 0 w 306"/>
                  <a:gd name="GluePoint1Y" fmla="*/ 6 h 240"/>
                  <a:gd name="GluePoint2X" fmla="*/ 2 w 306"/>
                  <a:gd name="GluePoint2Y" fmla="*/ 11 h 240"/>
                  <a:gd name="GluePoint3X" fmla="*/ 7 w 306"/>
                  <a:gd name="GluePoint3Y" fmla="*/ 6 h 240"/>
                  <a:gd name="GluePoint4X" fmla="*/ 7 w 306"/>
                  <a:gd name="GluePoint4Y" fmla="*/ 0 h 240"/>
                  <a:gd name="GluePoint5X" fmla="*/ 0 w 306"/>
                  <a:gd name="GluePoint5Y" fmla="*/ 6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9720" rIns="90000" bIns="97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3" name="AutoShape 977"/>
              <p:cNvSpPr/>
              <p:nvPr/>
            </p:nvSpPr>
            <p:spPr>
              <a:xfrm>
                <a:off x="8893080" y="3366720"/>
                <a:ext cx="283320" cy="406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840" rIns="90000" bIns="-158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4" name="AutoShape 978"/>
              <p:cNvSpPr/>
              <p:nvPr/>
            </p:nvSpPr>
            <p:spPr>
              <a:xfrm>
                <a:off x="8909640" y="3377520"/>
                <a:ext cx="252720" cy="212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9520" rIns="90000" bIns="-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5" name="Oval 979"/>
              <p:cNvSpPr/>
              <p:nvPr/>
            </p:nvSpPr>
            <p:spPr>
              <a:xfrm>
                <a:off x="8933040" y="3286800"/>
                <a:ext cx="37440" cy="385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6" name="Oval 980"/>
              <p:cNvSpPr/>
              <p:nvPr/>
            </p:nvSpPr>
            <p:spPr>
              <a:xfrm>
                <a:off x="8975880" y="3286800"/>
                <a:ext cx="37440" cy="3852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7" name="Oval 981"/>
              <p:cNvSpPr/>
              <p:nvPr/>
            </p:nvSpPr>
            <p:spPr>
              <a:xfrm>
                <a:off x="9015840" y="3286800"/>
                <a:ext cx="37440" cy="385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7280" rIns="90000" bIns="-172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8" name="Rectangle 982"/>
              <p:cNvSpPr/>
              <p:nvPr/>
            </p:nvSpPr>
            <p:spPr>
              <a:xfrm>
                <a:off x="9113040" y="3138120"/>
                <a:ext cx="18720" cy="20664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599" name="Freeform 2"/>
          <p:cNvSpPr/>
          <p:nvPr/>
        </p:nvSpPr>
        <p:spPr>
          <a:xfrm>
            <a:off x="4341600" y="5697000"/>
            <a:ext cx="4026960" cy="939600"/>
          </a:xfrm>
          <a:custGeom>
            <a:avLst/>
            <a:gdLst>
              <a:gd name="textAreaLeft" fmla="*/ 0 w 4026960"/>
              <a:gd name="textAreaRight" fmla="*/ 4027320 w 4026960"/>
              <a:gd name="textAreaTop" fmla="*/ 0 h 939600"/>
              <a:gd name="textAreaBottom" fmla="*/ 939960 h 939600"/>
              <a:gd name="GluePoint1X" fmla="*/ 2147483647 w 10001"/>
              <a:gd name="GluePoint1Y" fmla="*/ 2147483647 h 10125"/>
              <a:gd name="GluePoint2X" fmla="*/ 2147483647 w 10001"/>
              <a:gd name="GluePoint2Y" fmla="*/ 2147483647 h 10125"/>
              <a:gd name="GluePoint3X" fmla="*/ 2147483647 w 10001"/>
              <a:gd name="GluePoint3Y" fmla="*/ 2147483647 h 10125"/>
              <a:gd name="GluePoint4X" fmla="*/ 2147483647 w 10001"/>
              <a:gd name="GluePoint4Y" fmla="*/ 0 h 10125"/>
              <a:gd name="GluePoint5X" fmla="*/ 2147483647 w 10001"/>
              <a:gd name="GluePoint5Y" fmla="*/ 2147483647 h 10125"/>
              <a:gd name="GluePoint6X" fmla="*/ 2147483647 w 10001"/>
              <a:gd name="GluePoint6Y" fmla="*/ 2147483647 h 10125"/>
              <a:gd name="GluePoint7X" fmla="*/ 2147483647 w 10001"/>
              <a:gd name="GluePoint7Y" fmla="*/ 2147483647 h 10125"/>
              <a:gd name="GluePoint8X" fmla="*/ 2147483647 w 10001"/>
              <a:gd name="GluePoint8Y" fmla="*/ 2147483647 h 10125"/>
              <a:gd name="GluePoint9X" fmla="*/ 2147483647 w 10001"/>
              <a:gd name="GluePoint9Y" fmla="*/ 2147483647 h 10125"/>
              <a:gd name="GluePoint10X" fmla="*/ 2147483647 w 10001"/>
              <a:gd name="GluePoint10Y" fmla="*/ 2147483647 h 10125"/>
              <a:gd name="GluePoint11X" fmla="*/ 2147483647 w 10001"/>
              <a:gd name="GluePoint11Y" fmla="*/ 2147483647 h 10125"/>
              <a:gd name="GluePoint12X" fmla="*/ 2147483647 w 10001"/>
              <a:gd name="GluePoint12Y" fmla="*/ 2147483647 h 10125"/>
              <a:gd name="GluePoint13X" fmla="*/ 2147483647 w 10001"/>
              <a:gd name="GluePoint13Y" fmla="*/ 2147483647 h 10125"/>
              <a:gd name="GluePoint14X" fmla="*/ 2147483647 w 10001"/>
              <a:gd name="GluePoint14Y" fmla="*/ 2147483647 h 10125"/>
              <a:gd name="GluePoint15X" fmla="*/ 2147483647 w 10001"/>
              <a:gd name="GluePoint15Y" fmla="*/ 2147483647 h 101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00" name="Straight Connector 887"/>
          <p:cNvCxnSpPr/>
          <p:nvPr/>
        </p:nvCxnSpPr>
        <p:spPr>
          <a:xfrm flipV="1">
            <a:off x="5011560" y="5847480"/>
            <a:ext cx="1316160" cy="1321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601" name="Straight Connector 888"/>
          <p:cNvCxnSpPr/>
          <p:nvPr/>
        </p:nvCxnSpPr>
        <p:spPr>
          <a:xfrm>
            <a:off x="4900320" y="6035040"/>
            <a:ext cx="2259360" cy="2988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602" name="Straight Connector 889"/>
          <p:cNvCxnSpPr/>
          <p:nvPr/>
        </p:nvCxnSpPr>
        <p:spPr>
          <a:xfrm>
            <a:off x="4912920" y="6139800"/>
            <a:ext cx="714960" cy="27648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603" name="Straight Connector 890"/>
          <p:cNvCxnSpPr/>
          <p:nvPr/>
        </p:nvCxnSpPr>
        <p:spPr>
          <a:xfrm flipV="1">
            <a:off x="5930640" y="6333480"/>
            <a:ext cx="1248120" cy="828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604" name="Straight Connector 891"/>
          <p:cNvCxnSpPr/>
          <p:nvPr/>
        </p:nvCxnSpPr>
        <p:spPr>
          <a:xfrm>
            <a:off x="6590880" y="5880960"/>
            <a:ext cx="1057680" cy="1242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605" name="Straight Connector 892"/>
          <p:cNvCxnSpPr/>
          <p:nvPr/>
        </p:nvCxnSpPr>
        <p:spPr>
          <a:xfrm flipV="1">
            <a:off x="5874840" y="6035040"/>
            <a:ext cx="1791360" cy="29880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606" name="Straight Connector 893"/>
          <p:cNvCxnSpPr/>
          <p:nvPr/>
        </p:nvCxnSpPr>
        <p:spPr>
          <a:xfrm flipV="1">
            <a:off x="7202160" y="6063480"/>
            <a:ext cx="589320" cy="27036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8607" name="Straight Connector 894"/>
          <p:cNvCxnSpPr/>
          <p:nvPr/>
        </p:nvCxnSpPr>
        <p:spPr>
          <a:xfrm>
            <a:off x="6345000" y="5847480"/>
            <a:ext cx="814680" cy="4021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grpSp>
        <p:nvGrpSpPr>
          <p:cNvPr id="8608" name="Group 895"/>
          <p:cNvGrpSpPr/>
          <p:nvPr/>
        </p:nvGrpSpPr>
        <p:grpSpPr>
          <a:xfrm>
            <a:off x="3274560" y="2950560"/>
            <a:ext cx="6978600" cy="1087200"/>
            <a:chOff x="3274560" y="2950560"/>
            <a:chExt cx="6978600" cy="1087200"/>
          </a:xfrm>
        </p:grpSpPr>
        <p:sp>
          <p:nvSpPr>
            <p:cNvPr id="8609" name="TextBox 399"/>
            <p:cNvSpPr/>
            <p:nvPr/>
          </p:nvSpPr>
          <p:spPr>
            <a:xfrm>
              <a:off x="9452880" y="3575880"/>
              <a:ext cx="615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data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10" name="TextBox 400"/>
            <p:cNvSpPr/>
            <p:nvPr/>
          </p:nvSpPr>
          <p:spPr>
            <a:xfrm>
              <a:off x="9474840" y="2950560"/>
              <a:ext cx="714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control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611" name="Straight Connector 898"/>
            <p:cNvCxnSpPr/>
            <p:nvPr/>
          </p:nvCxnSpPr>
          <p:spPr>
            <a:xfrm flipV="1">
              <a:off x="3274560" y="3526560"/>
              <a:ext cx="6978960" cy="1152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</p:grpSp>
      <p:grpSp>
        <p:nvGrpSpPr>
          <p:cNvPr id="8612" name="Group 899"/>
          <p:cNvGrpSpPr/>
          <p:nvPr/>
        </p:nvGrpSpPr>
        <p:grpSpPr>
          <a:xfrm>
            <a:off x="4186080" y="2682360"/>
            <a:ext cx="4295160" cy="320400"/>
            <a:chOff x="4186080" y="2682360"/>
            <a:chExt cx="4295160" cy="320400"/>
          </a:xfrm>
        </p:grpSpPr>
        <p:grpSp>
          <p:nvGrpSpPr>
            <p:cNvPr id="8613" name="Group 401"/>
            <p:cNvGrpSpPr/>
            <p:nvPr/>
          </p:nvGrpSpPr>
          <p:grpSpPr>
            <a:xfrm>
              <a:off x="4186080" y="2683800"/>
              <a:ext cx="348840" cy="317520"/>
              <a:chOff x="4186080" y="2683800"/>
              <a:chExt cx="348840" cy="317520"/>
            </a:xfrm>
          </p:grpSpPr>
          <p:sp>
            <p:nvSpPr>
              <p:cNvPr id="8614" name="Rectangle 921"/>
              <p:cNvSpPr/>
              <p:nvPr/>
            </p:nvSpPr>
            <p:spPr>
              <a:xfrm>
                <a:off x="4190760" y="2683800"/>
                <a:ext cx="344160" cy="31716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15" name="Straight Connector 922"/>
              <p:cNvCxnSpPr/>
              <p:nvPr/>
            </p:nvCxnSpPr>
            <p:spPr>
              <a:xfrm>
                <a:off x="4186080" y="2772720"/>
                <a:ext cx="34452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16" name="Straight Connector 923"/>
              <p:cNvCxnSpPr/>
              <p:nvPr/>
            </p:nvCxnSpPr>
            <p:spPr>
              <a:xfrm>
                <a:off x="4186080" y="2832840"/>
                <a:ext cx="34452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17" name="Straight Connector 924"/>
              <p:cNvCxnSpPr/>
              <p:nvPr/>
            </p:nvCxnSpPr>
            <p:spPr>
              <a:xfrm flipV="1">
                <a:off x="4362120" y="2772720"/>
                <a:ext cx="360" cy="2289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  <p:grpSp>
          <p:nvGrpSpPr>
            <p:cNvPr id="8618" name="Group 406"/>
            <p:cNvGrpSpPr/>
            <p:nvPr/>
          </p:nvGrpSpPr>
          <p:grpSpPr>
            <a:xfrm>
              <a:off x="5100480" y="2682360"/>
              <a:ext cx="350280" cy="317160"/>
              <a:chOff x="5100480" y="2682360"/>
              <a:chExt cx="350280" cy="317160"/>
            </a:xfrm>
          </p:grpSpPr>
          <p:sp>
            <p:nvSpPr>
              <p:cNvPr id="8619" name="Rectangle 917"/>
              <p:cNvSpPr/>
              <p:nvPr/>
            </p:nvSpPr>
            <p:spPr>
              <a:xfrm>
                <a:off x="5105160" y="2682360"/>
                <a:ext cx="345600" cy="31716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20" name="Straight Connector 918"/>
              <p:cNvCxnSpPr/>
              <p:nvPr/>
            </p:nvCxnSpPr>
            <p:spPr>
              <a:xfrm>
                <a:off x="5100480" y="2770920"/>
                <a:ext cx="34632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21" name="Straight Connector 919"/>
              <p:cNvCxnSpPr/>
              <p:nvPr/>
            </p:nvCxnSpPr>
            <p:spPr>
              <a:xfrm>
                <a:off x="5100480" y="2831400"/>
                <a:ext cx="34632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22" name="Straight Connector 920"/>
              <p:cNvCxnSpPr/>
              <p:nvPr/>
            </p:nvCxnSpPr>
            <p:spPr>
              <a:xfrm flipH="1" flipV="1">
                <a:off x="5276520" y="2770920"/>
                <a:ext cx="1800" cy="2289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  <p:grpSp>
          <p:nvGrpSpPr>
            <p:cNvPr id="8623" name="Group 411"/>
            <p:cNvGrpSpPr/>
            <p:nvPr/>
          </p:nvGrpSpPr>
          <p:grpSpPr>
            <a:xfrm>
              <a:off x="5933880" y="2682360"/>
              <a:ext cx="350280" cy="317160"/>
              <a:chOff x="5933880" y="2682360"/>
              <a:chExt cx="350280" cy="317160"/>
            </a:xfrm>
          </p:grpSpPr>
          <p:sp>
            <p:nvSpPr>
              <p:cNvPr id="8624" name="Rectangle 913"/>
              <p:cNvSpPr/>
              <p:nvPr/>
            </p:nvSpPr>
            <p:spPr>
              <a:xfrm>
                <a:off x="5938560" y="2682360"/>
                <a:ext cx="345600" cy="31716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25" name="Straight Connector 914"/>
              <p:cNvCxnSpPr/>
              <p:nvPr/>
            </p:nvCxnSpPr>
            <p:spPr>
              <a:xfrm>
                <a:off x="5933880" y="2770920"/>
                <a:ext cx="34632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26" name="Straight Connector 915"/>
              <p:cNvCxnSpPr/>
              <p:nvPr/>
            </p:nvCxnSpPr>
            <p:spPr>
              <a:xfrm>
                <a:off x="5933880" y="2831400"/>
                <a:ext cx="34632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27" name="Straight Connector 916"/>
              <p:cNvCxnSpPr/>
              <p:nvPr/>
            </p:nvCxnSpPr>
            <p:spPr>
              <a:xfrm flipH="1" flipV="1">
                <a:off x="6109920" y="2770920"/>
                <a:ext cx="2160" cy="2289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  <p:grpSp>
          <p:nvGrpSpPr>
            <p:cNvPr id="8628" name="Group 416"/>
            <p:cNvGrpSpPr/>
            <p:nvPr/>
          </p:nvGrpSpPr>
          <p:grpSpPr>
            <a:xfrm>
              <a:off x="7125840" y="2685600"/>
              <a:ext cx="349200" cy="317160"/>
              <a:chOff x="7125840" y="2685600"/>
              <a:chExt cx="349200" cy="317160"/>
            </a:xfrm>
          </p:grpSpPr>
          <p:sp>
            <p:nvSpPr>
              <p:cNvPr id="8629" name="Rectangle 909"/>
              <p:cNvSpPr/>
              <p:nvPr/>
            </p:nvSpPr>
            <p:spPr>
              <a:xfrm>
                <a:off x="7130880" y="2685600"/>
                <a:ext cx="344160" cy="31716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30" name="Straight Connector 910"/>
              <p:cNvCxnSpPr/>
              <p:nvPr/>
            </p:nvCxnSpPr>
            <p:spPr>
              <a:xfrm>
                <a:off x="7125840" y="2774160"/>
                <a:ext cx="344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31" name="Straight Connector 911"/>
              <p:cNvCxnSpPr/>
              <p:nvPr/>
            </p:nvCxnSpPr>
            <p:spPr>
              <a:xfrm>
                <a:off x="7125840" y="2834640"/>
                <a:ext cx="344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32" name="Straight Connector 912"/>
              <p:cNvCxnSpPr/>
              <p:nvPr/>
            </p:nvCxnSpPr>
            <p:spPr>
              <a:xfrm flipV="1">
                <a:off x="7302240" y="2774160"/>
                <a:ext cx="360" cy="2289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  <p:grpSp>
          <p:nvGrpSpPr>
            <p:cNvPr id="8633" name="Group 421"/>
            <p:cNvGrpSpPr/>
            <p:nvPr/>
          </p:nvGrpSpPr>
          <p:grpSpPr>
            <a:xfrm>
              <a:off x="8130960" y="2682360"/>
              <a:ext cx="350280" cy="317160"/>
              <a:chOff x="8130960" y="2682360"/>
              <a:chExt cx="350280" cy="317160"/>
            </a:xfrm>
          </p:grpSpPr>
          <p:sp>
            <p:nvSpPr>
              <p:cNvPr id="8634" name="Rectangle 905"/>
              <p:cNvSpPr/>
              <p:nvPr/>
            </p:nvSpPr>
            <p:spPr>
              <a:xfrm>
                <a:off x="8135640" y="2682360"/>
                <a:ext cx="345600" cy="31716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35" name="Straight Connector 906"/>
              <p:cNvCxnSpPr/>
              <p:nvPr/>
            </p:nvCxnSpPr>
            <p:spPr>
              <a:xfrm>
                <a:off x="8130960" y="2770920"/>
                <a:ext cx="34632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36" name="Straight Connector 907"/>
              <p:cNvCxnSpPr/>
              <p:nvPr/>
            </p:nvCxnSpPr>
            <p:spPr>
              <a:xfrm>
                <a:off x="8130960" y="2831400"/>
                <a:ext cx="34632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637" name="Straight Connector 908"/>
              <p:cNvCxnSpPr/>
              <p:nvPr/>
            </p:nvCxnSpPr>
            <p:spPr>
              <a:xfrm flipH="1" flipV="1">
                <a:off x="8307000" y="2770920"/>
                <a:ext cx="2160" cy="2289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</p:grpSp>
      <p:grpSp>
        <p:nvGrpSpPr>
          <p:cNvPr id="8638" name="Group 925"/>
          <p:cNvGrpSpPr/>
          <p:nvPr/>
        </p:nvGrpSpPr>
        <p:grpSpPr>
          <a:xfrm>
            <a:off x="3605040" y="3656880"/>
            <a:ext cx="5211360" cy="2739600"/>
            <a:chOff x="3605040" y="3656880"/>
            <a:chExt cx="5211360" cy="2739600"/>
          </a:xfrm>
        </p:grpSpPr>
        <p:sp>
          <p:nvSpPr>
            <p:cNvPr id="8639" name="Freeform 926"/>
            <p:cNvSpPr/>
            <p:nvPr/>
          </p:nvSpPr>
          <p:spPr>
            <a:xfrm>
              <a:off x="3625560" y="5277960"/>
              <a:ext cx="1280880" cy="758520"/>
            </a:xfrm>
            <a:custGeom>
              <a:avLst/>
              <a:gdLst>
                <a:gd name="textAreaLeft" fmla="*/ 0 w 1280880"/>
                <a:gd name="textAreaRight" fmla="*/ 1281240 w 1280880"/>
                <a:gd name="textAreaTop" fmla="*/ 0 h 758520"/>
                <a:gd name="textAreaBottom" fmla="*/ 758880 h 758520"/>
                <a:gd name="GluePoint1X" fmla="*/ 965179 w 1280499"/>
                <a:gd name="GluePoint1Y" fmla="*/ 759828 h 759828"/>
                <a:gd name="GluePoint2X" fmla="*/ 0 w 1280499"/>
                <a:gd name="GluePoint2Y" fmla="*/ 0 h 759828"/>
                <a:gd name="GluePoint3X" fmla="*/ 999231 w 1280499"/>
                <a:gd name="GluePoint3Y" fmla="*/ 13701 h 759828"/>
                <a:gd name="GluePoint4X" fmla="*/ 1280499 w 1280499"/>
                <a:gd name="GluePoint4Y" fmla="*/ 723135 h 759828"/>
                <a:gd name="GluePoint5X" fmla="*/ 965179 w 1280499"/>
                <a:gd name="GluePoint5Y" fmla="*/ 759828 h 7598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640" name="Freeform 927"/>
            <p:cNvSpPr/>
            <p:nvPr/>
          </p:nvSpPr>
          <p:spPr>
            <a:xfrm>
              <a:off x="7951680" y="5376240"/>
              <a:ext cx="864720" cy="553680"/>
            </a:xfrm>
            <a:custGeom>
              <a:avLst/>
              <a:gdLst>
                <a:gd name="textAreaLeft" fmla="*/ 0 w 864720"/>
                <a:gd name="textAreaRight" fmla="*/ 865080 w 864720"/>
                <a:gd name="textAreaTop" fmla="*/ 0 h 553680"/>
                <a:gd name="textAreaBottom" fmla="*/ 554040 h 553680"/>
                <a:gd name="GluePoint1X" fmla="*/ 0 w 866251"/>
                <a:gd name="GluePoint1Y" fmla="*/ 540783 h 553361"/>
                <a:gd name="GluePoint2X" fmla="*/ 345787 w 866251"/>
                <a:gd name="GluePoint2Y" fmla="*/ 13939 h 553361"/>
                <a:gd name="GluePoint3X" fmla="*/ 866251 w 866251"/>
                <a:gd name="GluePoint3Y" fmla="*/ 563 h 553361"/>
                <a:gd name="GluePoint4X" fmla="*/ 173695 w 866251"/>
                <a:gd name="GluePoint4Y" fmla="*/ 553361 h 553361"/>
                <a:gd name="GluePoint5X" fmla="*/ 0 w 866251"/>
                <a:gd name="GluePoint5Y" fmla="*/ 540783 h 5533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641" name="Freeform 928"/>
            <p:cNvSpPr/>
            <p:nvPr/>
          </p:nvSpPr>
          <p:spPr>
            <a:xfrm>
              <a:off x="7126200" y="5396760"/>
              <a:ext cx="676080" cy="896400"/>
            </a:xfrm>
            <a:custGeom>
              <a:avLst/>
              <a:gdLst>
                <a:gd name="textAreaLeft" fmla="*/ 0 w 676080"/>
                <a:gd name="textAreaRight" fmla="*/ 676440 w 676080"/>
                <a:gd name="textAreaTop" fmla="*/ 0 h 896400"/>
                <a:gd name="textAreaBottom" fmla="*/ 896760 h 896400"/>
                <a:gd name="GluePoint1X" fmla="*/ 0 w 675040"/>
                <a:gd name="GluePoint1Y" fmla="*/ 894029 h 896577"/>
                <a:gd name="GluePoint2X" fmla="*/ 186623 w 675040"/>
                <a:gd name="GluePoint2Y" fmla="*/ 1724 h 896577"/>
                <a:gd name="GluePoint3X" fmla="*/ 675040 w 675040"/>
                <a:gd name="GluePoint3Y" fmla="*/ 0 h 896577"/>
                <a:gd name="GluePoint4X" fmla="*/ 179079 w 675040"/>
                <a:gd name="GluePoint4Y" fmla="*/ 886531 h 896577"/>
                <a:gd name="GluePoint5X" fmla="*/ 0 w 675040"/>
                <a:gd name="GluePoint5Y" fmla="*/ 894029 h 8965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642" name="Freeform 929"/>
            <p:cNvSpPr/>
            <p:nvPr/>
          </p:nvSpPr>
          <p:spPr>
            <a:xfrm>
              <a:off x="6089400" y="5417640"/>
              <a:ext cx="514080" cy="401400"/>
            </a:xfrm>
            <a:custGeom>
              <a:avLst/>
              <a:gdLst>
                <a:gd name="textAreaLeft" fmla="*/ 0 w 514080"/>
                <a:gd name="textAreaRight" fmla="*/ 514440 w 514080"/>
                <a:gd name="textAreaTop" fmla="*/ 0 h 401400"/>
                <a:gd name="textAreaBottom" fmla="*/ 401760 h 401400"/>
                <a:gd name="GluePoint1X" fmla="*/ 100781 w 514180"/>
                <a:gd name="GluePoint1Y" fmla="*/ 402193 h 402193"/>
                <a:gd name="GluePoint2X" fmla="*/ 0 w 514180"/>
                <a:gd name="GluePoint2Y" fmla="*/ 0 h 402193"/>
                <a:gd name="GluePoint3X" fmla="*/ 514180 w 514180"/>
                <a:gd name="GluePoint3Y" fmla="*/ 10891 h 402193"/>
                <a:gd name="GluePoint4X" fmla="*/ 404259 w 514180"/>
                <a:gd name="GluePoint4Y" fmla="*/ 386400 h 402193"/>
                <a:gd name="GluePoint5X" fmla="*/ 100781 w 514180"/>
                <a:gd name="GluePoint5Y" fmla="*/ 402193 h 40219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643" name="Freeform 930"/>
            <p:cNvSpPr/>
            <p:nvPr/>
          </p:nvSpPr>
          <p:spPr>
            <a:xfrm>
              <a:off x="5310000" y="5380920"/>
              <a:ext cx="572760" cy="1015560"/>
            </a:xfrm>
            <a:custGeom>
              <a:avLst/>
              <a:gdLst>
                <a:gd name="textAreaLeft" fmla="*/ 0 w 572760"/>
                <a:gd name="textAreaRight" fmla="*/ 573120 w 572760"/>
                <a:gd name="textAreaTop" fmla="*/ 0 h 1015560"/>
                <a:gd name="textAreaBottom" fmla="*/ 1015920 h 1015560"/>
                <a:gd name="GluePoint1X" fmla="*/ 333190 w 574100"/>
                <a:gd name="GluePoint1Y" fmla="*/ 985695 h 1015244"/>
                <a:gd name="GluePoint2X" fmla="*/ 0 w 574100"/>
                <a:gd name="GluePoint2Y" fmla="*/ 4757 h 1015244"/>
                <a:gd name="GluePoint3X" fmla="*/ 502783 w 574100"/>
                <a:gd name="GluePoint3Y" fmla="*/ 0 h 1015244"/>
                <a:gd name="GluePoint4X" fmla="*/ 574100 w 574100"/>
                <a:gd name="GluePoint4Y" fmla="*/ 1014877 h 1015244"/>
                <a:gd name="GluePoint5X" fmla="*/ 333190 w 574100"/>
                <a:gd name="GluePoint5Y" fmla="*/ 985695 h 10152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>
                    <a:alpha val="55000"/>
                  </a:srgbClr>
                </a:gs>
                <a:gs pos="100000">
                  <a:srgbClr val="BFBFBF"/>
                </a:gs>
              </a:gsLst>
              <a:lin ang="16200000"/>
            </a:gradFill>
            <a:ln w="9525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grpSp>
          <p:nvGrpSpPr>
            <p:cNvPr id="8644" name="Group 28"/>
            <p:cNvGrpSpPr/>
            <p:nvPr/>
          </p:nvGrpSpPr>
          <p:grpSpPr>
            <a:xfrm>
              <a:off x="3605040" y="3656880"/>
              <a:ext cx="1048680" cy="1739520"/>
              <a:chOff x="3605040" y="3656880"/>
              <a:chExt cx="1048680" cy="1739520"/>
            </a:xfrm>
          </p:grpSpPr>
          <p:sp>
            <p:nvSpPr>
              <p:cNvPr id="8645" name="Rectangle 1016"/>
              <p:cNvSpPr/>
              <p:nvPr/>
            </p:nvSpPr>
            <p:spPr>
              <a:xfrm rot="10800000">
                <a:off x="3616560" y="3904920"/>
                <a:ext cx="1026720" cy="6109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8646" name="Group 498"/>
              <p:cNvGrpSpPr/>
              <p:nvPr/>
            </p:nvGrpSpPr>
            <p:grpSpPr>
              <a:xfrm>
                <a:off x="3607920" y="5036400"/>
                <a:ext cx="1035360" cy="360000"/>
                <a:chOff x="3607920" y="5036400"/>
                <a:chExt cx="1035360" cy="360000"/>
              </a:xfrm>
            </p:grpSpPr>
            <p:sp>
              <p:nvSpPr>
                <p:cNvPr id="8647" name="Oval 1031"/>
                <p:cNvSpPr/>
                <p:nvPr/>
              </p:nvSpPr>
              <p:spPr>
                <a:xfrm>
                  <a:off x="3608280" y="5157000"/>
                  <a:ext cx="1034640" cy="23940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48" name="Rectangle 1032"/>
                <p:cNvSpPr/>
                <p:nvPr/>
              </p:nvSpPr>
              <p:spPr>
                <a:xfrm>
                  <a:off x="3608280" y="5157000"/>
                  <a:ext cx="1034640" cy="11880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49" name="Oval 1033"/>
                <p:cNvSpPr/>
                <p:nvPr/>
              </p:nvSpPr>
              <p:spPr>
                <a:xfrm>
                  <a:off x="3608280" y="5036400"/>
                  <a:ext cx="1034640" cy="239400"/>
                </a:xfrm>
                <a:prstGeom prst="ellipse">
                  <a:avLst/>
                </a:prstGeom>
                <a:solidFill>
                  <a:srgbClr val="8585E0">
                    <a:alpha val="70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650" name="Straight Connector 1034"/>
                <p:cNvCxnSpPr/>
                <p:nvPr/>
              </p:nvCxnSpPr>
              <p:spPr>
                <a:xfrm>
                  <a:off x="4643280" y="5157000"/>
                  <a:ext cx="360" cy="1195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651" name="Straight Connector 1035"/>
                <p:cNvCxnSpPr/>
                <p:nvPr/>
              </p:nvCxnSpPr>
              <p:spPr>
                <a:xfrm>
                  <a:off x="3607920" y="5157000"/>
                  <a:ext cx="360" cy="1195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652" name="Rectangle 1018"/>
              <p:cNvSpPr/>
              <p:nvPr/>
            </p:nvSpPr>
            <p:spPr>
              <a:xfrm>
                <a:off x="3625560" y="4652280"/>
                <a:ext cx="1028160" cy="522000"/>
              </a:xfrm>
              <a:prstGeom prst="rect">
                <a:avLst/>
              </a:prstGeom>
              <a:gradFill rotWithShape="0">
                <a:gsLst>
                  <a:gs pos="0">
                    <a:srgbClr val="ADADEB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53" name="Straight Connector 1019"/>
              <p:cNvCxnSpPr/>
              <p:nvPr/>
            </p:nvCxnSpPr>
            <p:spPr>
              <a:xfrm>
                <a:off x="3609720" y="3928320"/>
                <a:ext cx="17640" cy="13021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cxnSp>
            <p:nvCxnSpPr>
              <p:cNvPr id="8654" name="Straight Connector 1020"/>
              <p:cNvCxnSpPr/>
              <p:nvPr/>
            </p:nvCxnSpPr>
            <p:spPr>
              <a:xfrm flipH="1">
                <a:off x="4643280" y="3918600"/>
                <a:ext cx="6480" cy="127044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655" name="Group 504"/>
              <p:cNvGrpSpPr/>
              <p:nvPr/>
            </p:nvGrpSpPr>
            <p:grpSpPr>
              <a:xfrm>
                <a:off x="3605040" y="3656880"/>
                <a:ext cx="1044360" cy="398160"/>
                <a:chOff x="3605040" y="3656880"/>
                <a:chExt cx="1044360" cy="398160"/>
              </a:xfrm>
            </p:grpSpPr>
            <p:sp>
              <p:nvSpPr>
                <p:cNvPr id="8656" name="Oval 1022"/>
                <p:cNvSpPr/>
                <p:nvPr/>
              </p:nvSpPr>
              <p:spPr>
                <a:xfrm flipV="1">
                  <a:off x="3606480" y="3763440"/>
                  <a:ext cx="1041120" cy="2916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D6D6F5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57" name="Rectangle 1023"/>
                <p:cNvSpPr/>
                <p:nvPr/>
              </p:nvSpPr>
              <p:spPr>
                <a:xfrm>
                  <a:off x="3605040" y="3806280"/>
                  <a:ext cx="1042560" cy="1044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58" name="Oval 1024"/>
                <p:cNvSpPr/>
                <p:nvPr/>
              </p:nvSpPr>
              <p:spPr>
                <a:xfrm flipV="1">
                  <a:off x="3605040" y="3656880"/>
                  <a:ext cx="1041120" cy="29160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59" name="Freeform 1025"/>
                <p:cNvSpPr/>
                <p:nvPr/>
              </p:nvSpPr>
              <p:spPr>
                <a:xfrm>
                  <a:off x="3871800" y="3745800"/>
                  <a:ext cx="506160" cy="145800"/>
                </a:xfrm>
                <a:custGeom>
                  <a:avLst/>
                  <a:gdLst>
                    <a:gd name="textAreaLeft" fmla="*/ 0 w 506160"/>
                    <a:gd name="textAreaRight" fmla="*/ 506520 w 506160"/>
                    <a:gd name="textAreaTop" fmla="*/ 0 h 145800"/>
                    <a:gd name="textAreaBottom" fmla="*/ 146160 h 14580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60" name="Freeform 1026"/>
                <p:cNvSpPr/>
                <p:nvPr/>
              </p:nvSpPr>
              <p:spPr>
                <a:xfrm>
                  <a:off x="3819240" y="3707640"/>
                  <a:ext cx="612360" cy="102960"/>
                </a:xfrm>
                <a:custGeom>
                  <a:avLst/>
                  <a:gdLst>
                    <a:gd name="textAreaLeft" fmla="*/ 0 w 612360"/>
                    <a:gd name="textAreaRight" fmla="*/ 612720 w 612360"/>
                    <a:gd name="textAreaTop" fmla="*/ 0 h 102960"/>
                    <a:gd name="textAreaBottom" fmla="*/ 103320 h 102960"/>
                    <a:gd name="GluePoint1X" fmla="*/ 0 w 3723451"/>
                    <a:gd name="GluePoint1Y" fmla="*/ 27211 h 932950"/>
                    <a:gd name="GluePoint2X" fmla="*/ 123865 w 3723451"/>
                    <a:gd name="GluePoint2Y" fmla="*/ 321 h 932950"/>
                    <a:gd name="GluePoint3X" fmla="*/ 350850 w 3723451"/>
                    <a:gd name="GluePoint3Y" fmla="*/ 62061 h 932950"/>
                    <a:gd name="GluePoint4X" fmla="*/ 567397 w 3723451"/>
                    <a:gd name="GluePoint4Y" fmla="*/ 0 h 932950"/>
                    <a:gd name="GluePoint5X" fmla="*/ 703949 w 3723451"/>
                    <a:gd name="GluePoint5Y" fmla="*/ 24696 h 932950"/>
                    <a:gd name="GluePoint6X" fmla="*/ 602354 w 3723451"/>
                    <a:gd name="GluePoint6Y" fmla="*/ 55064 h 932950"/>
                    <a:gd name="GluePoint7X" fmla="*/ 569645 w 3723451"/>
                    <a:gd name="GluePoint7Y" fmla="*/ 46877 h 932950"/>
                    <a:gd name="GluePoint8X" fmla="*/ 354838 w 3723451"/>
                    <a:gd name="GluePoint8Y" fmla="*/ 111226 h 932950"/>
                    <a:gd name="GluePoint9X" fmla="*/ 134536 w 3723451"/>
                    <a:gd name="GluePoint9Y" fmla="*/ 49244 h 932950"/>
                    <a:gd name="GluePoint10X" fmla="*/ 98918 w 3723451"/>
                    <a:gd name="GluePoint10Y" fmla="*/ 55934 h 932950"/>
                    <a:gd name="GluePoint11X" fmla="*/ 0 w 3723451"/>
                    <a:gd name="GluePoint11Y" fmla="*/ 27211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61" name="Freeform 1027"/>
                <p:cNvSpPr/>
                <p:nvPr/>
              </p:nvSpPr>
              <p:spPr>
                <a:xfrm>
                  <a:off x="4222440" y="3795120"/>
                  <a:ext cx="223560" cy="88560"/>
                </a:xfrm>
                <a:custGeom>
                  <a:avLst/>
                  <a:gdLst>
                    <a:gd name="textAreaLeft" fmla="*/ 0 w 223560"/>
                    <a:gd name="textAreaRight" fmla="*/ 223920 w 223560"/>
                    <a:gd name="textAreaTop" fmla="*/ 0 h 88560"/>
                    <a:gd name="textAreaBottom" fmla="*/ 88920 h 88560"/>
                    <a:gd name="GluePoint1X" fmla="*/ 0 w 1366596"/>
                    <a:gd name="GluePoint1Y" fmla="*/ 0 h 809868"/>
                    <a:gd name="GluePoint2X" fmla="*/ 257143 w 1366596"/>
                    <a:gd name="GluePoint2Y" fmla="*/ 74047 h 809868"/>
                    <a:gd name="GluePoint3X" fmla="*/ 162771 w 1366596"/>
                    <a:gd name="GluePoint3Y" fmla="*/ 95826 h 809868"/>
                    <a:gd name="GluePoint4X" fmla="*/ 866 w 1366596"/>
                    <a:gd name="GluePoint4Y" fmla="*/ 50635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62" name="Freeform 1028"/>
                <p:cNvSpPr/>
                <p:nvPr/>
              </p:nvSpPr>
              <p:spPr>
                <a:xfrm>
                  <a:off x="3808440" y="3796560"/>
                  <a:ext cx="221760" cy="87120"/>
                </a:xfrm>
                <a:custGeom>
                  <a:avLst/>
                  <a:gdLst>
                    <a:gd name="textAreaLeft" fmla="*/ 0 w 221760"/>
                    <a:gd name="textAreaRight" fmla="*/ 222120 w 221760"/>
                    <a:gd name="textAreaTop" fmla="*/ 0 h 87120"/>
                    <a:gd name="textAreaBottom" fmla="*/ 87480 h 87120"/>
                    <a:gd name="GluePoint1X" fmla="*/ 251832 w 1348191"/>
                    <a:gd name="GluePoint1Y" fmla="*/ 0 h 791462"/>
                    <a:gd name="GluePoint2X" fmla="*/ 255318 w 1348191"/>
                    <a:gd name="GluePoint2Y" fmla="*/ 45415 h 791462"/>
                    <a:gd name="GluePoint3X" fmla="*/ 92368 w 1348191"/>
                    <a:gd name="GluePoint3Y" fmla="*/ 94114 h 791462"/>
                    <a:gd name="GluePoint4X" fmla="*/ 0 w 1348191"/>
                    <a:gd name="GluePoint4Y" fmla="*/ 72774 h 791462"/>
                    <a:gd name="GluePoint5X" fmla="*/ 251832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480" rIns="90000" bIns="424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663" name="Straight Connector 1029"/>
                <p:cNvCxnSpPr/>
                <p:nvPr/>
              </p:nvCxnSpPr>
              <p:spPr>
                <a:xfrm flipH="1" flipV="1">
                  <a:off x="3605040" y="3802680"/>
                  <a:ext cx="1800" cy="113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664" name="Straight Connector 1030"/>
                <p:cNvCxnSpPr/>
                <p:nvPr/>
              </p:nvCxnSpPr>
              <p:spPr>
                <a:xfrm flipH="1" flipV="1">
                  <a:off x="4647960" y="3799800"/>
                  <a:ext cx="1800" cy="1130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8665" name="Group 29"/>
            <p:cNvGrpSpPr/>
            <p:nvPr/>
          </p:nvGrpSpPr>
          <p:grpSpPr>
            <a:xfrm>
              <a:off x="5314680" y="3809520"/>
              <a:ext cx="514440" cy="1669680"/>
              <a:chOff x="5314680" y="3809520"/>
              <a:chExt cx="514440" cy="1669680"/>
            </a:xfrm>
          </p:grpSpPr>
          <p:sp>
            <p:nvSpPr>
              <p:cNvPr id="8666" name="Rectangle 996"/>
              <p:cNvSpPr/>
              <p:nvPr/>
            </p:nvSpPr>
            <p:spPr>
              <a:xfrm rot="10800000">
                <a:off x="5317920" y="3893400"/>
                <a:ext cx="497880" cy="6285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67" name="Straight Connector 997"/>
              <p:cNvCxnSpPr/>
              <p:nvPr/>
            </p:nvCxnSpPr>
            <p:spPr>
              <a:xfrm flipH="1">
                <a:off x="5827320" y="3966480"/>
                <a:ext cx="2160" cy="13654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668" name="Group 552"/>
              <p:cNvGrpSpPr/>
              <p:nvPr/>
            </p:nvGrpSpPr>
            <p:grpSpPr>
              <a:xfrm>
                <a:off x="5319360" y="5253840"/>
                <a:ext cx="507960" cy="225360"/>
                <a:chOff x="5319360" y="5253840"/>
                <a:chExt cx="507960" cy="225360"/>
              </a:xfrm>
            </p:grpSpPr>
            <p:sp>
              <p:nvSpPr>
                <p:cNvPr id="8669" name="Oval 1011"/>
                <p:cNvSpPr/>
                <p:nvPr/>
              </p:nvSpPr>
              <p:spPr>
                <a:xfrm>
                  <a:off x="5319720" y="533196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70" name="Rectangle 1012"/>
                <p:cNvSpPr/>
                <p:nvPr/>
              </p:nvSpPr>
              <p:spPr>
                <a:xfrm>
                  <a:off x="5319720" y="533196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71" name="Oval 1013"/>
                <p:cNvSpPr/>
                <p:nvPr/>
              </p:nvSpPr>
              <p:spPr>
                <a:xfrm>
                  <a:off x="5319720" y="5253840"/>
                  <a:ext cx="507600" cy="15048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672" name="Straight Connector 1014"/>
                <p:cNvCxnSpPr/>
                <p:nvPr/>
              </p:nvCxnSpPr>
              <p:spPr>
                <a:xfrm>
                  <a:off x="5827320" y="533160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673" name="Straight Connector 1015"/>
                <p:cNvCxnSpPr/>
                <p:nvPr/>
              </p:nvCxnSpPr>
              <p:spPr>
                <a:xfrm>
                  <a:off x="5319360" y="533160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674" name="Rectangle 999"/>
              <p:cNvSpPr/>
              <p:nvPr/>
            </p:nvSpPr>
            <p:spPr>
              <a:xfrm>
                <a:off x="5321160" y="4522320"/>
                <a:ext cx="496440" cy="8125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75" name="Straight Connector 1000"/>
              <p:cNvCxnSpPr/>
              <p:nvPr/>
            </p:nvCxnSpPr>
            <p:spPr>
              <a:xfrm flipH="1">
                <a:off x="5314680" y="3974400"/>
                <a:ext cx="3600" cy="14511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676" name="Group 538"/>
              <p:cNvGrpSpPr/>
              <p:nvPr/>
            </p:nvGrpSpPr>
            <p:grpSpPr>
              <a:xfrm>
                <a:off x="5317920" y="3809520"/>
                <a:ext cx="503280" cy="246960"/>
                <a:chOff x="5317920" y="3809520"/>
                <a:chExt cx="503280" cy="246960"/>
              </a:xfrm>
            </p:grpSpPr>
            <p:sp>
              <p:nvSpPr>
                <p:cNvPr id="8677" name="Oval 1002"/>
                <p:cNvSpPr/>
                <p:nvPr/>
              </p:nvSpPr>
              <p:spPr>
                <a:xfrm flipV="1">
                  <a:off x="5319720" y="3880800"/>
                  <a:ext cx="501120" cy="1756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78" name="Rectangle 1003"/>
                <p:cNvSpPr/>
                <p:nvPr/>
              </p:nvSpPr>
              <p:spPr>
                <a:xfrm>
                  <a:off x="5317920" y="390636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79" name="Oval 1004"/>
                <p:cNvSpPr/>
                <p:nvPr/>
              </p:nvSpPr>
              <p:spPr>
                <a:xfrm flipV="1">
                  <a:off x="5317920" y="3809520"/>
                  <a:ext cx="501120" cy="1756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80" name="Freeform 1005"/>
                <p:cNvSpPr/>
                <p:nvPr/>
              </p:nvSpPr>
              <p:spPr>
                <a:xfrm>
                  <a:off x="5446440" y="3869640"/>
                  <a:ext cx="244080" cy="8712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7120"/>
                    <a:gd name="textAreaBottom" fmla="*/ 87480 h 8712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480" rIns="90000" bIns="424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81" name="Freeform 1006"/>
                <p:cNvSpPr/>
                <p:nvPr/>
              </p:nvSpPr>
              <p:spPr>
                <a:xfrm>
                  <a:off x="5421240" y="3845880"/>
                  <a:ext cx="294840" cy="6156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1560"/>
                    <a:gd name="textAreaBottom" fmla="*/ 61920 h 61560"/>
                    <a:gd name="GluePoint1X" fmla="*/ 0 w 3723451"/>
                    <a:gd name="GluePoint1Y" fmla="*/ 26862 h 932950"/>
                    <a:gd name="GluePoint2X" fmla="*/ 123762 w 3723451"/>
                    <a:gd name="GluePoint2Y" fmla="*/ 317 h 932950"/>
                    <a:gd name="GluePoint3X" fmla="*/ 350560 w 3723451"/>
                    <a:gd name="GluePoint3Y" fmla="*/ 61264 h 932950"/>
                    <a:gd name="GluePoint4X" fmla="*/ 566927 w 3723451"/>
                    <a:gd name="GluePoint4Y" fmla="*/ 0 h 932950"/>
                    <a:gd name="GluePoint5X" fmla="*/ 703366 w 3723451"/>
                    <a:gd name="GluePoint5Y" fmla="*/ 24379 h 932950"/>
                    <a:gd name="GluePoint6X" fmla="*/ 601856 w 3723451"/>
                    <a:gd name="GluePoint6Y" fmla="*/ 54357 h 932950"/>
                    <a:gd name="GluePoint7X" fmla="*/ 569173 w 3723451"/>
                    <a:gd name="GluePoint7Y" fmla="*/ 46275 h 932950"/>
                    <a:gd name="GluePoint8X" fmla="*/ 354544 w 3723451"/>
                    <a:gd name="GluePoint8Y" fmla="*/ 109797 h 932950"/>
                    <a:gd name="GluePoint9X" fmla="*/ 134425 w 3723451"/>
                    <a:gd name="GluePoint9Y" fmla="*/ 48612 h 932950"/>
                    <a:gd name="GluePoint10X" fmla="*/ 98836 w 3723451"/>
                    <a:gd name="GluePoint10Y" fmla="*/ 55215 h 932950"/>
                    <a:gd name="GluePoint11X" fmla="*/ 0 w 3723451"/>
                    <a:gd name="GluePoint11Y" fmla="*/ 26862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82" name="Freeform 1007"/>
                <p:cNvSpPr/>
                <p:nvPr/>
              </p:nvSpPr>
              <p:spPr>
                <a:xfrm>
                  <a:off x="5614920" y="389844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925 w 1366596"/>
                    <a:gd name="GluePoint2Y" fmla="*/ 73965 h 809868"/>
                    <a:gd name="GluePoint3X" fmla="*/ 165165 w 1366596"/>
                    <a:gd name="GluePoint3Y" fmla="*/ 95720 h 809868"/>
                    <a:gd name="GluePoint4X" fmla="*/ 878 w 1366596"/>
                    <a:gd name="GluePoint4Y" fmla="*/ 50579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83" name="Freeform 1008"/>
                <p:cNvSpPr/>
                <p:nvPr/>
              </p:nvSpPr>
              <p:spPr>
                <a:xfrm>
                  <a:off x="5416560" y="3899880"/>
                  <a:ext cx="105840" cy="5364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3640"/>
                    <a:gd name="textAreaBottom" fmla="*/ 54000 h 53640"/>
                    <a:gd name="GluePoint1X" fmla="*/ 249905 w 1348191"/>
                    <a:gd name="GluePoint1Y" fmla="*/ 0 h 791462"/>
                    <a:gd name="GluePoint2X" fmla="*/ 253364 w 1348191"/>
                    <a:gd name="GluePoint2Y" fmla="*/ 46190 h 791462"/>
                    <a:gd name="GluePoint3X" fmla="*/ 91661 w 1348191"/>
                    <a:gd name="GluePoint3Y" fmla="*/ 95720 h 791462"/>
                    <a:gd name="GluePoint4X" fmla="*/ 0 w 1348191"/>
                    <a:gd name="GluePoint4Y" fmla="*/ 74016 h 791462"/>
                    <a:gd name="GluePoint5X" fmla="*/ 249905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684" name="Straight Connector 1009"/>
                <p:cNvCxnSpPr/>
                <p:nvPr/>
              </p:nvCxnSpPr>
              <p:spPr>
                <a:xfrm flipH="1" flipV="1">
                  <a:off x="5317920" y="389808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685" name="Straight Connector 1010"/>
                <p:cNvCxnSpPr/>
                <p:nvPr/>
              </p:nvCxnSpPr>
              <p:spPr>
                <a:xfrm flipH="1" flipV="1">
                  <a:off x="5819400" y="390132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8686" name="Group 30"/>
            <p:cNvGrpSpPr/>
            <p:nvPr/>
          </p:nvGrpSpPr>
          <p:grpSpPr>
            <a:xfrm>
              <a:off x="6097320" y="3814200"/>
              <a:ext cx="514440" cy="1669680"/>
              <a:chOff x="6097320" y="3814200"/>
              <a:chExt cx="514440" cy="1669680"/>
            </a:xfrm>
          </p:grpSpPr>
          <p:sp>
            <p:nvSpPr>
              <p:cNvPr id="8687" name="Rectangle 976"/>
              <p:cNvSpPr/>
              <p:nvPr/>
            </p:nvSpPr>
            <p:spPr>
              <a:xfrm rot="10800000">
                <a:off x="6100560" y="3898080"/>
                <a:ext cx="497880" cy="6285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88" name="Straight Connector 977"/>
              <p:cNvCxnSpPr/>
              <p:nvPr/>
            </p:nvCxnSpPr>
            <p:spPr>
              <a:xfrm flipH="1">
                <a:off x="6609960" y="3971160"/>
                <a:ext cx="2160" cy="13654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689" name="Group 580"/>
              <p:cNvGrpSpPr/>
              <p:nvPr/>
            </p:nvGrpSpPr>
            <p:grpSpPr>
              <a:xfrm>
                <a:off x="6102000" y="5258880"/>
                <a:ext cx="507960" cy="225000"/>
                <a:chOff x="6102000" y="5258880"/>
                <a:chExt cx="507960" cy="225000"/>
              </a:xfrm>
            </p:grpSpPr>
            <p:sp>
              <p:nvSpPr>
                <p:cNvPr id="8690" name="Oval 991"/>
                <p:cNvSpPr/>
                <p:nvPr/>
              </p:nvSpPr>
              <p:spPr>
                <a:xfrm>
                  <a:off x="6102360" y="533664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91" name="Rectangle 992"/>
                <p:cNvSpPr/>
                <p:nvPr/>
              </p:nvSpPr>
              <p:spPr>
                <a:xfrm>
                  <a:off x="6102360" y="533664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92" name="Oval 993"/>
                <p:cNvSpPr/>
                <p:nvPr/>
              </p:nvSpPr>
              <p:spPr>
                <a:xfrm>
                  <a:off x="6102360" y="5258880"/>
                  <a:ext cx="507600" cy="15048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693" name="Straight Connector 994"/>
                <p:cNvCxnSpPr/>
                <p:nvPr/>
              </p:nvCxnSpPr>
              <p:spPr>
                <a:xfrm>
                  <a:off x="6609960" y="533628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694" name="Straight Connector 995"/>
                <p:cNvCxnSpPr/>
                <p:nvPr/>
              </p:nvCxnSpPr>
              <p:spPr>
                <a:xfrm>
                  <a:off x="6102000" y="533628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695" name="Rectangle 979"/>
              <p:cNvSpPr/>
              <p:nvPr/>
            </p:nvSpPr>
            <p:spPr>
              <a:xfrm>
                <a:off x="6103800" y="4527000"/>
                <a:ext cx="496440" cy="8125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696" name="Straight Connector 980"/>
              <p:cNvCxnSpPr/>
              <p:nvPr/>
            </p:nvCxnSpPr>
            <p:spPr>
              <a:xfrm flipH="1">
                <a:off x="6097320" y="3979080"/>
                <a:ext cx="3600" cy="14511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697" name="Group 568"/>
              <p:cNvGrpSpPr/>
              <p:nvPr/>
            </p:nvGrpSpPr>
            <p:grpSpPr>
              <a:xfrm>
                <a:off x="6100560" y="3814200"/>
                <a:ext cx="503280" cy="246960"/>
                <a:chOff x="6100560" y="3814200"/>
                <a:chExt cx="503280" cy="246960"/>
              </a:xfrm>
            </p:grpSpPr>
            <p:sp>
              <p:nvSpPr>
                <p:cNvPr id="8698" name="Oval 982"/>
                <p:cNvSpPr/>
                <p:nvPr/>
              </p:nvSpPr>
              <p:spPr>
                <a:xfrm flipV="1">
                  <a:off x="6102360" y="3885480"/>
                  <a:ext cx="501120" cy="1756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699" name="Rectangle 983"/>
                <p:cNvSpPr/>
                <p:nvPr/>
              </p:nvSpPr>
              <p:spPr>
                <a:xfrm>
                  <a:off x="6100560" y="391104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00" name="Oval 984"/>
                <p:cNvSpPr/>
                <p:nvPr/>
              </p:nvSpPr>
              <p:spPr>
                <a:xfrm flipV="1">
                  <a:off x="6100560" y="3814200"/>
                  <a:ext cx="501120" cy="1756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01" name="Freeform 985"/>
                <p:cNvSpPr/>
                <p:nvPr/>
              </p:nvSpPr>
              <p:spPr>
                <a:xfrm>
                  <a:off x="6229080" y="3874320"/>
                  <a:ext cx="244080" cy="8712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7120"/>
                    <a:gd name="textAreaBottom" fmla="*/ 87480 h 8712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480" rIns="90000" bIns="424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02" name="Freeform 986"/>
                <p:cNvSpPr/>
                <p:nvPr/>
              </p:nvSpPr>
              <p:spPr>
                <a:xfrm>
                  <a:off x="6203880" y="3850560"/>
                  <a:ext cx="294840" cy="6156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1560"/>
                    <a:gd name="textAreaBottom" fmla="*/ 61920 h 61560"/>
                    <a:gd name="GluePoint1X" fmla="*/ 0 w 3723451"/>
                    <a:gd name="GluePoint1Y" fmla="*/ 26862 h 932950"/>
                    <a:gd name="GluePoint2X" fmla="*/ 123762 w 3723451"/>
                    <a:gd name="GluePoint2Y" fmla="*/ 317 h 932950"/>
                    <a:gd name="GluePoint3X" fmla="*/ 350560 w 3723451"/>
                    <a:gd name="GluePoint3Y" fmla="*/ 61263 h 932950"/>
                    <a:gd name="GluePoint4X" fmla="*/ 566927 w 3723451"/>
                    <a:gd name="GluePoint4Y" fmla="*/ 0 h 932950"/>
                    <a:gd name="GluePoint5X" fmla="*/ 703366 w 3723451"/>
                    <a:gd name="GluePoint5Y" fmla="*/ 24379 h 932950"/>
                    <a:gd name="GluePoint6X" fmla="*/ 601856 w 3723451"/>
                    <a:gd name="GluePoint6Y" fmla="*/ 54357 h 932950"/>
                    <a:gd name="GluePoint7X" fmla="*/ 569173 w 3723451"/>
                    <a:gd name="GluePoint7Y" fmla="*/ 46274 h 932950"/>
                    <a:gd name="GluePoint8X" fmla="*/ 354544 w 3723451"/>
                    <a:gd name="GluePoint8Y" fmla="*/ 109796 h 932950"/>
                    <a:gd name="GluePoint9X" fmla="*/ 134425 w 3723451"/>
                    <a:gd name="GluePoint9Y" fmla="*/ 48611 h 932950"/>
                    <a:gd name="GluePoint10X" fmla="*/ 98836 w 3723451"/>
                    <a:gd name="GluePoint10Y" fmla="*/ 55215 h 932950"/>
                    <a:gd name="GluePoint11X" fmla="*/ 0 w 3723451"/>
                    <a:gd name="GluePoint11Y" fmla="*/ 26862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03" name="Freeform 987"/>
                <p:cNvSpPr/>
                <p:nvPr/>
              </p:nvSpPr>
              <p:spPr>
                <a:xfrm>
                  <a:off x="6397560" y="390312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927 w 1366596"/>
                    <a:gd name="GluePoint2Y" fmla="*/ 73965 h 809868"/>
                    <a:gd name="GluePoint3X" fmla="*/ 165166 w 1366596"/>
                    <a:gd name="GluePoint3Y" fmla="*/ 95720 h 809868"/>
                    <a:gd name="GluePoint4X" fmla="*/ 878 w 1366596"/>
                    <a:gd name="GluePoint4Y" fmla="*/ 50579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04" name="Freeform 988"/>
                <p:cNvSpPr/>
                <p:nvPr/>
              </p:nvSpPr>
              <p:spPr>
                <a:xfrm>
                  <a:off x="6199200" y="3904560"/>
                  <a:ext cx="105840" cy="5364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3640"/>
                    <a:gd name="textAreaBottom" fmla="*/ 54000 h 53640"/>
                    <a:gd name="GluePoint1X" fmla="*/ 249903 w 1348191"/>
                    <a:gd name="GluePoint1Y" fmla="*/ 0 h 791462"/>
                    <a:gd name="GluePoint2X" fmla="*/ 253362 w 1348191"/>
                    <a:gd name="GluePoint2Y" fmla="*/ 46190 h 791462"/>
                    <a:gd name="GluePoint3X" fmla="*/ 91660 w 1348191"/>
                    <a:gd name="GluePoint3Y" fmla="*/ 95720 h 791462"/>
                    <a:gd name="GluePoint4X" fmla="*/ 0 w 1348191"/>
                    <a:gd name="GluePoint4Y" fmla="*/ 74016 h 791462"/>
                    <a:gd name="GluePoint5X" fmla="*/ 249903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705" name="Straight Connector 989"/>
                <p:cNvCxnSpPr/>
                <p:nvPr/>
              </p:nvCxnSpPr>
              <p:spPr>
                <a:xfrm flipH="1" flipV="1">
                  <a:off x="6100560" y="3902760"/>
                  <a:ext cx="180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706" name="Straight Connector 990"/>
                <p:cNvCxnSpPr/>
                <p:nvPr/>
              </p:nvCxnSpPr>
              <p:spPr>
                <a:xfrm flipH="1" flipV="1">
                  <a:off x="6602040" y="3906000"/>
                  <a:ext cx="2160" cy="6876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8707" name="Group 48257"/>
            <p:cNvGrpSpPr/>
            <p:nvPr/>
          </p:nvGrpSpPr>
          <p:grpSpPr>
            <a:xfrm>
              <a:off x="7300440" y="3796560"/>
              <a:ext cx="514440" cy="1669680"/>
              <a:chOff x="7300440" y="3796560"/>
              <a:chExt cx="514440" cy="1669680"/>
            </a:xfrm>
          </p:grpSpPr>
          <p:sp>
            <p:nvSpPr>
              <p:cNvPr id="8708" name="Rectangle 956"/>
              <p:cNvSpPr/>
              <p:nvPr/>
            </p:nvSpPr>
            <p:spPr>
              <a:xfrm rot="10800000">
                <a:off x="7304040" y="3880800"/>
                <a:ext cx="497880" cy="62856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709" name="Straight Connector 957"/>
              <p:cNvCxnSpPr/>
              <p:nvPr/>
            </p:nvCxnSpPr>
            <p:spPr>
              <a:xfrm flipH="1">
                <a:off x="7813440" y="3953520"/>
                <a:ext cx="1800" cy="136584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710" name="Group 607"/>
              <p:cNvGrpSpPr/>
              <p:nvPr/>
            </p:nvGrpSpPr>
            <p:grpSpPr>
              <a:xfrm>
                <a:off x="7305480" y="5241240"/>
                <a:ext cx="507960" cy="225000"/>
                <a:chOff x="7305480" y="5241240"/>
                <a:chExt cx="507960" cy="225000"/>
              </a:xfrm>
            </p:grpSpPr>
            <p:sp>
              <p:nvSpPr>
                <p:cNvPr id="8711" name="Oval 971"/>
                <p:cNvSpPr/>
                <p:nvPr/>
              </p:nvSpPr>
              <p:spPr>
                <a:xfrm>
                  <a:off x="7305480" y="531900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12" name="Rectangle 972"/>
                <p:cNvSpPr/>
                <p:nvPr/>
              </p:nvSpPr>
              <p:spPr>
                <a:xfrm>
                  <a:off x="7305480" y="531900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13" name="Oval 973"/>
                <p:cNvSpPr/>
                <p:nvPr/>
              </p:nvSpPr>
              <p:spPr>
                <a:xfrm>
                  <a:off x="7305480" y="5241240"/>
                  <a:ext cx="507600" cy="15048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714" name="Straight Connector 974"/>
                <p:cNvCxnSpPr/>
                <p:nvPr/>
              </p:nvCxnSpPr>
              <p:spPr>
                <a:xfrm>
                  <a:off x="7813440" y="531900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715" name="Straight Connector 975"/>
                <p:cNvCxnSpPr/>
                <p:nvPr/>
              </p:nvCxnSpPr>
              <p:spPr>
                <a:xfrm>
                  <a:off x="7305480" y="531900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716" name="Rectangle 959"/>
              <p:cNvSpPr/>
              <p:nvPr/>
            </p:nvSpPr>
            <p:spPr>
              <a:xfrm>
                <a:off x="7307280" y="4509360"/>
                <a:ext cx="496440" cy="8125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717" name="Straight Connector 960"/>
              <p:cNvCxnSpPr/>
              <p:nvPr/>
            </p:nvCxnSpPr>
            <p:spPr>
              <a:xfrm flipH="1">
                <a:off x="7300440" y="3961440"/>
                <a:ext cx="3600" cy="145152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718" name="Group 595"/>
              <p:cNvGrpSpPr/>
              <p:nvPr/>
            </p:nvGrpSpPr>
            <p:grpSpPr>
              <a:xfrm>
                <a:off x="7303680" y="3796560"/>
                <a:ext cx="503280" cy="247320"/>
                <a:chOff x="7303680" y="3796560"/>
                <a:chExt cx="503280" cy="247320"/>
              </a:xfrm>
            </p:grpSpPr>
            <p:sp>
              <p:nvSpPr>
                <p:cNvPr id="8719" name="Oval 962"/>
                <p:cNvSpPr/>
                <p:nvPr/>
              </p:nvSpPr>
              <p:spPr>
                <a:xfrm flipV="1">
                  <a:off x="7305480" y="3868200"/>
                  <a:ext cx="501120" cy="1756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20" name="Rectangle 963"/>
                <p:cNvSpPr/>
                <p:nvPr/>
              </p:nvSpPr>
              <p:spPr>
                <a:xfrm>
                  <a:off x="7304040" y="389340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21" name="Oval 964"/>
                <p:cNvSpPr/>
                <p:nvPr/>
              </p:nvSpPr>
              <p:spPr>
                <a:xfrm flipV="1">
                  <a:off x="7304040" y="3796560"/>
                  <a:ext cx="501120" cy="1756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22" name="Freeform 965"/>
                <p:cNvSpPr/>
                <p:nvPr/>
              </p:nvSpPr>
              <p:spPr>
                <a:xfrm>
                  <a:off x="7432560" y="3857040"/>
                  <a:ext cx="244080" cy="8712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7120"/>
                    <a:gd name="textAreaBottom" fmla="*/ 87480 h 8712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480" rIns="90000" bIns="424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23" name="Freeform 966"/>
                <p:cNvSpPr/>
                <p:nvPr/>
              </p:nvSpPr>
              <p:spPr>
                <a:xfrm>
                  <a:off x="7407000" y="3833280"/>
                  <a:ext cx="294840" cy="6156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1560"/>
                    <a:gd name="textAreaBottom" fmla="*/ 61920 h 61560"/>
                    <a:gd name="GluePoint1X" fmla="*/ 0 w 3723451"/>
                    <a:gd name="GluePoint1Y" fmla="*/ 26862 h 932950"/>
                    <a:gd name="GluePoint2X" fmla="*/ 123762 w 3723451"/>
                    <a:gd name="GluePoint2Y" fmla="*/ 317 h 932950"/>
                    <a:gd name="GluePoint3X" fmla="*/ 350560 w 3723451"/>
                    <a:gd name="GluePoint3Y" fmla="*/ 61264 h 932950"/>
                    <a:gd name="GluePoint4X" fmla="*/ 566927 w 3723451"/>
                    <a:gd name="GluePoint4Y" fmla="*/ 0 h 932950"/>
                    <a:gd name="GluePoint5X" fmla="*/ 703366 w 3723451"/>
                    <a:gd name="GluePoint5Y" fmla="*/ 24379 h 932950"/>
                    <a:gd name="GluePoint6X" fmla="*/ 601856 w 3723451"/>
                    <a:gd name="GluePoint6Y" fmla="*/ 54357 h 932950"/>
                    <a:gd name="GluePoint7X" fmla="*/ 569173 w 3723451"/>
                    <a:gd name="GluePoint7Y" fmla="*/ 46275 h 932950"/>
                    <a:gd name="GluePoint8X" fmla="*/ 354544 w 3723451"/>
                    <a:gd name="GluePoint8Y" fmla="*/ 109797 h 932950"/>
                    <a:gd name="GluePoint9X" fmla="*/ 134425 w 3723451"/>
                    <a:gd name="GluePoint9Y" fmla="*/ 48612 h 932950"/>
                    <a:gd name="GluePoint10X" fmla="*/ 98836 w 3723451"/>
                    <a:gd name="GluePoint10Y" fmla="*/ 55215 h 932950"/>
                    <a:gd name="GluePoint11X" fmla="*/ 0 w 3723451"/>
                    <a:gd name="GluePoint11Y" fmla="*/ 26862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6920" rIns="90000" bIns="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24" name="Freeform 967"/>
                <p:cNvSpPr/>
                <p:nvPr/>
              </p:nvSpPr>
              <p:spPr>
                <a:xfrm>
                  <a:off x="7600680" y="388548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927 w 1366596"/>
                    <a:gd name="GluePoint2Y" fmla="*/ 73965 h 809868"/>
                    <a:gd name="GluePoint3X" fmla="*/ 165166 w 1366596"/>
                    <a:gd name="GluePoint3Y" fmla="*/ 95720 h 809868"/>
                    <a:gd name="GluePoint4X" fmla="*/ 878 w 1366596"/>
                    <a:gd name="GluePoint4Y" fmla="*/ 50579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25" name="Freeform 968"/>
                <p:cNvSpPr/>
                <p:nvPr/>
              </p:nvSpPr>
              <p:spPr>
                <a:xfrm>
                  <a:off x="7402320" y="3887280"/>
                  <a:ext cx="105840" cy="5364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3640"/>
                    <a:gd name="textAreaBottom" fmla="*/ 54000 h 53640"/>
                    <a:gd name="GluePoint1X" fmla="*/ 249903 w 1348191"/>
                    <a:gd name="GluePoint1Y" fmla="*/ 0 h 791462"/>
                    <a:gd name="GluePoint2X" fmla="*/ 253362 w 1348191"/>
                    <a:gd name="GluePoint2Y" fmla="*/ 46190 h 791462"/>
                    <a:gd name="GluePoint3X" fmla="*/ 91660 w 1348191"/>
                    <a:gd name="GluePoint3Y" fmla="*/ 95720 h 791462"/>
                    <a:gd name="GluePoint4X" fmla="*/ 0 w 1348191"/>
                    <a:gd name="GluePoint4Y" fmla="*/ 74016 h 791462"/>
                    <a:gd name="GluePoint5X" fmla="*/ 249903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726" name="Straight Connector 969"/>
                <p:cNvCxnSpPr/>
                <p:nvPr/>
              </p:nvCxnSpPr>
              <p:spPr>
                <a:xfrm flipH="1" flipV="1">
                  <a:off x="7303680" y="388548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727" name="Straight Connector 970"/>
                <p:cNvCxnSpPr/>
                <p:nvPr/>
              </p:nvCxnSpPr>
              <p:spPr>
                <a:xfrm flipH="1" flipV="1">
                  <a:off x="7805520" y="3888720"/>
                  <a:ext cx="180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8728" name="Group 48258"/>
            <p:cNvGrpSpPr/>
            <p:nvPr/>
          </p:nvGrpSpPr>
          <p:grpSpPr>
            <a:xfrm>
              <a:off x="8295840" y="3783600"/>
              <a:ext cx="514440" cy="1671480"/>
              <a:chOff x="8295840" y="3783600"/>
              <a:chExt cx="514440" cy="1671480"/>
            </a:xfrm>
          </p:grpSpPr>
          <p:sp>
            <p:nvSpPr>
              <p:cNvPr id="8729" name="Rectangle 936"/>
              <p:cNvSpPr/>
              <p:nvPr/>
            </p:nvSpPr>
            <p:spPr>
              <a:xfrm rot="10800000">
                <a:off x="8299440" y="3868200"/>
                <a:ext cx="497880" cy="6289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54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730" name="Straight Connector 937"/>
              <p:cNvCxnSpPr/>
              <p:nvPr/>
            </p:nvCxnSpPr>
            <p:spPr>
              <a:xfrm flipH="1">
                <a:off x="8808840" y="3940920"/>
                <a:ext cx="1800" cy="136728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731" name="Group 634"/>
              <p:cNvGrpSpPr/>
              <p:nvPr/>
            </p:nvGrpSpPr>
            <p:grpSpPr>
              <a:xfrm>
                <a:off x="8300880" y="5233320"/>
                <a:ext cx="507960" cy="221760"/>
                <a:chOff x="8300880" y="5233320"/>
                <a:chExt cx="507960" cy="221760"/>
              </a:xfrm>
            </p:grpSpPr>
            <p:sp>
              <p:nvSpPr>
                <p:cNvPr id="8732" name="Oval 951"/>
                <p:cNvSpPr/>
                <p:nvPr/>
              </p:nvSpPr>
              <p:spPr>
                <a:xfrm>
                  <a:off x="8300880" y="5307840"/>
                  <a:ext cx="507600" cy="147240"/>
                </a:xfrm>
                <a:prstGeom prst="ellipse">
                  <a:avLst/>
                </a:prstGeom>
                <a:solidFill>
                  <a:srgbClr val="262699"/>
                </a:solidFill>
                <a:ln w="63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33" name="Rectangle 952"/>
                <p:cNvSpPr/>
                <p:nvPr/>
              </p:nvSpPr>
              <p:spPr>
                <a:xfrm>
                  <a:off x="8300880" y="5307840"/>
                  <a:ext cx="507600" cy="72720"/>
                </a:xfrm>
                <a:prstGeom prst="rect">
                  <a:avLst/>
                </a:prstGeom>
                <a:solidFill>
                  <a:srgbClr val="262699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8080" rIns="90000" bIns="280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34" name="Oval 953"/>
                <p:cNvSpPr/>
                <p:nvPr/>
              </p:nvSpPr>
              <p:spPr>
                <a:xfrm>
                  <a:off x="8300880" y="5233320"/>
                  <a:ext cx="507600" cy="147240"/>
                </a:xfrm>
                <a:prstGeom prst="ellipse">
                  <a:avLst/>
                </a:prstGeom>
                <a:solidFill>
                  <a:srgbClr val="ADADEB">
                    <a:alpha val="55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735" name="Straight Connector 954"/>
                <p:cNvCxnSpPr/>
                <p:nvPr/>
              </p:nvCxnSpPr>
              <p:spPr>
                <a:xfrm>
                  <a:off x="8808840" y="53078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736" name="Straight Connector 955"/>
                <p:cNvCxnSpPr/>
                <p:nvPr/>
              </p:nvCxnSpPr>
              <p:spPr>
                <a:xfrm>
                  <a:off x="8300880" y="5307840"/>
                  <a:ext cx="360" cy="734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sp>
            <p:nvSpPr>
              <p:cNvPr id="8737" name="Rectangle 939"/>
              <p:cNvSpPr/>
              <p:nvPr/>
            </p:nvSpPr>
            <p:spPr>
              <a:xfrm>
                <a:off x="8302320" y="4498200"/>
                <a:ext cx="496440" cy="812520"/>
              </a:xfrm>
              <a:prstGeom prst="rect">
                <a:avLst/>
              </a:prstGeom>
              <a:gradFill rotWithShape="0">
                <a:gsLst>
                  <a:gs pos="0">
                    <a:srgbClr val="8585E0"/>
                  </a:gs>
                  <a:gs pos="100000">
                    <a:srgbClr val="FFFFFF"/>
                  </a:gs>
                </a:gsLst>
                <a:lin ang="1620000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738" name="Straight Connector 940"/>
              <p:cNvCxnSpPr/>
              <p:nvPr/>
            </p:nvCxnSpPr>
            <p:spPr>
              <a:xfrm flipH="1">
                <a:off x="8295840" y="3948840"/>
                <a:ext cx="3600" cy="1452960"/>
              </a:xfrm>
              <a:prstGeom prst="straightConnector1">
                <a:avLst/>
              </a:prstGeom>
              <a:ln w="3175">
                <a:solidFill>
                  <a:srgbClr val="000000"/>
                </a:solidFill>
                <a:prstDash val="sysDash"/>
                <a:round/>
              </a:ln>
            </p:spPr>
          </p:cxnSp>
          <p:grpSp>
            <p:nvGrpSpPr>
              <p:cNvPr id="8739" name="Group 622"/>
              <p:cNvGrpSpPr/>
              <p:nvPr/>
            </p:nvGrpSpPr>
            <p:grpSpPr>
              <a:xfrm>
                <a:off x="8299080" y="3783600"/>
                <a:ext cx="503280" cy="248760"/>
                <a:chOff x="8299080" y="3783600"/>
                <a:chExt cx="503280" cy="248760"/>
              </a:xfrm>
            </p:grpSpPr>
            <p:sp>
              <p:nvSpPr>
                <p:cNvPr id="8740" name="Oval 942"/>
                <p:cNvSpPr/>
                <p:nvPr/>
              </p:nvSpPr>
              <p:spPr>
                <a:xfrm flipV="1">
                  <a:off x="8300880" y="3854520"/>
                  <a:ext cx="501120" cy="1774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31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635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41" name="Rectangle 943"/>
                <p:cNvSpPr/>
                <p:nvPr/>
              </p:nvSpPr>
              <p:spPr>
                <a:xfrm>
                  <a:off x="8299440" y="3880800"/>
                  <a:ext cx="502920" cy="63000"/>
                </a:xfrm>
                <a:prstGeom prst="rect">
                  <a:avLst/>
                </a:prstGeom>
                <a:gradFill rotWithShape="0">
                  <a:gsLst>
                    <a:gs pos="0">
                      <a:srgbClr val="ADADEB"/>
                    </a:gs>
                    <a:gs pos="54000">
                      <a:srgbClr val="8585E0"/>
                    </a:gs>
                    <a:gs pos="100000">
                      <a:srgbClr val="262699"/>
                    </a:gs>
                  </a:gsLst>
                  <a:lin ang="162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42" name="Oval 944"/>
                <p:cNvSpPr/>
                <p:nvPr/>
              </p:nvSpPr>
              <p:spPr>
                <a:xfrm flipV="1">
                  <a:off x="8299440" y="3783240"/>
                  <a:ext cx="501120" cy="1774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80808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43" name="Freeform 945"/>
                <p:cNvSpPr/>
                <p:nvPr/>
              </p:nvSpPr>
              <p:spPr>
                <a:xfrm>
                  <a:off x="8427960" y="3844440"/>
                  <a:ext cx="244080" cy="8856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88560"/>
                    <a:gd name="textAreaBottom" fmla="*/ 88920 h 885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3920" rIns="90000" bIns="439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744" name="Freeform 946"/>
                <p:cNvSpPr/>
                <p:nvPr/>
              </p:nvSpPr>
              <p:spPr>
                <a:xfrm>
                  <a:off x="8402400" y="3820320"/>
                  <a:ext cx="294840" cy="63000"/>
                </a:xfrm>
                <a:custGeom>
                  <a:avLst/>
                  <a:gdLst>
                    <a:gd name="textAreaLeft" fmla="*/ 0 w 294840"/>
                    <a:gd name="textAreaRight" fmla="*/ 295200 w 294840"/>
                    <a:gd name="textAreaTop" fmla="*/ 0 h 63000"/>
                    <a:gd name="textAreaBottom" fmla="*/ 63360 h 63000"/>
                    <a:gd name="GluePoint1X" fmla="*/ 0 w 3723451"/>
                    <a:gd name="GluePoint1Y" fmla="*/ 27524 h 932950"/>
                    <a:gd name="GluePoint2X" fmla="*/ 123762 w 3723451"/>
                    <a:gd name="GluePoint2Y" fmla="*/ 324 h 932950"/>
                    <a:gd name="GluePoint3X" fmla="*/ 350560 w 3723451"/>
                    <a:gd name="GluePoint3Y" fmla="*/ 62775 h 932950"/>
                    <a:gd name="GluePoint4X" fmla="*/ 566927 w 3723451"/>
                    <a:gd name="GluePoint4Y" fmla="*/ 0 h 932950"/>
                    <a:gd name="GluePoint5X" fmla="*/ 703366 w 3723451"/>
                    <a:gd name="GluePoint5Y" fmla="*/ 24980 h 932950"/>
                    <a:gd name="GluePoint6X" fmla="*/ 601856 w 3723451"/>
                    <a:gd name="GluePoint6Y" fmla="*/ 55698 h 932950"/>
                    <a:gd name="GluePoint7X" fmla="*/ 569173 w 3723451"/>
                    <a:gd name="GluePoint7Y" fmla="*/ 47416 h 932950"/>
                    <a:gd name="GluePoint8X" fmla="*/ 354544 w 3723451"/>
                    <a:gd name="GluePoint8Y" fmla="*/ 112505 h 932950"/>
                    <a:gd name="GluePoint9X" fmla="*/ 134425 w 3723451"/>
                    <a:gd name="GluePoint9Y" fmla="*/ 49811 h 932950"/>
                    <a:gd name="GluePoint10X" fmla="*/ 98836 w 3723451"/>
                    <a:gd name="GluePoint10Y" fmla="*/ 56577 h 932950"/>
                    <a:gd name="GluePoint11X" fmla="*/ 0 w 3723451"/>
                    <a:gd name="GluePoint11Y" fmla="*/ 27524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360" rIns="90000" bIns="183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45" name="Freeform 947"/>
                <p:cNvSpPr/>
                <p:nvPr/>
              </p:nvSpPr>
              <p:spPr>
                <a:xfrm>
                  <a:off x="8596080" y="3874320"/>
                  <a:ext cx="109080" cy="536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53640"/>
                    <a:gd name="textAreaBottom" fmla="*/ 54000 h 53640"/>
                    <a:gd name="GluePoint1X" fmla="*/ 0 w 1366596"/>
                    <a:gd name="GluePoint1Y" fmla="*/ 0 h 809868"/>
                    <a:gd name="GluePoint2X" fmla="*/ 260925 w 1366596"/>
                    <a:gd name="GluePoint2Y" fmla="*/ 73895 h 809868"/>
                    <a:gd name="GluePoint3X" fmla="*/ 165165 w 1366596"/>
                    <a:gd name="GluePoint3Y" fmla="*/ 95629 h 809868"/>
                    <a:gd name="GluePoint4X" fmla="*/ 878 w 1366596"/>
                    <a:gd name="GluePoint4Y" fmla="*/ 50531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000" rIns="90000" bIns="9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46" name="Freeform 948"/>
                <p:cNvSpPr/>
                <p:nvPr/>
              </p:nvSpPr>
              <p:spPr>
                <a:xfrm>
                  <a:off x="8397720" y="3876120"/>
                  <a:ext cx="105840" cy="52200"/>
                </a:xfrm>
                <a:custGeom>
                  <a:avLst/>
                  <a:gdLst>
                    <a:gd name="textAreaLeft" fmla="*/ 0 w 105840"/>
                    <a:gd name="textAreaRight" fmla="*/ 106200 w 105840"/>
                    <a:gd name="textAreaTop" fmla="*/ 0 h 52200"/>
                    <a:gd name="textAreaBottom" fmla="*/ 52560 h 52200"/>
                    <a:gd name="GluePoint1X" fmla="*/ 249905 w 1348191"/>
                    <a:gd name="GluePoint1Y" fmla="*/ 0 h 791462"/>
                    <a:gd name="GluePoint2X" fmla="*/ 253364 w 1348191"/>
                    <a:gd name="GluePoint2Y" fmla="*/ 44789 h 791462"/>
                    <a:gd name="GluePoint3X" fmla="*/ 91661 w 1348191"/>
                    <a:gd name="GluePoint3Y" fmla="*/ 92816 h 791462"/>
                    <a:gd name="GluePoint4X" fmla="*/ 0 w 1348191"/>
                    <a:gd name="GluePoint4Y" fmla="*/ 71770 h 791462"/>
                    <a:gd name="GluePoint5X" fmla="*/ 249905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0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560" rIns="90000" bIns="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8747" name="Straight Connector 949"/>
                <p:cNvCxnSpPr/>
                <p:nvPr/>
              </p:nvCxnSpPr>
              <p:spPr>
                <a:xfrm flipH="1" flipV="1">
                  <a:off x="8299080" y="3872880"/>
                  <a:ext cx="216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748" name="Straight Connector 950"/>
                <p:cNvCxnSpPr/>
                <p:nvPr/>
              </p:nvCxnSpPr>
              <p:spPr>
                <a:xfrm flipH="1" flipV="1">
                  <a:off x="8800920" y="3877560"/>
                  <a:ext cx="1800" cy="6840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</p:grpSp>
      <p:grpSp>
        <p:nvGrpSpPr>
          <p:cNvPr id="8749" name="Group 1036"/>
          <p:cNvGrpSpPr/>
          <p:nvPr/>
        </p:nvGrpSpPr>
        <p:grpSpPr>
          <a:xfrm>
            <a:off x="4130640" y="2423520"/>
            <a:ext cx="4415760" cy="2314440"/>
            <a:chOff x="4130640" y="2423520"/>
            <a:chExt cx="4415760" cy="2314440"/>
          </a:xfrm>
        </p:grpSpPr>
        <p:sp>
          <p:nvSpPr>
            <p:cNvPr id="8750" name="Freeform 1037"/>
            <p:cNvSpPr/>
            <p:nvPr/>
          </p:nvSpPr>
          <p:spPr>
            <a:xfrm>
              <a:off x="4130640" y="2428200"/>
              <a:ext cx="296640" cy="1742760"/>
            </a:xfrm>
            <a:custGeom>
              <a:avLst/>
              <a:gdLst>
                <a:gd name="textAreaLeft" fmla="*/ 0 w 296640"/>
                <a:gd name="textAreaRight" fmla="*/ 297000 w 296640"/>
                <a:gd name="textAreaTop" fmla="*/ 0 h 1742760"/>
                <a:gd name="textAreaBottom" fmla="*/ 1743120 h 1742760"/>
                <a:gd name="GluePoint1X" fmla="*/ 228538 w 228538"/>
                <a:gd name="GluePoint1Y" fmla="*/ 0 h 2022548"/>
                <a:gd name="GluePoint2X" fmla="*/ 0 w 228538"/>
                <a:gd name="GluePoint2Y" fmla="*/ 6607 h 2022548"/>
                <a:gd name="GluePoint3X" fmla="*/ 0 w 228538"/>
                <a:gd name="GluePoint3Y" fmla="*/ 2022548 h 20225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CC0000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51" name="Freeform 1038"/>
            <p:cNvSpPr/>
            <p:nvPr/>
          </p:nvSpPr>
          <p:spPr>
            <a:xfrm flipH="1">
              <a:off x="8160480" y="2423520"/>
              <a:ext cx="385560" cy="2300040"/>
            </a:xfrm>
            <a:custGeom>
              <a:avLst/>
              <a:gdLst>
                <a:gd name="textAreaLeft" fmla="*/ -360 w 385560"/>
                <a:gd name="textAreaRight" fmla="*/ 385560 w 385560"/>
                <a:gd name="textAreaTop" fmla="*/ 0 h 2300040"/>
                <a:gd name="textAreaBottom" fmla="*/ 2300400 h 2300040"/>
                <a:gd name="GluePoint1X" fmla="*/ 307275 w 307275"/>
                <a:gd name="GluePoint1Y" fmla="*/ 0 h 2117725"/>
                <a:gd name="GluePoint2X" fmla="*/ 0 w 307275"/>
                <a:gd name="GluePoint2Y" fmla="*/ 0 h 2117725"/>
                <a:gd name="GluePoint3X" fmla="*/ 0 w 307275"/>
                <a:gd name="GluePoint3Y" fmla="*/ 2117725 h 21177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Gill Sans MT"/>
              </a:endParaRPr>
            </a:p>
          </p:txBody>
        </p:sp>
        <p:cxnSp>
          <p:nvCxnSpPr>
            <p:cNvPr id="8752" name="Straight Arrow Connector 1039"/>
            <p:cNvCxnSpPr/>
            <p:nvPr/>
          </p:nvCxnSpPr>
          <p:spPr>
            <a:xfrm flipV="1">
              <a:off x="7540200" y="2675880"/>
              <a:ext cx="8280" cy="2062440"/>
            </a:xfrm>
            <a:prstGeom prst="straightConnector1">
              <a:avLst/>
            </a:prstGeom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8753" name="Straight Arrow Connector 1040"/>
            <p:cNvCxnSpPr/>
            <p:nvPr/>
          </p:nvCxnSpPr>
          <p:spPr>
            <a:xfrm flipV="1">
              <a:off x="6348240" y="2696400"/>
              <a:ext cx="17640" cy="2037240"/>
            </a:xfrm>
            <a:prstGeom prst="straightConnector1">
              <a:avLst/>
            </a:prstGeom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8754" name="Straight Arrow Connector 1041"/>
            <p:cNvCxnSpPr/>
            <p:nvPr/>
          </p:nvCxnSpPr>
          <p:spPr>
            <a:xfrm flipH="1" flipV="1">
              <a:off x="5555880" y="2750400"/>
              <a:ext cx="10080" cy="1983240"/>
            </a:xfrm>
            <a:prstGeom prst="straightConnector1">
              <a:avLst/>
            </a:prstGeom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</p:grpSp>
      <p:grpSp>
        <p:nvGrpSpPr>
          <p:cNvPr id="8755" name="Group 1042"/>
          <p:cNvGrpSpPr/>
          <p:nvPr/>
        </p:nvGrpSpPr>
        <p:grpSpPr>
          <a:xfrm>
            <a:off x="3806640" y="4636440"/>
            <a:ext cx="4955760" cy="691920"/>
            <a:chOff x="3806640" y="4636440"/>
            <a:chExt cx="4955760" cy="691920"/>
          </a:xfrm>
        </p:grpSpPr>
        <p:grpSp>
          <p:nvGrpSpPr>
            <p:cNvPr id="8756" name="Group 554"/>
            <p:cNvGrpSpPr/>
            <p:nvPr/>
          </p:nvGrpSpPr>
          <p:grpSpPr>
            <a:xfrm>
              <a:off x="5355720" y="5000040"/>
              <a:ext cx="430200" cy="328320"/>
              <a:chOff x="5355720" y="5000040"/>
              <a:chExt cx="430200" cy="328320"/>
            </a:xfrm>
          </p:grpSpPr>
          <p:sp>
            <p:nvSpPr>
              <p:cNvPr id="8757" name="Rectangle 1064"/>
              <p:cNvSpPr/>
              <p:nvPr/>
            </p:nvSpPr>
            <p:spPr>
              <a:xfrm>
                <a:off x="5360760" y="5000040"/>
                <a:ext cx="425160" cy="32832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758" name="Straight Connector 1065"/>
              <p:cNvCxnSpPr/>
              <p:nvPr/>
            </p:nvCxnSpPr>
            <p:spPr>
              <a:xfrm>
                <a:off x="5355720" y="5091840"/>
                <a:ext cx="425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59" name="Straight Connector 1066"/>
              <p:cNvCxnSpPr/>
              <p:nvPr/>
            </p:nvCxnSpPr>
            <p:spPr>
              <a:xfrm>
                <a:off x="5355720" y="5155560"/>
                <a:ext cx="425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60" name="Straight Connector 1067"/>
              <p:cNvCxnSpPr/>
              <p:nvPr/>
            </p:nvCxnSpPr>
            <p:spPr>
              <a:xfrm flipH="1" flipV="1">
                <a:off x="5571720" y="5091840"/>
                <a:ext cx="2160" cy="23688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  <p:grpSp>
          <p:nvGrpSpPr>
            <p:cNvPr id="8761" name="Group 582"/>
            <p:cNvGrpSpPr/>
            <p:nvPr/>
          </p:nvGrpSpPr>
          <p:grpSpPr>
            <a:xfrm>
              <a:off x="6138360" y="5000040"/>
              <a:ext cx="430200" cy="328320"/>
              <a:chOff x="6138360" y="5000040"/>
              <a:chExt cx="430200" cy="328320"/>
            </a:xfrm>
          </p:grpSpPr>
          <p:sp>
            <p:nvSpPr>
              <p:cNvPr id="8762" name="Rectangle 1060"/>
              <p:cNvSpPr/>
              <p:nvPr/>
            </p:nvSpPr>
            <p:spPr>
              <a:xfrm>
                <a:off x="6143400" y="5000040"/>
                <a:ext cx="425160" cy="32832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763" name="Straight Connector 1061"/>
              <p:cNvCxnSpPr/>
              <p:nvPr/>
            </p:nvCxnSpPr>
            <p:spPr>
              <a:xfrm>
                <a:off x="6138360" y="5091840"/>
                <a:ext cx="425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64" name="Straight Connector 1062"/>
              <p:cNvCxnSpPr/>
              <p:nvPr/>
            </p:nvCxnSpPr>
            <p:spPr>
              <a:xfrm>
                <a:off x="6138360" y="5155560"/>
                <a:ext cx="425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65" name="Straight Connector 1063"/>
              <p:cNvCxnSpPr/>
              <p:nvPr/>
            </p:nvCxnSpPr>
            <p:spPr>
              <a:xfrm flipH="1" flipV="1">
                <a:off x="6354360" y="5091840"/>
                <a:ext cx="2160" cy="23688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  <p:grpSp>
          <p:nvGrpSpPr>
            <p:cNvPr id="8766" name="Group 609"/>
            <p:cNvGrpSpPr/>
            <p:nvPr/>
          </p:nvGrpSpPr>
          <p:grpSpPr>
            <a:xfrm>
              <a:off x="7341840" y="4996800"/>
              <a:ext cx="430200" cy="328320"/>
              <a:chOff x="7341840" y="4996800"/>
              <a:chExt cx="430200" cy="328320"/>
            </a:xfrm>
          </p:grpSpPr>
          <p:sp>
            <p:nvSpPr>
              <p:cNvPr id="8767" name="Rectangle 1056"/>
              <p:cNvSpPr/>
              <p:nvPr/>
            </p:nvSpPr>
            <p:spPr>
              <a:xfrm>
                <a:off x="7346880" y="4996800"/>
                <a:ext cx="425160" cy="32832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768" name="Straight Connector 1057"/>
              <p:cNvCxnSpPr/>
              <p:nvPr/>
            </p:nvCxnSpPr>
            <p:spPr>
              <a:xfrm>
                <a:off x="7341840" y="5088600"/>
                <a:ext cx="425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69" name="Straight Connector 1058"/>
              <p:cNvCxnSpPr/>
              <p:nvPr/>
            </p:nvCxnSpPr>
            <p:spPr>
              <a:xfrm>
                <a:off x="7341840" y="5152320"/>
                <a:ext cx="425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70" name="Straight Connector 1059"/>
              <p:cNvCxnSpPr/>
              <p:nvPr/>
            </p:nvCxnSpPr>
            <p:spPr>
              <a:xfrm flipH="1" flipV="1">
                <a:off x="7557840" y="5088600"/>
                <a:ext cx="1800" cy="23688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  <p:grpSp>
          <p:nvGrpSpPr>
            <p:cNvPr id="8771" name="Group 636"/>
            <p:cNvGrpSpPr/>
            <p:nvPr/>
          </p:nvGrpSpPr>
          <p:grpSpPr>
            <a:xfrm>
              <a:off x="8332560" y="4990320"/>
              <a:ext cx="429840" cy="328680"/>
              <a:chOff x="8332560" y="4990320"/>
              <a:chExt cx="429840" cy="328680"/>
            </a:xfrm>
          </p:grpSpPr>
          <p:sp>
            <p:nvSpPr>
              <p:cNvPr id="8772" name="Rectangle 1052"/>
              <p:cNvSpPr/>
              <p:nvPr/>
            </p:nvSpPr>
            <p:spPr>
              <a:xfrm>
                <a:off x="8337240" y="4990320"/>
                <a:ext cx="425160" cy="32832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773" name="Straight Connector 1053"/>
              <p:cNvCxnSpPr/>
              <p:nvPr/>
            </p:nvCxnSpPr>
            <p:spPr>
              <a:xfrm>
                <a:off x="8332560" y="5082480"/>
                <a:ext cx="425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74" name="Straight Connector 1054"/>
              <p:cNvCxnSpPr/>
              <p:nvPr/>
            </p:nvCxnSpPr>
            <p:spPr>
              <a:xfrm>
                <a:off x="8332560" y="5144400"/>
                <a:ext cx="4258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75" name="Straight Connector 1055"/>
              <p:cNvCxnSpPr/>
              <p:nvPr/>
            </p:nvCxnSpPr>
            <p:spPr>
              <a:xfrm flipH="1" flipV="1">
                <a:off x="8548200" y="5082480"/>
                <a:ext cx="2160" cy="23688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  <p:grpSp>
          <p:nvGrpSpPr>
            <p:cNvPr id="8776" name="Group 554"/>
            <p:cNvGrpSpPr/>
            <p:nvPr/>
          </p:nvGrpSpPr>
          <p:grpSpPr>
            <a:xfrm>
              <a:off x="3806640" y="4636440"/>
              <a:ext cx="674280" cy="519120"/>
              <a:chOff x="3806640" y="4636440"/>
              <a:chExt cx="674280" cy="519120"/>
            </a:xfrm>
          </p:grpSpPr>
          <p:sp>
            <p:nvSpPr>
              <p:cNvPr id="8777" name="Rectangle 1048"/>
              <p:cNvSpPr/>
              <p:nvPr/>
            </p:nvSpPr>
            <p:spPr>
              <a:xfrm>
                <a:off x="3813120" y="4636440"/>
                <a:ext cx="667800" cy="518760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8778" name="Straight Connector 1049"/>
              <p:cNvCxnSpPr/>
              <p:nvPr/>
            </p:nvCxnSpPr>
            <p:spPr>
              <a:xfrm>
                <a:off x="3806640" y="4780800"/>
                <a:ext cx="6670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79" name="Straight Connector 1050"/>
              <p:cNvCxnSpPr/>
              <p:nvPr/>
            </p:nvCxnSpPr>
            <p:spPr>
              <a:xfrm>
                <a:off x="3806640" y="4882320"/>
                <a:ext cx="667080" cy="36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  <p:cxnSp>
            <p:nvCxnSpPr>
              <p:cNvPr id="8780" name="Straight Connector 1051"/>
              <p:cNvCxnSpPr/>
              <p:nvPr/>
            </p:nvCxnSpPr>
            <p:spPr>
              <a:xfrm flipH="1" flipV="1">
                <a:off x="4144680" y="4780800"/>
                <a:ext cx="1800" cy="375120"/>
              </a:xfrm>
              <a:prstGeom prst="straightConnector1">
                <a:avLst/>
              </a:prstGeom>
              <a:ln w="3175">
                <a:solidFill>
                  <a:srgbClr val="CC0000"/>
                </a:solidFill>
                <a:round/>
              </a:ln>
            </p:spPr>
          </p:cxnSp>
        </p:grpSp>
      </p:grpSp>
      <p:grpSp>
        <p:nvGrpSpPr>
          <p:cNvPr id="8781" name="Group 347"/>
          <p:cNvGrpSpPr/>
          <p:nvPr/>
        </p:nvGrpSpPr>
        <p:grpSpPr>
          <a:xfrm>
            <a:off x="7605720" y="5890320"/>
            <a:ext cx="588600" cy="242640"/>
            <a:chOff x="7605720" y="5890320"/>
            <a:chExt cx="588600" cy="242640"/>
          </a:xfrm>
        </p:grpSpPr>
        <p:sp>
          <p:nvSpPr>
            <p:cNvPr id="8782" name="Oval 1069"/>
            <p:cNvSpPr/>
            <p:nvPr/>
          </p:nvSpPr>
          <p:spPr>
            <a:xfrm flipV="1">
              <a:off x="7607160" y="5955120"/>
              <a:ext cx="587160" cy="17748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83" name="Rectangle 1070"/>
            <p:cNvSpPr/>
            <p:nvPr/>
          </p:nvSpPr>
          <p:spPr>
            <a:xfrm>
              <a:off x="7605720" y="5981040"/>
              <a:ext cx="588600" cy="648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84" name="Oval 1071"/>
            <p:cNvSpPr/>
            <p:nvPr/>
          </p:nvSpPr>
          <p:spPr>
            <a:xfrm flipV="1">
              <a:off x="7605720" y="5889960"/>
              <a:ext cx="587160" cy="17748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85" name="Freeform 1072"/>
            <p:cNvSpPr/>
            <p:nvPr/>
          </p:nvSpPr>
          <p:spPr>
            <a:xfrm>
              <a:off x="7756200" y="5944680"/>
              <a:ext cx="285480" cy="885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88560"/>
                <a:gd name="textAreaBottom" fmla="*/ 88920 h 8856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3920" rIns="90000" bIns="439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86" name="Freeform 1073"/>
            <p:cNvSpPr/>
            <p:nvPr/>
          </p:nvSpPr>
          <p:spPr>
            <a:xfrm>
              <a:off x="7726320" y="5922360"/>
              <a:ext cx="345600" cy="6156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61560"/>
                <a:gd name="textAreaBottom" fmla="*/ 61920 h 61560"/>
                <a:gd name="GluePoint1X" fmla="*/ 0 w 3723451"/>
                <a:gd name="GluePoint1Y" fmla="*/ 27306 h 932950"/>
                <a:gd name="GluePoint2X" fmla="*/ 116665 w 3723451"/>
                <a:gd name="GluePoint2Y" fmla="*/ 322 h 932950"/>
                <a:gd name="GluePoint3X" fmla="*/ 330457 w 3723451"/>
                <a:gd name="GluePoint3Y" fmla="*/ 62277 h 932950"/>
                <a:gd name="GluePoint4X" fmla="*/ 534418 w 3723451"/>
                <a:gd name="GluePoint4Y" fmla="*/ 0 h 932950"/>
                <a:gd name="GluePoint5X" fmla="*/ 663033 w 3723451"/>
                <a:gd name="GluePoint5Y" fmla="*/ 24782 h 932950"/>
                <a:gd name="GluePoint6X" fmla="*/ 567343 w 3723451"/>
                <a:gd name="GluePoint6Y" fmla="*/ 55256 h 932950"/>
                <a:gd name="GluePoint7X" fmla="*/ 536535 w 3723451"/>
                <a:gd name="GluePoint7Y" fmla="*/ 47040 h 932950"/>
                <a:gd name="GluePoint8X" fmla="*/ 334214 w 3723451"/>
                <a:gd name="GluePoint8Y" fmla="*/ 111612 h 932950"/>
                <a:gd name="GluePoint9X" fmla="*/ 126717 w 3723451"/>
                <a:gd name="GluePoint9Y" fmla="*/ 49415 h 932950"/>
                <a:gd name="GluePoint10X" fmla="*/ 93168 w 3723451"/>
                <a:gd name="GluePoint10Y" fmla="*/ 56128 h 932950"/>
                <a:gd name="GluePoint11X" fmla="*/ 0 w 3723451"/>
                <a:gd name="GluePoint11Y" fmla="*/ 27306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7" name="Freeform 1074"/>
            <p:cNvSpPr/>
            <p:nvPr/>
          </p:nvSpPr>
          <p:spPr>
            <a:xfrm>
              <a:off x="7953120" y="5974560"/>
              <a:ext cx="126720" cy="5364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53640"/>
                <a:gd name="textAreaBottom" fmla="*/ 54000 h 53640"/>
                <a:gd name="GluePoint1X" fmla="*/ 0 w 1366596"/>
                <a:gd name="GluePoint1Y" fmla="*/ 0 h 809868"/>
                <a:gd name="GluePoint2X" fmla="*/ 243315 w 1366596"/>
                <a:gd name="GluePoint2Y" fmla="*/ 75188 h 809868"/>
                <a:gd name="GluePoint3X" fmla="*/ 154017 w 1366596"/>
                <a:gd name="GluePoint3Y" fmla="*/ 97302 h 809868"/>
                <a:gd name="GluePoint4X" fmla="*/ 819 w 1366596"/>
                <a:gd name="GluePoint4Y" fmla="*/ 51415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8" name="Freeform 1075"/>
            <p:cNvSpPr/>
            <p:nvPr/>
          </p:nvSpPr>
          <p:spPr>
            <a:xfrm>
              <a:off x="7719840" y="5976360"/>
              <a:ext cx="124920" cy="536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53640"/>
                <a:gd name="textAreaBottom" fmla="*/ 54000 h 53640"/>
                <a:gd name="GluePoint1X" fmla="*/ 236992 w 1348191"/>
                <a:gd name="GluePoint1Y" fmla="*/ 0 h 791462"/>
                <a:gd name="GluePoint2X" fmla="*/ 240272 w 1348191"/>
                <a:gd name="GluePoint2Y" fmla="*/ 46954 h 791462"/>
                <a:gd name="GluePoint3X" fmla="*/ 86924 w 1348191"/>
                <a:gd name="GluePoint3Y" fmla="*/ 97302 h 791462"/>
                <a:gd name="GluePoint4X" fmla="*/ 0 w 1348191"/>
                <a:gd name="GluePoint4Y" fmla="*/ 75239 h 791462"/>
                <a:gd name="GluePoint5X" fmla="*/ 236992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789" name="Straight Connector 1076"/>
            <p:cNvCxnSpPr>
              <a:endCxn id="8784" idx="2"/>
            </p:cNvCxnSpPr>
            <p:nvPr/>
          </p:nvCxnSpPr>
          <p:spPr>
            <a:xfrm flipH="1" flipV="1">
              <a:off x="7606080" y="5979600"/>
              <a:ext cx="108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790" name="Straight Connector 1077"/>
            <p:cNvCxnSpPr/>
            <p:nvPr/>
          </p:nvCxnSpPr>
          <p:spPr>
            <a:xfrm flipH="1" flipV="1">
              <a:off x="8192880" y="5977800"/>
              <a:ext cx="180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8791" name="Group 347"/>
          <p:cNvGrpSpPr/>
          <p:nvPr/>
        </p:nvGrpSpPr>
        <p:grpSpPr>
          <a:xfrm>
            <a:off x="6124320" y="5748840"/>
            <a:ext cx="588960" cy="242640"/>
            <a:chOff x="6124320" y="5748840"/>
            <a:chExt cx="588960" cy="242640"/>
          </a:xfrm>
        </p:grpSpPr>
        <p:sp>
          <p:nvSpPr>
            <p:cNvPr id="8792" name="Oval 1079"/>
            <p:cNvSpPr/>
            <p:nvPr/>
          </p:nvSpPr>
          <p:spPr>
            <a:xfrm flipV="1">
              <a:off x="6126120" y="5813640"/>
              <a:ext cx="587160" cy="17748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93" name="Rectangle 1080"/>
            <p:cNvSpPr/>
            <p:nvPr/>
          </p:nvSpPr>
          <p:spPr>
            <a:xfrm>
              <a:off x="6124320" y="5839920"/>
              <a:ext cx="588600" cy="648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94" name="Oval 1081"/>
            <p:cNvSpPr/>
            <p:nvPr/>
          </p:nvSpPr>
          <p:spPr>
            <a:xfrm flipV="1">
              <a:off x="6124320" y="5748480"/>
              <a:ext cx="587160" cy="17748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95" name="Freeform 1082"/>
            <p:cNvSpPr/>
            <p:nvPr/>
          </p:nvSpPr>
          <p:spPr>
            <a:xfrm>
              <a:off x="6275160" y="5803200"/>
              <a:ext cx="285480" cy="885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88560"/>
                <a:gd name="textAreaBottom" fmla="*/ 88920 h 8856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3920" rIns="90000" bIns="439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796" name="Freeform 1083"/>
            <p:cNvSpPr/>
            <p:nvPr/>
          </p:nvSpPr>
          <p:spPr>
            <a:xfrm>
              <a:off x="6244920" y="5780880"/>
              <a:ext cx="345600" cy="6156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61560"/>
                <a:gd name="textAreaBottom" fmla="*/ 61920 h 61560"/>
                <a:gd name="GluePoint1X" fmla="*/ 0 w 3723451"/>
                <a:gd name="GluePoint1Y" fmla="*/ 27306 h 932950"/>
                <a:gd name="GluePoint2X" fmla="*/ 116665 w 3723451"/>
                <a:gd name="GluePoint2Y" fmla="*/ 322 h 932950"/>
                <a:gd name="GluePoint3X" fmla="*/ 330456 w 3723451"/>
                <a:gd name="GluePoint3Y" fmla="*/ 62276 h 932950"/>
                <a:gd name="GluePoint4X" fmla="*/ 534416 w 3723451"/>
                <a:gd name="GluePoint4Y" fmla="*/ 0 h 932950"/>
                <a:gd name="GluePoint5X" fmla="*/ 663031 w 3723451"/>
                <a:gd name="GluePoint5Y" fmla="*/ 24782 h 932950"/>
                <a:gd name="GluePoint6X" fmla="*/ 567342 w 3723451"/>
                <a:gd name="GluePoint6Y" fmla="*/ 55255 h 932950"/>
                <a:gd name="GluePoint7X" fmla="*/ 536534 w 3723451"/>
                <a:gd name="GluePoint7Y" fmla="*/ 47039 h 932950"/>
                <a:gd name="GluePoint8X" fmla="*/ 334213 w 3723451"/>
                <a:gd name="GluePoint8Y" fmla="*/ 111611 h 932950"/>
                <a:gd name="GluePoint9X" fmla="*/ 126716 w 3723451"/>
                <a:gd name="GluePoint9Y" fmla="*/ 49415 h 932950"/>
                <a:gd name="GluePoint10X" fmla="*/ 93168 w 3723451"/>
                <a:gd name="GluePoint10Y" fmla="*/ 56127 h 932950"/>
                <a:gd name="GluePoint11X" fmla="*/ 0 w 3723451"/>
                <a:gd name="GluePoint11Y" fmla="*/ 27306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7" name="Freeform 1084"/>
            <p:cNvSpPr/>
            <p:nvPr/>
          </p:nvSpPr>
          <p:spPr>
            <a:xfrm>
              <a:off x="6472080" y="5833440"/>
              <a:ext cx="126720" cy="5364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53640"/>
                <a:gd name="textAreaBottom" fmla="*/ 54000 h 53640"/>
                <a:gd name="GluePoint1X" fmla="*/ 0 w 1366596"/>
                <a:gd name="GluePoint1Y" fmla="*/ 0 h 809868"/>
                <a:gd name="GluePoint2X" fmla="*/ 243314 w 1366596"/>
                <a:gd name="GluePoint2Y" fmla="*/ 75189 h 809868"/>
                <a:gd name="GluePoint3X" fmla="*/ 154017 w 1366596"/>
                <a:gd name="GluePoint3Y" fmla="*/ 97303 h 809868"/>
                <a:gd name="GluePoint4X" fmla="*/ 819 w 1366596"/>
                <a:gd name="GluePoint4Y" fmla="*/ 5141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8" name="Freeform 1085"/>
            <p:cNvSpPr/>
            <p:nvPr/>
          </p:nvSpPr>
          <p:spPr>
            <a:xfrm>
              <a:off x="6238800" y="5834880"/>
              <a:ext cx="124920" cy="536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53640"/>
                <a:gd name="textAreaBottom" fmla="*/ 54000 h 53640"/>
                <a:gd name="GluePoint1X" fmla="*/ 236994 w 1348191"/>
                <a:gd name="GluePoint1Y" fmla="*/ 0 h 791462"/>
                <a:gd name="GluePoint2X" fmla="*/ 240274 w 1348191"/>
                <a:gd name="GluePoint2Y" fmla="*/ 46954 h 791462"/>
                <a:gd name="GluePoint3X" fmla="*/ 86925 w 1348191"/>
                <a:gd name="GluePoint3Y" fmla="*/ 97303 h 791462"/>
                <a:gd name="GluePoint4X" fmla="*/ 0 w 1348191"/>
                <a:gd name="GluePoint4Y" fmla="*/ 75240 h 791462"/>
                <a:gd name="GluePoint5X" fmla="*/ 236994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799" name="Straight Connector 1086"/>
            <p:cNvCxnSpPr>
              <a:endCxn id="8794" idx="2"/>
            </p:cNvCxnSpPr>
            <p:nvPr/>
          </p:nvCxnSpPr>
          <p:spPr>
            <a:xfrm flipH="1" flipV="1">
              <a:off x="6124680" y="5838120"/>
              <a:ext cx="144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800" name="Straight Connector 1087"/>
            <p:cNvCxnSpPr/>
            <p:nvPr/>
          </p:nvCxnSpPr>
          <p:spPr>
            <a:xfrm flipH="1" flipV="1">
              <a:off x="6711480" y="5836320"/>
              <a:ext cx="2160" cy="6876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8801" name="Group 347"/>
          <p:cNvGrpSpPr/>
          <p:nvPr/>
        </p:nvGrpSpPr>
        <p:grpSpPr>
          <a:xfrm>
            <a:off x="6916680" y="6209280"/>
            <a:ext cx="588600" cy="242640"/>
            <a:chOff x="6916680" y="6209280"/>
            <a:chExt cx="588600" cy="242640"/>
          </a:xfrm>
        </p:grpSpPr>
        <p:sp>
          <p:nvSpPr>
            <p:cNvPr id="8802" name="Oval 1089"/>
            <p:cNvSpPr/>
            <p:nvPr/>
          </p:nvSpPr>
          <p:spPr>
            <a:xfrm flipV="1">
              <a:off x="6918120" y="6274080"/>
              <a:ext cx="587160" cy="17748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03" name="Rectangle 1090"/>
            <p:cNvSpPr/>
            <p:nvPr/>
          </p:nvSpPr>
          <p:spPr>
            <a:xfrm>
              <a:off x="6916680" y="6300000"/>
              <a:ext cx="588600" cy="648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04" name="Oval 1091"/>
            <p:cNvSpPr/>
            <p:nvPr/>
          </p:nvSpPr>
          <p:spPr>
            <a:xfrm flipV="1">
              <a:off x="6916680" y="6208920"/>
              <a:ext cx="587160" cy="17748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05" name="Freeform 1092"/>
            <p:cNvSpPr/>
            <p:nvPr/>
          </p:nvSpPr>
          <p:spPr>
            <a:xfrm>
              <a:off x="7067520" y="6263640"/>
              <a:ext cx="285480" cy="885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88560"/>
                <a:gd name="textAreaBottom" fmla="*/ 88920 h 8856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3920" rIns="90000" bIns="439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06" name="Freeform 1093"/>
            <p:cNvSpPr/>
            <p:nvPr/>
          </p:nvSpPr>
          <p:spPr>
            <a:xfrm>
              <a:off x="7037280" y="6241320"/>
              <a:ext cx="345600" cy="6156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61560"/>
                <a:gd name="textAreaBottom" fmla="*/ 61920 h 61560"/>
                <a:gd name="GluePoint1X" fmla="*/ 0 w 3723451"/>
                <a:gd name="GluePoint1Y" fmla="*/ 27306 h 932950"/>
                <a:gd name="GluePoint2X" fmla="*/ 116665 w 3723451"/>
                <a:gd name="GluePoint2Y" fmla="*/ 322 h 932950"/>
                <a:gd name="GluePoint3X" fmla="*/ 330457 w 3723451"/>
                <a:gd name="GluePoint3Y" fmla="*/ 62276 h 932950"/>
                <a:gd name="GluePoint4X" fmla="*/ 534418 w 3723451"/>
                <a:gd name="GluePoint4Y" fmla="*/ 0 h 932950"/>
                <a:gd name="GluePoint5X" fmla="*/ 663033 w 3723451"/>
                <a:gd name="GluePoint5Y" fmla="*/ 24782 h 932950"/>
                <a:gd name="GluePoint6X" fmla="*/ 567343 w 3723451"/>
                <a:gd name="GluePoint6Y" fmla="*/ 55255 h 932950"/>
                <a:gd name="GluePoint7X" fmla="*/ 536535 w 3723451"/>
                <a:gd name="GluePoint7Y" fmla="*/ 47039 h 932950"/>
                <a:gd name="GluePoint8X" fmla="*/ 334214 w 3723451"/>
                <a:gd name="GluePoint8Y" fmla="*/ 111611 h 932950"/>
                <a:gd name="GluePoint9X" fmla="*/ 126717 w 3723451"/>
                <a:gd name="GluePoint9Y" fmla="*/ 49415 h 932950"/>
                <a:gd name="GluePoint10X" fmla="*/ 93168 w 3723451"/>
                <a:gd name="GluePoint10Y" fmla="*/ 56127 h 932950"/>
                <a:gd name="GluePoint11X" fmla="*/ 0 w 3723451"/>
                <a:gd name="GluePoint11Y" fmla="*/ 27306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7" name="Freeform 1094"/>
            <p:cNvSpPr/>
            <p:nvPr/>
          </p:nvSpPr>
          <p:spPr>
            <a:xfrm>
              <a:off x="7264080" y="6293880"/>
              <a:ext cx="126720" cy="5364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53640"/>
                <a:gd name="textAreaBottom" fmla="*/ 54000 h 53640"/>
                <a:gd name="GluePoint1X" fmla="*/ 0 w 1366596"/>
                <a:gd name="GluePoint1Y" fmla="*/ 0 h 809868"/>
                <a:gd name="GluePoint2X" fmla="*/ 243315 w 1366596"/>
                <a:gd name="GluePoint2Y" fmla="*/ 75189 h 809868"/>
                <a:gd name="GluePoint3X" fmla="*/ 154017 w 1366596"/>
                <a:gd name="GluePoint3Y" fmla="*/ 97303 h 809868"/>
                <a:gd name="GluePoint4X" fmla="*/ 819 w 1366596"/>
                <a:gd name="GluePoint4Y" fmla="*/ 5141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8" name="Freeform 1095"/>
            <p:cNvSpPr/>
            <p:nvPr/>
          </p:nvSpPr>
          <p:spPr>
            <a:xfrm>
              <a:off x="7030800" y="6295320"/>
              <a:ext cx="124920" cy="536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53640"/>
                <a:gd name="textAreaBottom" fmla="*/ 54000 h 53640"/>
                <a:gd name="GluePoint1X" fmla="*/ 236992 w 1348191"/>
                <a:gd name="GluePoint1Y" fmla="*/ 0 h 791462"/>
                <a:gd name="GluePoint2X" fmla="*/ 240272 w 1348191"/>
                <a:gd name="GluePoint2Y" fmla="*/ 46954 h 791462"/>
                <a:gd name="GluePoint3X" fmla="*/ 86924 w 1348191"/>
                <a:gd name="GluePoint3Y" fmla="*/ 97303 h 791462"/>
                <a:gd name="GluePoint4X" fmla="*/ 0 w 1348191"/>
                <a:gd name="GluePoint4Y" fmla="*/ 75240 h 791462"/>
                <a:gd name="GluePoint5X" fmla="*/ 236992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809" name="Straight Connector 1096"/>
            <p:cNvCxnSpPr>
              <a:endCxn id="8804" idx="2"/>
            </p:cNvCxnSpPr>
            <p:nvPr/>
          </p:nvCxnSpPr>
          <p:spPr>
            <a:xfrm flipH="1" flipV="1">
              <a:off x="6917040" y="6298560"/>
              <a:ext cx="144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810" name="Straight Connector 1097"/>
            <p:cNvCxnSpPr/>
            <p:nvPr/>
          </p:nvCxnSpPr>
          <p:spPr>
            <a:xfrm flipH="1" flipV="1">
              <a:off x="7503840" y="6296760"/>
              <a:ext cx="1800" cy="6876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8811" name="Group 347"/>
          <p:cNvGrpSpPr/>
          <p:nvPr/>
        </p:nvGrpSpPr>
        <p:grpSpPr>
          <a:xfrm>
            <a:off x="5452920" y="6301440"/>
            <a:ext cx="588960" cy="242640"/>
            <a:chOff x="5452920" y="6301440"/>
            <a:chExt cx="588960" cy="242640"/>
          </a:xfrm>
        </p:grpSpPr>
        <p:sp>
          <p:nvSpPr>
            <p:cNvPr id="8812" name="Oval 1099"/>
            <p:cNvSpPr/>
            <p:nvPr/>
          </p:nvSpPr>
          <p:spPr>
            <a:xfrm flipV="1">
              <a:off x="5454360" y="6366240"/>
              <a:ext cx="587160" cy="177480"/>
            </a:xfrm>
            <a:prstGeom prst="ellipse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/>
            </a:gra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13" name="Rectangle 1100"/>
            <p:cNvSpPr/>
            <p:nvPr/>
          </p:nvSpPr>
          <p:spPr>
            <a:xfrm>
              <a:off x="5452920" y="6392160"/>
              <a:ext cx="588600" cy="64800"/>
            </a:xfrm>
            <a:prstGeom prst="rect">
              <a:avLst/>
            </a:prstGeom>
            <a:gradFill rotWithShape="0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10800000"/>
            </a:gra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0160" rIns="90000" bIns="201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14" name="Oval 1101"/>
            <p:cNvSpPr/>
            <p:nvPr/>
          </p:nvSpPr>
          <p:spPr>
            <a:xfrm flipV="1">
              <a:off x="5452920" y="6301080"/>
              <a:ext cx="587160" cy="17748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</a:ln>
            <a:effectLst>
              <a:outerShdw blurRad="39960" dir="5400000" dist="23040" rotWithShape="0">
                <a:srgbClr val="80808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15" name="Freeform 1102"/>
            <p:cNvSpPr/>
            <p:nvPr/>
          </p:nvSpPr>
          <p:spPr>
            <a:xfrm>
              <a:off x="5603760" y="6355800"/>
              <a:ext cx="285480" cy="885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88560"/>
                <a:gd name="textAreaBottom" fmla="*/ 88920 h 88560"/>
                <a:gd name="GluePoint1X" fmla="*/ 1537780 w 3076069"/>
                <a:gd name="GluePoint1Y" fmla="*/ 750825 h 1321259"/>
                <a:gd name="GluePoint2X" fmla="*/ 313981 w 3076069"/>
                <a:gd name="GluePoint2Y" fmla="*/ 1321259 h 1321259"/>
                <a:gd name="GluePoint3X" fmla="*/ 0 w 3076069"/>
                <a:gd name="GluePoint3Y" fmla="*/ 1228607 h 1321259"/>
                <a:gd name="GluePoint4X" fmla="*/ 962613 w 3076069"/>
                <a:gd name="GluePoint4Y" fmla="*/ 837478 h 1321259"/>
                <a:gd name="GluePoint5X" fmla="*/ 935005 w 3076069"/>
                <a:gd name="GluePoint5Y" fmla="*/ 450949 h 1321259"/>
                <a:gd name="GluePoint6X" fmla="*/ 212596 w 3076069"/>
                <a:gd name="GluePoint6Y" fmla="*/ 119640 h 1321259"/>
                <a:gd name="GluePoint7X" fmla="*/ 456466 w 3076069"/>
                <a:gd name="GluePoint7Y" fmla="*/ 50617 h 1321259"/>
                <a:gd name="GluePoint8X" fmla="*/ 1528577 w 3076069"/>
                <a:gd name="GluePoint8Y" fmla="*/ 501566 h 1321259"/>
                <a:gd name="GluePoint9X" fmla="*/ 2623695 w 3076069"/>
                <a:gd name="GluePoint9Y" fmla="*/ 0 h 1321259"/>
                <a:gd name="GluePoint10X" fmla="*/ 2927383 w 3076069"/>
                <a:gd name="GluePoint10Y" fmla="*/ 96632 h 1321259"/>
                <a:gd name="GluePoint11X" fmla="*/ 2131352 w 3076069"/>
                <a:gd name="GluePoint11Y" fmla="*/ 432543 h 1321259"/>
                <a:gd name="GluePoint12X" fmla="*/ 2292399 w 3076069"/>
                <a:gd name="GluePoint12Y" fmla="*/ 920305 h 1321259"/>
                <a:gd name="GluePoint13X" fmla="*/ 3076069 w 3076069"/>
                <a:gd name="GluePoint13Y" fmla="*/ 1228607 h 1321259"/>
                <a:gd name="GluePoint14X" fmla="*/ 2808172 w 3076069"/>
                <a:gd name="GluePoint14Y" fmla="*/ 1316375 h 1321259"/>
                <a:gd name="GluePoint15X" fmla="*/ 1537780 w 3076069"/>
                <a:gd name="GluePoint15Y" fmla="*/ 750825 h 1321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585E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3920" rIns="90000" bIns="439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16" name="Freeform 1103"/>
            <p:cNvSpPr/>
            <p:nvPr/>
          </p:nvSpPr>
          <p:spPr>
            <a:xfrm>
              <a:off x="5573520" y="6333480"/>
              <a:ext cx="345600" cy="6156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61560"/>
                <a:gd name="textAreaBottom" fmla="*/ 61920 h 61560"/>
                <a:gd name="GluePoint1X" fmla="*/ 0 w 3723451"/>
                <a:gd name="GluePoint1Y" fmla="*/ 27306 h 932950"/>
                <a:gd name="GluePoint2X" fmla="*/ 116665 w 3723451"/>
                <a:gd name="GluePoint2Y" fmla="*/ 322 h 932950"/>
                <a:gd name="GluePoint3X" fmla="*/ 330457 w 3723451"/>
                <a:gd name="GluePoint3Y" fmla="*/ 62276 h 932950"/>
                <a:gd name="GluePoint4X" fmla="*/ 534418 w 3723451"/>
                <a:gd name="GluePoint4Y" fmla="*/ 0 h 932950"/>
                <a:gd name="GluePoint5X" fmla="*/ 663033 w 3723451"/>
                <a:gd name="GluePoint5Y" fmla="*/ 24782 h 932950"/>
                <a:gd name="GluePoint6X" fmla="*/ 567343 w 3723451"/>
                <a:gd name="GluePoint6Y" fmla="*/ 55255 h 932950"/>
                <a:gd name="GluePoint7X" fmla="*/ 536535 w 3723451"/>
                <a:gd name="GluePoint7Y" fmla="*/ 47039 h 932950"/>
                <a:gd name="GluePoint8X" fmla="*/ 334214 w 3723451"/>
                <a:gd name="GluePoint8Y" fmla="*/ 111611 h 932950"/>
                <a:gd name="GluePoint9X" fmla="*/ 126717 w 3723451"/>
                <a:gd name="GluePoint9Y" fmla="*/ 49415 h 932950"/>
                <a:gd name="GluePoint10X" fmla="*/ 93168 w 3723451"/>
                <a:gd name="GluePoint10Y" fmla="*/ 56127 h 932950"/>
                <a:gd name="GluePoint11X" fmla="*/ 0 w 3723451"/>
                <a:gd name="GluePoint11Y" fmla="*/ 27306 h 9329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16920" rIns="90000" bIns="169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7" name="Freeform 1104"/>
            <p:cNvSpPr/>
            <p:nvPr/>
          </p:nvSpPr>
          <p:spPr>
            <a:xfrm>
              <a:off x="5800680" y="6386040"/>
              <a:ext cx="126720" cy="5364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53640"/>
                <a:gd name="textAreaBottom" fmla="*/ 54000 h 53640"/>
                <a:gd name="GluePoint1X" fmla="*/ 0 w 1366596"/>
                <a:gd name="GluePoint1Y" fmla="*/ 0 h 809868"/>
                <a:gd name="GluePoint2X" fmla="*/ 243315 w 1366596"/>
                <a:gd name="GluePoint2Y" fmla="*/ 75189 h 809868"/>
                <a:gd name="GluePoint3X" fmla="*/ 154017 w 1366596"/>
                <a:gd name="GluePoint3Y" fmla="*/ 97303 h 809868"/>
                <a:gd name="GluePoint4X" fmla="*/ 819 w 1366596"/>
                <a:gd name="GluePoint4Y" fmla="*/ 51416 h 809868"/>
                <a:gd name="GluePoint5X" fmla="*/ 0 w 1366596"/>
                <a:gd name="GluePoint5Y" fmla="*/ 0 h 8098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8" name="Freeform 1105"/>
            <p:cNvSpPr/>
            <p:nvPr/>
          </p:nvSpPr>
          <p:spPr>
            <a:xfrm>
              <a:off x="5567040" y="6387480"/>
              <a:ext cx="124920" cy="536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53640"/>
                <a:gd name="textAreaBottom" fmla="*/ 54000 h 53640"/>
                <a:gd name="GluePoint1X" fmla="*/ 236992 w 1348191"/>
                <a:gd name="GluePoint1Y" fmla="*/ 0 h 791462"/>
                <a:gd name="GluePoint2X" fmla="*/ 240272 w 1348191"/>
                <a:gd name="GluePoint2Y" fmla="*/ 46954 h 791462"/>
                <a:gd name="GluePoint3X" fmla="*/ 86924 w 1348191"/>
                <a:gd name="GluePoint3Y" fmla="*/ 97303 h 791462"/>
                <a:gd name="GluePoint4X" fmla="*/ 0 w 1348191"/>
                <a:gd name="GluePoint4Y" fmla="*/ 75240 h 791462"/>
                <a:gd name="GluePoint5X" fmla="*/ 236992 w 1348191"/>
                <a:gd name="GluePoint5Y" fmla="*/ 0 h 79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 w="0"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9000" rIns="90000" bIns="9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819" name="Straight Connector 1106"/>
            <p:cNvCxnSpPr>
              <a:endCxn id="8814" idx="2"/>
            </p:cNvCxnSpPr>
            <p:nvPr/>
          </p:nvCxnSpPr>
          <p:spPr>
            <a:xfrm flipH="1" flipV="1">
              <a:off x="5453280" y="6390720"/>
              <a:ext cx="1440" cy="6840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  <p:cxnSp>
          <p:nvCxnSpPr>
            <p:cNvPr id="8820" name="Straight Connector 1107"/>
            <p:cNvCxnSpPr/>
            <p:nvPr/>
          </p:nvCxnSpPr>
          <p:spPr>
            <a:xfrm flipH="1" flipV="1">
              <a:off x="6040080" y="6388920"/>
              <a:ext cx="2160" cy="68760"/>
            </a:xfrm>
            <a:prstGeom prst="straightConnector1">
              <a:avLst/>
            </a:prstGeom>
            <a:ln w="6350">
              <a:solidFill>
                <a:srgbClr val="000000"/>
              </a:solidFill>
              <a:round/>
            </a:ln>
          </p:spPr>
        </p:cxnSp>
      </p:grpSp>
      <p:grpSp>
        <p:nvGrpSpPr>
          <p:cNvPr id="8821" name="Group 11"/>
          <p:cNvGrpSpPr/>
          <p:nvPr/>
        </p:nvGrpSpPr>
        <p:grpSpPr>
          <a:xfrm>
            <a:off x="4494240" y="2167920"/>
            <a:ext cx="3598200" cy="493200"/>
            <a:chOff x="4494240" y="2167920"/>
            <a:chExt cx="3598200" cy="493200"/>
          </a:xfrm>
        </p:grpSpPr>
        <p:sp>
          <p:nvSpPr>
            <p:cNvPr id="8822" name="Oval 1134"/>
            <p:cNvSpPr/>
            <p:nvPr/>
          </p:nvSpPr>
          <p:spPr>
            <a:xfrm>
              <a:off x="4511520" y="2167920"/>
              <a:ext cx="3580920" cy="491760"/>
            </a:xfrm>
            <a:prstGeom prst="ellipse">
              <a:avLst/>
            </a:prstGeom>
            <a:solidFill>
              <a:srgbClr val="FFFFFF">
                <a:alpha val="42000"/>
              </a:srgbClr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23" name="Oval 1135"/>
            <p:cNvSpPr/>
            <p:nvPr/>
          </p:nvSpPr>
          <p:spPr>
            <a:xfrm>
              <a:off x="4494240" y="2169360"/>
              <a:ext cx="3580920" cy="491760"/>
            </a:xfrm>
            <a:prstGeom prst="ellipse">
              <a:avLst/>
            </a:prstGeom>
            <a:solidFill>
              <a:srgbClr val="CC0000">
                <a:alpha val="42000"/>
              </a:srgbClr>
            </a:solidFill>
            <a:ln w="317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8824" name="TextBox 389"/>
            <p:cNvSpPr/>
            <p:nvPr/>
          </p:nvSpPr>
          <p:spPr>
            <a:xfrm>
              <a:off x="5252760" y="2283480"/>
              <a:ext cx="2036160" cy="27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74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ＭＳ Ｐゴシック"/>
                </a:rPr>
                <a:t>Remote Controller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25" name="Group 2"/>
          <p:cNvGrpSpPr/>
          <p:nvPr/>
        </p:nvGrpSpPr>
        <p:grpSpPr>
          <a:xfrm>
            <a:off x="3674880" y="4177800"/>
            <a:ext cx="5095800" cy="813960"/>
            <a:chOff x="3674880" y="4177800"/>
            <a:chExt cx="5095800" cy="813960"/>
          </a:xfrm>
        </p:grpSpPr>
        <p:grpSp>
          <p:nvGrpSpPr>
            <p:cNvPr id="8826" name="Group 441"/>
            <p:cNvGrpSpPr/>
            <p:nvPr/>
          </p:nvGrpSpPr>
          <p:grpSpPr>
            <a:xfrm>
              <a:off x="3674880" y="4177800"/>
              <a:ext cx="923400" cy="405720"/>
              <a:chOff x="3674880" y="4177800"/>
              <a:chExt cx="923400" cy="405720"/>
            </a:xfrm>
          </p:grpSpPr>
          <p:sp>
            <p:nvSpPr>
              <p:cNvPr id="8827" name="Oval 1131"/>
              <p:cNvSpPr/>
              <p:nvPr/>
            </p:nvSpPr>
            <p:spPr>
              <a:xfrm>
                <a:off x="3679560" y="4177800"/>
                <a:ext cx="918720" cy="404280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8828" name="Oval 1132"/>
              <p:cNvSpPr/>
              <p:nvPr/>
            </p:nvSpPr>
            <p:spPr>
              <a:xfrm>
                <a:off x="3674880" y="4179240"/>
                <a:ext cx="918720" cy="404280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8829" name="TextBox 389"/>
              <p:cNvSpPr/>
              <p:nvPr/>
            </p:nvSpPr>
            <p:spPr>
              <a:xfrm>
                <a:off x="3882600" y="4272840"/>
                <a:ext cx="497160" cy="27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830" name="Group 16"/>
            <p:cNvGrpSpPr/>
            <p:nvPr/>
          </p:nvGrpSpPr>
          <p:grpSpPr>
            <a:xfrm>
              <a:off x="5338440" y="4714200"/>
              <a:ext cx="463320" cy="277560"/>
              <a:chOff x="5338440" y="4714200"/>
              <a:chExt cx="463320" cy="277560"/>
            </a:xfrm>
          </p:grpSpPr>
          <p:grpSp>
            <p:nvGrpSpPr>
              <p:cNvPr id="8831" name="Group 12"/>
              <p:cNvGrpSpPr/>
              <p:nvPr/>
            </p:nvGrpSpPr>
            <p:grpSpPr>
              <a:xfrm>
                <a:off x="5338440" y="4718880"/>
                <a:ext cx="463320" cy="261720"/>
                <a:chOff x="5338440" y="4718880"/>
                <a:chExt cx="463320" cy="261720"/>
              </a:xfrm>
            </p:grpSpPr>
            <p:sp>
              <p:nvSpPr>
                <p:cNvPr id="8832" name="Oval 1129"/>
                <p:cNvSpPr/>
                <p:nvPr/>
              </p:nvSpPr>
              <p:spPr>
                <a:xfrm>
                  <a:off x="5352840" y="4718880"/>
                  <a:ext cx="439200" cy="25992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833" name="Oval 1130"/>
                <p:cNvSpPr/>
                <p:nvPr/>
              </p:nvSpPr>
              <p:spPr>
                <a:xfrm>
                  <a:off x="5338440" y="4728600"/>
                  <a:ext cx="463320" cy="25200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</p:grpSp>
          <p:sp>
            <p:nvSpPr>
              <p:cNvPr id="8834" name="TextBox 389"/>
              <p:cNvSpPr/>
              <p:nvPr/>
            </p:nvSpPr>
            <p:spPr>
              <a:xfrm>
                <a:off x="5348160" y="4714200"/>
                <a:ext cx="428760" cy="27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835" name="Group 450"/>
            <p:cNvGrpSpPr/>
            <p:nvPr/>
          </p:nvGrpSpPr>
          <p:grpSpPr>
            <a:xfrm>
              <a:off x="6119640" y="4712040"/>
              <a:ext cx="463320" cy="277560"/>
              <a:chOff x="6119640" y="4712040"/>
              <a:chExt cx="463320" cy="277560"/>
            </a:xfrm>
          </p:grpSpPr>
          <p:grpSp>
            <p:nvGrpSpPr>
              <p:cNvPr id="8836" name="Group 451"/>
              <p:cNvGrpSpPr/>
              <p:nvPr/>
            </p:nvGrpSpPr>
            <p:grpSpPr>
              <a:xfrm>
                <a:off x="6119640" y="4720680"/>
                <a:ext cx="463320" cy="258120"/>
                <a:chOff x="6119640" y="4720680"/>
                <a:chExt cx="463320" cy="258120"/>
              </a:xfrm>
            </p:grpSpPr>
            <p:sp>
              <p:nvSpPr>
                <p:cNvPr id="8837" name="Oval 1125"/>
                <p:cNvSpPr/>
                <p:nvPr/>
              </p:nvSpPr>
              <p:spPr>
                <a:xfrm>
                  <a:off x="6134040" y="4720680"/>
                  <a:ext cx="439200" cy="25668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838" name="Oval 1126"/>
                <p:cNvSpPr/>
                <p:nvPr/>
              </p:nvSpPr>
              <p:spPr>
                <a:xfrm>
                  <a:off x="6119640" y="4730040"/>
                  <a:ext cx="463320" cy="24876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</p:grpSp>
          <p:sp>
            <p:nvSpPr>
              <p:cNvPr id="8839" name="TextBox 389"/>
              <p:cNvSpPr/>
              <p:nvPr/>
            </p:nvSpPr>
            <p:spPr>
              <a:xfrm>
                <a:off x="6128640" y="4712040"/>
                <a:ext cx="428760" cy="27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840" name="Group 455"/>
            <p:cNvGrpSpPr/>
            <p:nvPr/>
          </p:nvGrpSpPr>
          <p:grpSpPr>
            <a:xfrm>
              <a:off x="7319880" y="4709880"/>
              <a:ext cx="463320" cy="277560"/>
              <a:chOff x="7319880" y="4709880"/>
              <a:chExt cx="463320" cy="277560"/>
            </a:xfrm>
          </p:grpSpPr>
          <p:grpSp>
            <p:nvGrpSpPr>
              <p:cNvPr id="8841" name="Group 456"/>
              <p:cNvGrpSpPr/>
              <p:nvPr/>
            </p:nvGrpSpPr>
            <p:grpSpPr>
              <a:xfrm>
                <a:off x="7319880" y="4714200"/>
                <a:ext cx="463320" cy="261720"/>
                <a:chOff x="7319880" y="4714200"/>
                <a:chExt cx="463320" cy="261720"/>
              </a:xfrm>
            </p:grpSpPr>
            <p:sp>
              <p:nvSpPr>
                <p:cNvPr id="8842" name="Oval 1121"/>
                <p:cNvSpPr/>
                <p:nvPr/>
              </p:nvSpPr>
              <p:spPr>
                <a:xfrm>
                  <a:off x="7334280" y="4714200"/>
                  <a:ext cx="439200" cy="25992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843" name="Oval 1122"/>
                <p:cNvSpPr/>
                <p:nvPr/>
              </p:nvSpPr>
              <p:spPr>
                <a:xfrm>
                  <a:off x="7319880" y="4723920"/>
                  <a:ext cx="463320" cy="25200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</p:grpSp>
          <p:sp>
            <p:nvSpPr>
              <p:cNvPr id="8844" name="TextBox 389"/>
              <p:cNvSpPr/>
              <p:nvPr/>
            </p:nvSpPr>
            <p:spPr>
              <a:xfrm>
                <a:off x="7328880" y="4709880"/>
                <a:ext cx="428760" cy="27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845" name="Group 460"/>
            <p:cNvGrpSpPr/>
            <p:nvPr/>
          </p:nvGrpSpPr>
          <p:grpSpPr>
            <a:xfrm>
              <a:off x="8307360" y="4708080"/>
              <a:ext cx="463320" cy="277560"/>
              <a:chOff x="8307360" y="4708080"/>
              <a:chExt cx="463320" cy="277560"/>
            </a:xfrm>
          </p:grpSpPr>
          <p:grpSp>
            <p:nvGrpSpPr>
              <p:cNvPr id="8846" name="Group 461"/>
              <p:cNvGrpSpPr/>
              <p:nvPr/>
            </p:nvGrpSpPr>
            <p:grpSpPr>
              <a:xfrm>
                <a:off x="8307360" y="4712760"/>
                <a:ext cx="463320" cy="261360"/>
                <a:chOff x="8307360" y="4712760"/>
                <a:chExt cx="463320" cy="261360"/>
              </a:xfrm>
            </p:grpSpPr>
            <p:sp>
              <p:nvSpPr>
                <p:cNvPr id="8847" name="Oval 1117"/>
                <p:cNvSpPr/>
                <p:nvPr/>
              </p:nvSpPr>
              <p:spPr>
                <a:xfrm>
                  <a:off x="8321400" y="4712760"/>
                  <a:ext cx="439200" cy="25992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848" name="Oval 1118"/>
                <p:cNvSpPr/>
                <p:nvPr/>
              </p:nvSpPr>
              <p:spPr>
                <a:xfrm>
                  <a:off x="8307360" y="4722120"/>
                  <a:ext cx="463320" cy="25200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</p:grpSp>
          <p:sp>
            <p:nvSpPr>
              <p:cNvPr id="8849" name="TextBox 389"/>
              <p:cNvSpPr/>
              <p:nvPr/>
            </p:nvSpPr>
            <p:spPr>
              <a:xfrm>
                <a:off x="8316720" y="4708080"/>
                <a:ext cx="428760" cy="27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74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CA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850" name="Group 1"/>
          <p:cNvGrpSpPr/>
          <p:nvPr/>
        </p:nvGrpSpPr>
        <p:grpSpPr>
          <a:xfrm>
            <a:off x="2687400" y="5474520"/>
            <a:ext cx="2700000" cy="898920"/>
            <a:chOff x="2687400" y="5474520"/>
            <a:chExt cx="2700000" cy="898920"/>
          </a:xfrm>
        </p:grpSpPr>
        <p:cxnSp>
          <p:nvCxnSpPr>
            <p:cNvPr id="8851" name="Straight Connector 1139"/>
            <p:cNvCxnSpPr/>
            <p:nvPr/>
          </p:nvCxnSpPr>
          <p:spPr>
            <a:xfrm flipH="1">
              <a:off x="3031920" y="6039720"/>
              <a:ext cx="1508400" cy="18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sp>
          <p:nvSpPr>
            <p:cNvPr id="8852" name="TextBox 265"/>
            <p:cNvSpPr/>
            <p:nvPr/>
          </p:nvSpPr>
          <p:spPr>
            <a:xfrm>
              <a:off x="4948200" y="5711040"/>
              <a:ext cx="264600" cy="27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3" name="TextBox 281"/>
            <p:cNvSpPr/>
            <p:nvPr/>
          </p:nvSpPr>
          <p:spPr>
            <a:xfrm>
              <a:off x="5122800" y="5998680"/>
              <a:ext cx="264600" cy="27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54" name="Group 5"/>
            <p:cNvGrpSpPr/>
            <p:nvPr/>
          </p:nvGrpSpPr>
          <p:grpSpPr>
            <a:xfrm>
              <a:off x="2687400" y="5474520"/>
              <a:ext cx="1616040" cy="519840"/>
              <a:chOff x="2687400" y="5474520"/>
              <a:chExt cx="1616040" cy="519840"/>
            </a:xfrm>
          </p:grpSpPr>
          <p:sp>
            <p:nvSpPr>
              <p:cNvPr id="8855" name="Rectangle 98"/>
              <p:cNvSpPr/>
              <p:nvPr/>
            </p:nvSpPr>
            <p:spPr>
              <a:xfrm>
                <a:off x="2687400" y="5742720"/>
                <a:ext cx="1280880" cy="20808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/>
              </a:ln>
              <a:effectLst>
                <a:outerShdw algn="bl" blurRad="50760" dir="18900000" dist="37674" rotWithShape="0">
                  <a:srgbClr val="00000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6" name="Line 99"/>
              <p:cNvSpPr/>
              <p:nvPr/>
            </p:nvSpPr>
            <p:spPr>
              <a:xfrm>
                <a:off x="3832200" y="5857560"/>
                <a:ext cx="471240" cy="360"/>
              </a:xfrm>
              <a:prstGeom prst="line">
                <a:avLst/>
              </a:prstGeom>
              <a:ln w="9525">
                <a:solidFill>
                  <a:srgbClr val="3333CC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4640" rIns="90000" bIns="-446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7" name="Rectangle 104"/>
              <p:cNvSpPr/>
              <p:nvPr/>
            </p:nvSpPr>
            <p:spPr>
              <a:xfrm>
                <a:off x="3389040" y="5745600"/>
                <a:ext cx="476280" cy="209160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8" name="Text Box 105"/>
              <p:cNvSpPr/>
              <p:nvPr/>
            </p:nvSpPr>
            <p:spPr>
              <a:xfrm>
                <a:off x="3336120" y="5721840"/>
                <a:ext cx="497160" cy="272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0111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9" name="Line 119"/>
              <p:cNvSpPr/>
              <p:nvPr/>
            </p:nvSpPr>
            <p:spPr>
              <a:xfrm>
                <a:off x="3144600" y="5474520"/>
                <a:ext cx="405720" cy="29988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60" name="Freeform 120"/>
            <p:cNvSpPr/>
            <p:nvPr/>
          </p:nvSpPr>
          <p:spPr>
            <a:xfrm>
              <a:off x="4243320" y="5906520"/>
              <a:ext cx="982440" cy="232920"/>
            </a:xfrm>
            <a:custGeom>
              <a:avLst/>
              <a:gdLst>
                <a:gd name="textAreaLeft" fmla="*/ 0 w 982440"/>
                <a:gd name="textAreaRight" fmla="*/ 982800 w 982440"/>
                <a:gd name="textAreaTop" fmla="*/ 0 h 232920"/>
                <a:gd name="textAreaBottom" fmla="*/ 233280 h 232920"/>
                <a:gd name="GluePoint1X" fmla="*/ 0 w 554"/>
                <a:gd name="GluePoint1Y" fmla="*/ 2147483647 h 167"/>
                <a:gd name="GluePoint2X" fmla="*/ 2147483647 w 554"/>
                <a:gd name="GluePoint2Y" fmla="*/ 2147483647 h 167"/>
                <a:gd name="GluePoint3X" fmla="*/ 2147483647 w 554"/>
                <a:gd name="GluePoint3Y" fmla="*/ 2147483647 h 1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>
              <a:solidFill>
                <a:srgbClr val="FF33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61" name="Group 357"/>
            <p:cNvGrpSpPr/>
            <p:nvPr/>
          </p:nvGrpSpPr>
          <p:grpSpPr>
            <a:xfrm>
              <a:off x="4463640" y="5896800"/>
              <a:ext cx="565200" cy="293400"/>
              <a:chOff x="4463640" y="5896800"/>
              <a:chExt cx="565200" cy="293400"/>
            </a:xfrm>
          </p:grpSpPr>
          <p:sp>
            <p:nvSpPr>
              <p:cNvPr id="8862" name="Oval 1146"/>
              <p:cNvSpPr/>
              <p:nvPr/>
            </p:nvSpPr>
            <p:spPr>
              <a:xfrm flipV="1">
                <a:off x="4465440" y="5976360"/>
                <a:ext cx="563040" cy="21384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80808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8863" name="Rectangle 1147"/>
              <p:cNvSpPr/>
              <p:nvPr/>
            </p:nvSpPr>
            <p:spPr>
              <a:xfrm>
                <a:off x="4464000" y="6006600"/>
                <a:ext cx="564840" cy="7740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2760" rIns="90000" bIns="327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8864" name="Oval 1148"/>
              <p:cNvSpPr/>
              <p:nvPr/>
            </p:nvSpPr>
            <p:spPr>
              <a:xfrm flipV="1">
                <a:off x="4464000" y="5896800"/>
                <a:ext cx="563040" cy="21384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80808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8865" name="Freeform 1149"/>
              <p:cNvSpPr/>
              <p:nvPr/>
            </p:nvSpPr>
            <p:spPr>
              <a:xfrm>
                <a:off x="4608360" y="5961960"/>
                <a:ext cx="274320" cy="107640"/>
              </a:xfrm>
              <a:custGeom>
                <a:avLst/>
                <a:gdLst>
                  <a:gd name="textAreaLeft" fmla="*/ 0 w 274320"/>
                  <a:gd name="textAreaRight" fmla="*/ 274680 w 274320"/>
                  <a:gd name="textAreaTop" fmla="*/ 0 h 107640"/>
                  <a:gd name="textAreaBottom" fmla="*/ 108000 h 10764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8866" name="Freeform 1150"/>
              <p:cNvSpPr/>
              <p:nvPr/>
            </p:nvSpPr>
            <p:spPr>
              <a:xfrm>
                <a:off x="4579920" y="5934960"/>
                <a:ext cx="331560" cy="74160"/>
              </a:xfrm>
              <a:custGeom>
                <a:avLst/>
                <a:gdLst>
                  <a:gd name="textAreaLeft" fmla="*/ 0 w 331560"/>
                  <a:gd name="textAreaRight" fmla="*/ 331920 w 331560"/>
                  <a:gd name="textAreaTop" fmla="*/ 0 h 74160"/>
                  <a:gd name="textAreaBottom" fmla="*/ 74520 h 74160"/>
                  <a:gd name="GluePoint1X" fmla="*/ 0 w 3723451"/>
                  <a:gd name="GluePoint1Y" fmla="*/ 27215 h 932950"/>
                  <a:gd name="GluePoint2X" fmla="*/ 116561 w 3723451"/>
                  <a:gd name="GluePoint2Y" fmla="*/ 321 h 932950"/>
                  <a:gd name="GluePoint3X" fmla="*/ 330163 w 3723451"/>
                  <a:gd name="GluePoint3Y" fmla="*/ 62070 h 932950"/>
                  <a:gd name="GluePoint4X" fmla="*/ 533941 w 3723451"/>
                  <a:gd name="GluePoint4Y" fmla="*/ 0 h 932950"/>
                  <a:gd name="GluePoint5X" fmla="*/ 662442 w 3723451"/>
                  <a:gd name="GluePoint5Y" fmla="*/ 24700 h 932950"/>
                  <a:gd name="GluePoint6X" fmla="*/ 566838 w 3723451"/>
                  <a:gd name="GluePoint6Y" fmla="*/ 55072 h 932950"/>
                  <a:gd name="GluePoint7X" fmla="*/ 536057 w 3723451"/>
                  <a:gd name="GluePoint7Y" fmla="*/ 46883 h 932950"/>
                  <a:gd name="GluePoint8X" fmla="*/ 333916 w 3723451"/>
                  <a:gd name="GluePoint8Y" fmla="*/ 111241 h 932950"/>
                  <a:gd name="GluePoint9X" fmla="*/ 126604 w 3723451"/>
                  <a:gd name="GluePoint9Y" fmla="*/ 49251 h 932950"/>
                  <a:gd name="GluePoint10X" fmla="*/ 93085 w 3723451"/>
                  <a:gd name="GluePoint10Y" fmla="*/ 55941 h 932950"/>
                  <a:gd name="GluePoint11X" fmla="*/ 0 w 3723451"/>
                  <a:gd name="GluePoint11Y" fmla="*/ 27215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0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9520" rIns="90000" bIns="29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7" name="Freeform 1151"/>
              <p:cNvSpPr/>
              <p:nvPr/>
            </p:nvSpPr>
            <p:spPr>
              <a:xfrm>
                <a:off x="4797360" y="5998680"/>
                <a:ext cx="122040" cy="64800"/>
              </a:xfrm>
              <a:custGeom>
                <a:avLst/>
                <a:gdLst>
                  <a:gd name="textAreaLeft" fmla="*/ 0 w 122040"/>
                  <a:gd name="textAreaRight" fmla="*/ 122400 w 122040"/>
                  <a:gd name="textAreaTop" fmla="*/ 0 h 64800"/>
                  <a:gd name="textAreaBottom" fmla="*/ 65160 h 64800"/>
                  <a:gd name="GluePoint1X" fmla="*/ 0 w 1366596"/>
                  <a:gd name="GluePoint1Y" fmla="*/ 0 h 809868"/>
                  <a:gd name="GluePoint2X" fmla="*/ 244059 w 1366596"/>
                  <a:gd name="GluePoint2Y" fmla="*/ 74985 h 809868"/>
                  <a:gd name="GluePoint3X" fmla="*/ 154488 w 1366596"/>
                  <a:gd name="GluePoint3Y" fmla="*/ 97040 h 809868"/>
                  <a:gd name="GluePoint4X" fmla="*/ 822 w 1366596"/>
                  <a:gd name="GluePoint4Y" fmla="*/ 51277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0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160" rIns="90000" bIns="201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8" name="Freeform 1152"/>
              <p:cNvSpPr/>
              <p:nvPr/>
            </p:nvSpPr>
            <p:spPr>
              <a:xfrm>
                <a:off x="4573440" y="6000120"/>
                <a:ext cx="120240" cy="64800"/>
              </a:xfrm>
              <a:custGeom>
                <a:avLst/>
                <a:gdLst>
                  <a:gd name="textAreaLeft" fmla="*/ 0 w 120240"/>
                  <a:gd name="textAreaRight" fmla="*/ 120600 w 120240"/>
                  <a:gd name="textAreaTop" fmla="*/ 0 h 64800"/>
                  <a:gd name="textAreaBottom" fmla="*/ 65160 h 64800"/>
                  <a:gd name="GluePoint1X" fmla="*/ 237599 w 1348191"/>
                  <a:gd name="GluePoint1Y" fmla="*/ 0 h 791462"/>
                  <a:gd name="GluePoint2X" fmla="*/ 240888 w 1348191"/>
                  <a:gd name="GluePoint2Y" fmla="*/ 46827 h 791462"/>
                  <a:gd name="GluePoint3X" fmla="*/ 87147 w 1348191"/>
                  <a:gd name="GluePoint3Y" fmla="*/ 97039 h 791462"/>
                  <a:gd name="GluePoint4X" fmla="*/ 0 w 1348191"/>
                  <a:gd name="GluePoint4Y" fmla="*/ 75036 h 791462"/>
                  <a:gd name="GluePoint5X" fmla="*/ 237599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0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0160" rIns="90000" bIns="201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8869" name="Straight Connector 1153"/>
              <p:cNvCxnSpPr/>
              <p:nvPr/>
            </p:nvCxnSpPr>
            <p:spPr>
              <a:xfrm flipH="1" flipV="1">
                <a:off x="4463640" y="6004800"/>
                <a:ext cx="2160" cy="828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8870" name="Straight Connector 1154"/>
              <p:cNvCxnSpPr/>
              <p:nvPr/>
            </p:nvCxnSpPr>
            <p:spPr>
              <a:xfrm flipH="1" flipV="1">
                <a:off x="5027400" y="6003000"/>
                <a:ext cx="1800" cy="831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8871" name="TextBox 282"/>
            <p:cNvSpPr/>
            <p:nvPr/>
          </p:nvSpPr>
          <p:spPr>
            <a:xfrm>
              <a:off x="4817880" y="6100200"/>
              <a:ext cx="264600" cy="27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72" name="TextBox 6"/>
          <p:cNvSpPr/>
          <p:nvPr/>
        </p:nvSpPr>
        <p:spPr>
          <a:xfrm>
            <a:off x="1946160" y="4850640"/>
            <a:ext cx="19918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values in arriving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packet header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73" name="Group 1162"/>
          <p:cNvGrpSpPr/>
          <p:nvPr/>
        </p:nvGrpSpPr>
        <p:grpSpPr>
          <a:xfrm>
            <a:off x="4390560" y="2898720"/>
            <a:ext cx="4051440" cy="2367000"/>
            <a:chOff x="4390560" y="2898720"/>
            <a:chExt cx="4051440" cy="2367000"/>
          </a:xfrm>
        </p:grpSpPr>
        <p:cxnSp>
          <p:nvCxnSpPr>
            <p:cNvPr id="8874" name="Straight Arrow Connector 1163"/>
            <p:cNvCxnSpPr/>
            <p:nvPr/>
          </p:nvCxnSpPr>
          <p:spPr>
            <a:xfrm>
              <a:off x="4390560" y="2918880"/>
              <a:ext cx="360" cy="2094120"/>
            </a:xfrm>
            <a:prstGeom prst="straightConnector1">
              <a:avLst/>
            </a:prstGeom>
            <a:ln w="1270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8875" name="Straight Arrow Connector 1164"/>
            <p:cNvCxnSpPr/>
            <p:nvPr/>
          </p:nvCxnSpPr>
          <p:spPr>
            <a:xfrm>
              <a:off x="5428080" y="2912040"/>
              <a:ext cx="360" cy="235404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8876" name="Straight Arrow Connector 1165"/>
            <p:cNvCxnSpPr/>
            <p:nvPr/>
          </p:nvCxnSpPr>
          <p:spPr>
            <a:xfrm>
              <a:off x="6239520" y="2909160"/>
              <a:ext cx="31680" cy="233100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8877" name="Straight Arrow Connector 1166"/>
            <p:cNvCxnSpPr/>
            <p:nvPr/>
          </p:nvCxnSpPr>
          <p:spPr>
            <a:xfrm>
              <a:off x="7428600" y="2898720"/>
              <a:ext cx="360" cy="236412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  <p:cxnSp>
          <p:nvCxnSpPr>
            <p:cNvPr id="8878" name="Straight Arrow Connector 1167"/>
            <p:cNvCxnSpPr/>
            <p:nvPr/>
          </p:nvCxnSpPr>
          <p:spPr>
            <a:xfrm>
              <a:off x="8442000" y="2944080"/>
              <a:ext cx="360" cy="2311200"/>
            </a:xfrm>
            <a:prstGeom prst="straightConnector1">
              <a:avLst/>
            </a:prstGeom>
            <a:ln w="6350">
              <a:solidFill>
                <a:srgbClr val="CC0000"/>
              </a:solidFill>
              <a:round/>
              <a:tailEnd len="med" type="triangle" w="med"/>
            </a:ln>
          </p:spPr>
        </p:cxnSp>
      </p:grpSp>
      <p:sp>
        <p:nvSpPr>
          <p:cNvPr id="8879" name="PlaceHolder 2"/>
          <p:cNvSpPr>
            <a:spLocks noGrp="1"/>
          </p:cNvSpPr>
          <p:nvPr>
            <p:ph type="sldNum" idx="7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Network Layer: 4-</a:t>
            </a:r>
            <a:fld id="{D2230DF7-8E33-4D64-960D-4B3259839FF4}" type="slidenum">
              <a:rPr lang="en-US" sz="11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80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17" dur="indefinite" restart="never" nodeType="tmRoot">
          <p:childTnLst>
            <p:seq>
              <p:cTn id="2218" dur="indefinite" nodeType="mainSeq">
                <p:childTnLst>
                  <p:par>
                    <p:cTn id="2219" fill="hold">
                      <p:stCondLst>
                        <p:cond delay="indefinite"/>
                      </p:stCondLst>
                      <p:childTnLst>
                        <p:par>
                          <p:cTn id="2220" fill="hold">
                            <p:stCondLst>
                              <p:cond delay="0"/>
                            </p:stCondLst>
                            <p:childTnLst>
                              <p:par>
                                <p:cTn id="222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23" dur="500"/>
                                        <p:tgtEl>
                                          <p:spTgt spid="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4" fill="hold">
                      <p:stCondLst>
                        <p:cond delay="indefinite"/>
                      </p:stCondLst>
                      <p:childTnLst>
                        <p:par>
                          <p:cTn id="2225" fill="hold">
                            <p:stCondLst>
                              <p:cond delay="0"/>
                            </p:stCondLst>
                            <p:childTnLst>
                              <p:par>
                                <p:cTn id="222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28" dur="500"/>
                                        <p:tgtEl>
                                          <p:spTgt spid="8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31" dur="500"/>
                                        <p:tgtEl>
                                          <p:spTgt spid="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2" fill="hold">
                      <p:stCondLst>
                        <p:cond delay="indefinite"/>
                      </p:stCondLst>
                      <p:childTnLst>
                        <p:par>
                          <p:cTn id="2233" fill="hold">
                            <p:stCondLst>
                              <p:cond delay="0"/>
                            </p:stCondLst>
                            <p:childTnLst>
                              <p:par>
                                <p:cTn id="223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36" dur="500"/>
                                        <p:tgtEl>
                                          <p:spTgt spid="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7" fill="hold">
                      <p:stCondLst>
                        <p:cond delay="indefinite"/>
                      </p:stCondLst>
                      <p:childTnLst>
                        <p:par>
                          <p:cTn id="2238" fill="hold">
                            <p:stCondLst>
                              <p:cond delay="0"/>
                            </p:stCondLst>
                            <p:childTnLst>
                              <p:par>
                                <p:cTn id="2239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241" dur="500"/>
                                        <p:tgtEl>
                                          <p:spTgt spid="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44" dur="500"/>
                                        <p:tgtEl>
                                          <p:spTgt spid="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47" dur="500"/>
                                        <p:tgtEl>
                                          <p:spTgt spid="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8" fill="hold">
                            <p:stCondLst>
                              <p:cond delay="500"/>
                            </p:stCondLst>
                            <p:childTnLst>
                              <p:par>
                                <p:cTn id="2249" presetID="9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51" dur="2000"/>
                                        <p:tgtEl>
                                          <p:spTgt spid="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2" fill="hold">
                      <p:stCondLst>
                        <p:cond delay="indefinite"/>
                      </p:stCondLst>
                      <p:childTnLst>
                        <p:par>
                          <p:cTn id="2253" fill="hold">
                            <p:stCondLst>
                              <p:cond delay="0"/>
                            </p:stCondLst>
                            <p:childTnLst>
                              <p:par>
                                <p:cTn id="225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56" dur="500"/>
                                        <p:tgtEl>
                                          <p:spTgt spid="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0" name="PlaceHolder 1"/>
          <p:cNvSpPr>
            <a:spLocks noGrp="1"/>
          </p:cNvSpPr>
          <p:nvPr>
            <p:ph/>
          </p:nvPr>
        </p:nvSpPr>
        <p:spPr>
          <a:xfrm>
            <a:off x="813240" y="15861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Why</a:t>
            </a:r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 </a:t>
            </a:r>
            <a:r>
              <a:rPr lang="en-US" sz="32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logically centralized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control plane?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5040" indent="-39996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easier network management: avoid router misconfigurations, greater flexibility of traffic flows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5040" indent="-39996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table-based forwarding (recall OpenFlow API) allows “programming” routers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35000" lvl="1" indent="-1760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centralized “programming” easier: compute tables centrally and distribute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35000" lvl="1" indent="-1760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distributed “programming” more difficult: compute tables as result of distributed algorithm (protocol) implemented in each-and-every router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5040" indent="-39996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open (non-proprietary) implementation of control plane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7760" lvl="1" indent="-39996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foster innovation: let 1000 flowers bloom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81" name="PlaceHolder 2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Software defined networking (SDN)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882" name="PlaceHolder 3"/>
          <p:cNvSpPr>
            <a:spLocks noGrp="1"/>
          </p:cNvSpPr>
          <p:nvPr>
            <p:ph type="sldNum" idx="7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2B815F00-5BE5-4D0D-A78E-A27D458E61EA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81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257" dur="indefinite" restart="never" nodeType="tmRoot">
          <p:childTnLst>
            <p:seq>
              <p:cTn id="2258" dur="indefinite" nodeType="mainSeq">
                <p:childTnLst>
                  <p:par>
                    <p:cTn id="2259" fill="hold">
                      <p:stCondLst>
                        <p:cond delay="indefinite"/>
                      </p:stCondLst>
                      <p:childTnLst>
                        <p:par>
                          <p:cTn id="2260" fill="hold">
                            <p:stCondLst>
                              <p:cond delay="0"/>
                            </p:stCondLst>
                            <p:childTnLst>
                              <p:par>
                                <p:cTn id="226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63" dur="500"/>
                                        <p:tgtEl>
                                          <p:spTgt spid="88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4" fill="hold">
                      <p:stCondLst>
                        <p:cond delay="indefinite"/>
                      </p:stCondLst>
                      <p:childTnLst>
                        <p:par>
                          <p:cTn id="2265" fill="hold">
                            <p:stCondLst>
                              <p:cond delay="0"/>
                            </p:stCondLst>
                            <p:childTnLst>
                              <p:par>
                                <p:cTn id="226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68" dur="500"/>
                                        <p:tgtEl>
                                          <p:spTgt spid="88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71" dur="500"/>
                                        <p:tgtEl>
                                          <p:spTgt spid="88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74" dur="500"/>
                                        <p:tgtEl>
                                          <p:spTgt spid="88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5" fill="hold">
                      <p:stCondLst>
                        <p:cond delay="indefinite"/>
                      </p:stCondLst>
                      <p:childTnLst>
                        <p:par>
                          <p:cTn id="2276" fill="hold">
                            <p:stCondLst>
                              <p:cond delay="0"/>
                            </p:stCondLst>
                            <p:childTnLst>
                              <p:par>
                                <p:cTn id="227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79" dur="500"/>
                                        <p:tgtEl>
                                          <p:spTgt spid="88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82" dur="500"/>
                                        <p:tgtEl>
                                          <p:spTgt spid="88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3" name="Picture 2" descr="The Journey Inside℠: Curriculum for Microprocessor"/>
          <p:cNvPicPr/>
          <p:nvPr/>
        </p:nvPicPr>
        <p:blipFill>
          <a:blip r:embed="rId1"/>
          <a:stretch/>
        </p:blipFill>
        <p:spPr>
          <a:xfrm>
            <a:off x="7239960" y="4454640"/>
            <a:ext cx="847080" cy="47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84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SDN analogy: mainframe to PC revolution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8885" name="PlaceHolder 2"/>
          <p:cNvSpPr>
            <a:spLocks noGrp="1"/>
          </p:cNvSpPr>
          <p:nvPr>
            <p:ph type="sldNum" idx="7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C16C787-A81B-453E-9018-B844AD35E7A4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6" name="TextBox 6"/>
          <p:cNvSpPr/>
          <p:nvPr/>
        </p:nvSpPr>
        <p:spPr>
          <a:xfrm>
            <a:off x="1555200" y="5097960"/>
            <a:ext cx="3276360" cy="14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Vertically integrated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Closed, proprietary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Slow innovation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Small industry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87" name="Picture 7"/>
          <p:cNvPicPr/>
          <p:nvPr/>
        </p:nvPicPr>
        <p:blipFill>
          <a:blip r:embed="rId2"/>
          <a:srcRect l="6148" t="1500" r="3650" b="5497"/>
          <a:stretch/>
        </p:blipFill>
        <p:spPr>
          <a:xfrm>
            <a:off x="1971000" y="1538280"/>
            <a:ext cx="2495880" cy="351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88" name="Rounded Rectangle 8"/>
          <p:cNvSpPr/>
          <p:nvPr/>
        </p:nvSpPr>
        <p:spPr>
          <a:xfrm>
            <a:off x="2212920" y="2734920"/>
            <a:ext cx="1904760" cy="964800"/>
          </a:xfrm>
          <a:prstGeom prst="roundRect">
            <a:avLst>
              <a:gd name="adj" fmla="val 16667"/>
            </a:avLst>
          </a:prstGeom>
          <a:solidFill>
            <a:srgbClr val="00009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 Light"/>
                <a:ea typeface="ＭＳ Ｐゴシック"/>
              </a:rPr>
              <a:t>Specialized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 Light"/>
                <a:ea typeface="ＭＳ Ｐゴシック"/>
              </a:rPr>
              <a:t>Operating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 Light"/>
                <a:ea typeface="ＭＳ Ｐゴシック"/>
              </a:rPr>
              <a:t>System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9" name="Rounded Rectangle 9"/>
          <p:cNvSpPr/>
          <p:nvPr/>
        </p:nvSpPr>
        <p:spPr>
          <a:xfrm>
            <a:off x="2212920" y="3776040"/>
            <a:ext cx="1904760" cy="837720"/>
          </a:xfrm>
          <a:prstGeom prst="roundRect">
            <a:avLst>
              <a:gd name="adj" fmla="val 16667"/>
            </a:avLst>
          </a:prstGeom>
          <a:solidFill>
            <a:srgbClr val="00009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 Light"/>
                <a:ea typeface="ＭＳ Ｐゴシック"/>
              </a:rPr>
              <a:t>Specialized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 Light"/>
                <a:ea typeface="ＭＳ Ｐゴシック"/>
              </a:rPr>
              <a:t>Hardware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890" name="Group 47"/>
          <p:cNvGrpSpPr/>
          <p:nvPr/>
        </p:nvGrpSpPr>
        <p:grpSpPr>
          <a:xfrm>
            <a:off x="7244640" y="1743840"/>
            <a:ext cx="3047400" cy="417600"/>
            <a:chOff x="7244640" y="1743840"/>
            <a:chExt cx="3047400" cy="417600"/>
          </a:xfrm>
        </p:grpSpPr>
        <p:sp>
          <p:nvSpPr>
            <p:cNvPr id="8891" name="Rounded Rectangle 11"/>
            <p:cNvSpPr/>
            <p:nvPr/>
          </p:nvSpPr>
          <p:spPr>
            <a:xfrm>
              <a:off x="978444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2" name="Rounded Rectangle 12"/>
            <p:cNvSpPr/>
            <p:nvPr/>
          </p:nvSpPr>
          <p:spPr>
            <a:xfrm>
              <a:off x="953064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3" name="Rounded Rectangle 13"/>
            <p:cNvSpPr/>
            <p:nvPr/>
          </p:nvSpPr>
          <p:spPr>
            <a:xfrm>
              <a:off x="927648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4" name="Rounded Rectangle 14"/>
            <p:cNvSpPr/>
            <p:nvPr/>
          </p:nvSpPr>
          <p:spPr>
            <a:xfrm>
              <a:off x="902268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5" name="Rounded Rectangle 15"/>
            <p:cNvSpPr/>
            <p:nvPr/>
          </p:nvSpPr>
          <p:spPr>
            <a:xfrm>
              <a:off x="876852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6" name="Rounded Rectangle 16"/>
            <p:cNvSpPr/>
            <p:nvPr/>
          </p:nvSpPr>
          <p:spPr>
            <a:xfrm>
              <a:off x="851472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7" name="Rounded Rectangle 17"/>
            <p:cNvSpPr/>
            <p:nvPr/>
          </p:nvSpPr>
          <p:spPr>
            <a:xfrm>
              <a:off x="826056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8" name="Rounded Rectangle 18"/>
            <p:cNvSpPr/>
            <p:nvPr/>
          </p:nvSpPr>
          <p:spPr>
            <a:xfrm>
              <a:off x="800640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9" name="Rounded Rectangle 19"/>
            <p:cNvSpPr/>
            <p:nvPr/>
          </p:nvSpPr>
          <p:spPr>
            <a:xfrm>
              <a:off x="775260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0" name="Rounded Rectangle 20"/>
            <p:cNvSpPr/>
            <p:nvPr/>
          </p:nvSpPr>
          <p:spPr>
            <a:xfrm>
              <a:off x="7498440" y="1743840"/>
              <a:ext cx="50760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CC66"/>
                  </a:solidFill>
                  <a:effectLst/>
                  <a:uFillTx/>
                  <a:latin typeface="Calibri"/>
                </a:rPr>
                <a:t>App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1" name="Rounded Rectangle 21"/>
            <p:cNvSpPr/>
            <p:nvPr/>
          </p:nvSpPr>
          <p:spPr>
            <a:xfrm>
              <a:off x="7244640" y="1743840"/>
              <a:ext cx="761760" cy="417600"/>
            </a:xfrm>
            <a:prstGeom prst="roundRect">
              <a:avLst>
                <a:gd name="adj" fmla="val 16667"/>
              </a:avLst>
            </a:prstGeom>
            <a:solidFill>
              <a:srgbClr val="FFCC66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App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02" name="Rounded Rectangle 22"/>
          <p:cNvSpPr/>
          <p:nvPr/>
        </p:nvSpPr>
        <p:spPr>
          <a:xfrm>
            <a:off x="2212920" y="1896480"/>
            <a:ext cx="1904760" cy="736200"/>
          </a:xfrm>
          <a:prstGeom prst="roundRect">
            <a:avLst>
              <a:gd name="adj" fmla="val 16667"/>
            </a:avLst>
          </a:prstGeom>
          <a:solidFill>
            <a:srgbClr val="000090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 Light"/>
                <a:ea typeface="ＭＳ Ｐゴシック"/>
              </a:rPr>
              <a:t>Specialized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 Light"/>
                <a:ea typeface="ＭＳ Ｐゴシック"/>
              </a:rPr>
              <a:t>Applications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3" name="TextBox 23"/>
          <p:cNvSpPr/>
          <p:nvPr/>
        </p:nvSpPr>
        <p:spPr>
          <a:xfrm>
            <a:off x="6685920" y="5101200"/>
            <a:ext cx="4171680" cy="14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Horizontal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Open interfaces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Rapid innovation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Huge industry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04" name="Group 56"/>
          <p:cNvGrpSpPr/>
          <p:nvPr/>
        </p:nvGrpSpPr>
        <p:grpSpPr>
          <a:xfrm>
            <a:off x="7513200" y="3922920"/>
            <a:ext cx="2532960" cy="1044360"/>
            <a:chOff x="7513200" y="3922920"/>
            <a:chExt cx="2532960" cy="1044360"/>
          </a:xfrm>
        </p:grpSpPr>
        <p:sp>
          <p:nvSpPr>
            <p:cNvPr id="8905" name="Rounded Rectangle 26"/>
            <p:cNvSpPr/>
            <p:nvPr/>
          </p:nvSpPr>
          <p:spPr>
            <a:xfrm>
              <a:off x="8134560" y="4431600"/>
              <a:ext cx="1911600" cy="535680"/>
            </a:xfrm>
            <a:prstGeom prst="roundRect">
              <a:avLst>
                <a:gd name="adj" fmla="val 16667"/>
              </a:avLst>
            </a:prstGeom>
            <a:solidFill>
              <a:srgbClr val="000090"/>
            </a:soli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ＭＳ Ｐゴシック"/>
                </a:rPr>
                <a:t>Microprocessor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6" name="Group 51"/>
            <p:cNvGrpSpPr/>
            <p:nvPr/>
          </p:nvGrpSpPr>
          <p:grpSpPr>
            <a:xfrm>
              <a:off x="7513200" y="3922920"/>
              <a:ext cx="2461680" cy="334080"/>
              <a:chOff x="7513200" y="3922920"/>
              <a:chExt cx="2461680" cy="334080"/>
            </a:xfrm>
          </p:grpSpPr>
          <p:cxnSp>
            <p:nvCxnSpPr>
              <p:cNvPr id="8907" name="Straight Connector 29"/>
              <p:cNvCxnSpPr/>
              <p:nvPr/>
            </p:nvCxnSpPr>
            <p:spPr>
              <a:xfrm>
                <a:off x="7513200" y="4094640"/>
                <a:ext cx="2462040" cy="396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sp>
            <p:nvSpPr>
              <p:cNvPr id="8908" name="TextBox 23"/>
              <p:cNvSpPr/>
              <p:nvPr/>
            </p:nvSpPr>
            <p:spPr>
              <a:xfrm>
                <a:off x="7811280" y="3922920"/>
                <a:ext cx="1944000" cy="3340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1600" b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Open Interface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909" name="TextBox 41"/>
          <p:cNvSpPr/>
          <p:nvPr/>
        </p:nvSpPr>
        <p:spPr>
          <a:xfrm>
            <a:off x="153000" y="6550560"/>
            <a:ext cx="2310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* Slide  courtesy: N. McKeown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10" name="Group 52"/>
          <p:cNvGrpSpPr/>
          <p:nvPr/>
        </p:nvGrpSpPr>
        <p:grpSpPr>
          <a:xfrm>
            <a:off x="7027200" y="2344320"/>
            <a:ext cx="3621240" cy="1592280"/>
            <a:chOff x="7027200" y="2344320"/>
            <a:chExt cx="3621240" cy="1592280"/>
          </a:xfrm>
        </p:grpSpPr>
        <p:sp>
          <p:nvSpPr>
            <p:cNvPr id="8911" name="TextBox 23"/>
            <p:cNvSpPr/>
            <p:nvPr/>
          </p:nvSpPr>
          <p:spPr>
            <a:xfrm>
              <a:off x="8134200" y="3018960"/>
              <a:ext cx="42408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or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2" name="TextBox 24"/>
            <p:cNvSpPr/>
            <p:nvPr/>
          </p:nvSpPr>
          <p:spPr>
            <a:xfrm>
              <a:off x="9263160" y="3007080"/>
              <a:ext cx="45252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or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13" name="Group 52"/>
            <p:cNvGrpSpPr/>
            <p:nvPr/>
          </p:nvGrpSpPr>
          <p:grpSpPr>
            <a:xfrm>
              <a:off x="7491960" y="2344320"/>
              <a:ext cx="2590560" cy="334080"/>
              <a:chOff x="7491960" y="2344320"/>
              <a:chExt cx="2590560" cy="334080"/>
            </a:xfrm>
          </p:grpSpPr>
          <p:cxnSp>
            <p:nvCxnSpPr>
              <p:cNvPr id="8914" name="Straight Connector 38"/>
              <p:cNvCxnSpPr/>
              <p:nvPr/>
            </p:nvCxnSpPr>
            <p:spPr>
              <a:xfrm>
                <a:off x="7491960" y="2510640"/>
                <a:ext cx="2590920" cy="1800"/>
              </a:xfrm>
              <a:prstGeom prst="straightConnector1">
                <a:avLst/>
              </a:prstGeom>
              <a:ln>
                <a:solidFill>
                  <a:srgbClr val="000000"/>
                </a:solidFill>
              </a:ln>
            </p:spPr>
          </p:cxnSp>
          <p:sp>
            <p:nvSpPr>
              <p:cNvPr id="8915" name="TextBox 23"/>
              <p:cNvSpPr/>
              <p:nvPr/>
            </p:nvSpPr>
            <p:spPr>
              <a:xfrm>
                <a:off x="7983000" y="2344320"/>
                <a:ext cx="1600200" cy="3340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lang="en-US" sz="1600" b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Open Interface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16" name="Group 47"/>
            <p:cNvGrpSpPr/>
            <p:nvPr/>
          </p:nvGrpSpPr>
          <p:grpSpPr>
            <a:xfrm>
              <a:off x="7027200" y="2805840"/>
              <a:ext cx="1156320" cy="1103760"/>
              <a:chOff x="7027200" y="2805840"/>
              <a:chExt cx="1156320" cy="1103760"/>
            </a:xfrm>
          </p:grpSpPr>
          <p:pic>
            <p:nvPicPr>
              <p:cNvPr id="8917" name="Picture 43"/>
              <p:cNvPicPr/>
              <p:nvPr/>
            </p:nvPicPr>
            <p:blipFill>
              <a:blip r:embed="rId3"/>
              <a:stretch/>
            </p:blipFill>
            <p:spPr>
              <a:xfrm>
                <a:off x="7042680" y="2805840"/>
                <a:ext cx="1026360" cy="7880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8918" name="TextBox 46"/>
              <p:cNvSpPr/>
              <p:nvPr/>
            </p:nvSpPr>
            <p:spPr>
              <a:xfrm>
                <a:off x="7027200" y="3544920"/>
                <a:ext cx="115632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Windows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19" name="Group 48"/>
            <p:cNvGrpSpPr/>
            <p:nvPr/>
          </p:nvGrpSpPr>
          <p:grpSpPr>
            <a:xfrm>
              <a:off x="8442720" y="2751120"/>
              <a:ext cx="776520" cy="1185480"/>
              <a:chOff x="8442720" y="2751120"/>
              <a:chExt cx="776520" cy="1185480"/>
            </a:xfrm>
          </p:grpSpPr>
          <p:pic>
            <p:nvPicPr>
              <p:cNvPr id="8920" name="Picture 45" descr="A picture containing table, toy, yellow&#10;&#10;Description automatically generated"/>
              <p:cNvPicPr/>
              <p:nvPr/>
            </p:nvPicPr>
            <p:blipFill>
              <a:blip r:embed="rId4"/>
              <a:stretch/>
            </p:blipFill>
            <p:spPr>
              <a:xfrm>
                <a:off x="8442720" y="2751120"/>
                <a:ext cx="763560" cy="89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8921" name="TextBox 49"/>
              <p:cNvSpPr/>
              <p:nvPr/>
            </p:nvSpPr>
            <p:spPr>
              <a:xfrm>
                <a:off x="8457120" y="3571920"/>
                <a:ext cx="76212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Linux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22" name="Group 51"/>
            <p:cNvGrpSpPr/>
            <p:nvPr/>
          </p:nvGrpSpPr>
          <p:grpSpPr>
            <a:xfrm>
              <a:off x="9607320" y="2644200"/>
              <a:ext cx="1041120" cy="1269360"/>
              <a:chOff x="9607320" y="2644200"/>
              <a:chExt cx="1041120" cy="1269360"/>
            </a:xfrm>
          </p:grpSpPr>
          <p:pic>
            <p:nvPicPr>
              <p:cNvPr id="8923" name="Picture 4" descr="How to reset the Mac Os 9 password"/>
              <p:cNvPicPr/>
              <p:nvPr/>
            </p:nvPicPr>
            <p:blipFill>
              <a:blip r:embed="rId5"/>
              <a:stretch/>
            </p:blipFill>
            <p:spPr>
              <a:xfrm>
                <a:off x="9607320" y="2644200"/>
                <a:ext cx="994320" cy="9943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8924" name="TextBox 50"/>
              <p:cNvSpPr/>
              <p:nvPr/>
            </p:nvSpPr>
            <p:spPr>
              <a:xfrm>
                <a:off x="9611640" y="3548880"/>
                <a:ext cx="1036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MAC OS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925" name="Right Arrow 53"/>
          <p:cNvSpPr/>
          <p:nvPr/>
        </p:nvSpPr>
        <p:spPr>
          <a:xfrm>
            <a:off x="5273280" y="5335920"/>
            <a:ext cx="1178640" cy="7635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0000A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26" name="Right Arrow 56"/>
          <p:cNvSpPr/>
          <p:nvPr/>
        </p:nvSpPr>
        <p:spPr>
          <a:xfrm>
            <a:off x="5275440" y="2845440"/>
            <a:ext cx="1178640" cy="7635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0000A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283" dur="indefinite" restart="never" nodeType="tmRoot">
          <p:childTnLst>
            <p:seq>
              <p:cTn id="2284" dur="indefinite" nodeType="mainSeq">
                <p:childTnLst>
                  <p:par>
                    <p:cTn id="2285" fill="hold">
                      <p:stCondLst>
                        <p:cond delay="indefinite"/>
                      </p:stCondLst>
                      <p:childTnLst>
                        <p:par>
                          <p:cTn id="2286" fill="hold">
                            <p:stCondLst>
                              <p:cond delay="0"/>
                            </p:stCondLst>
                            <p:childTnLst>
                              <p:par>
                                <p:cTn id="2287" presetID="9" presetClass="emp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8" dur="indefinite"/>
                                        <p:tgtEl>
                                          <p:spTgt spid="88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89" dur="indefinite"/>
                                        <p:tgtEl>
                                          <p:spTgt spid="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92" dur="500"/>
                                        <p:tgtEl>
                                          <p:spTgt spid="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3" fill="hold">
                            <p:stCondLst>
                              <p:cond delay="500"/>
                            </p:stCondLst>
                            <p:childTnLst>
                              <p:par>
                                <p:cTn id="229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96" dur="500"/>
                                        <p:tgtEl>
                                          <p:spTgt spid="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7" fill="hold">
                            <p:stCondLst>
                              <p:cond delay="1000"/>
                            </p:stCondLst>
                            <p:childTnLst>
                              <p:par>
                                <p:cTn id="2298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00" dur="500"/>
                                        <p:tgtEl>
                                          <p:spTgt spid="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1" fill="hold">
                      <p:stCondLst>
                        <p:cond delay="indefinite"/>
                      </p:stCondLst>
                      <p:childTnLst>
                        <p:par>
                          <p:cTn id="2302" fill="hold">
                            <p:stCondLst>
                              <p:cond delay="0"/>
                            </p:stCondLst>
                            <p:childTnLst>
                              <p:par>
                                <p:cTn id="230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05" dur="500"/>
                                        <p:tgtEl>
                                          <p:spTgt spid="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6" fill="hold">
                      <p:stCondLst>
                        <p:cond delay="indefinite"/>
                      </p:stCondLst>
                      <p:childTnLst>
                        <p:par>
                          <p:cTn id="2307" fill="hold">
                            <p:stCondLst>
                              <p:cond delay="0"/>
                            </p:stCondLst>
                            <p:childTnLst>
                              <p:par>
                                <p:cTn id="230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10" dur="500"/>
                                        <p:tgtEl>
                                          <p:spTgt spid="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13" dur="500"/>
                                        <p:tgtEl>
                                          <p:spTgt spid="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4" fill="hold">
                      <p:stCondLst>
                        <p:cond delay="indefinite"/>
                      </p:stCondLst>
                      <p:childTnLst>
                        <p:par>
                          <p:cTn id="2315" fill="hold">
                            <p:stCondLst>
                              <p:cond delay="0"/>
                            </p:stCondLst>
                            <p:childTnLst>
                              <p:par>
                                <p:cTn id="231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18" dur="500"/>
                                        <p:tgtEl>
                                          <p:spTgt spid="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9" fill="hold">
                      <p:stCondLst>
                        <p:cond delay="indefinite"/>
                      </p:stCondLst>
                      <p:childTnLst>
                        <p:par>
                          <p:cTn id="2320" fill="hold">
                            <p:stCondLst>
                              <p:cond delay="0"/>
                            </p:stCondLst>
                            <p:childTnLst>
                              <p:par>
                                <p:cTn id="232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23" dur="500"/>
                                        <p:tgtEl>
                                          <p:spTgt spid="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4" fill="hold">
                      <p:stCondLst>
                        <p:cond delay="indefinite"/>
                      </p:stCondLst>
                      <p:childTnLst>
                        <p:par>
                          <p:cTn id="2325" fill="hold">
                            <p:stCondLst>
                              <p:cond delay="0"/>
                            </p:stCondLst>
                            <p:childTnLst>
                              <p:par>
                                <p:cTn id="232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28" dur="500"/>
                                        <p:tgtEl>
                                          <p:spTgt spid="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9" fill="hold">
                      <p:stCondLst>
                        <p:cond delay="indefinite"/>
                      </p:stCondLst>
                      <p:childTnLst>
                        <p:par>
                          <p:cTn id="2330" fill="hold">
                            <p:stCondLst>
                              <p:cond delay="0"/>
                            </p:stCondLst>
                            <p:childTnLst>
                              <p:par>
                                <p:cTn id="233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33" dur="500"/>
                                        <p:tgtEl>
                                          <p:spTgt spid="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4" fill="hold">
                            <p:stCondLst>
                              <p:cond delay="500"/>
                            </p:stCondLst>
                            <p:childTnLst>
                              <p:par>
                                <p:cTn id="233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37" dur="500"/>
                                        <p:tgtEl>
                                          <p:spTgt spid="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7" name="Group 300"/>
          <p:cNvGrpSpPr/>
          <p:nvPr/>
        </p:nvGrpSpPr>
        <p:grpSpPr>
          <a:xfrm>
            <a:off x="2509560" y="1275480"/>
            <a:ext cx="6874560" cy="2403720"/>
            <a:chOff x="2509560" y="1275480"/>
            <a:chExt cx="6874560" cy="2403720"/>
          </a:xfrm>
        </p:grpSpPr>
        <p:grpSp>
          <p:nvGrpSpPr>
            <p:cNvPr id="8928" name="Group 1612"/>
            <p:cNvGrpSpPr/>
            <p:nvPr/>
          </p:nvGrpSpPr>
          <p:grpSpPr>
            <a:xfrm>
              <a:off x="2509560" y="2353680"/>
              <a:ext cx="854640" cy="655560"/>
              <a:chOff x="2509560" y="2353680"/>
              <a:chExt cx="854640" cy="655560"/>
            </a:xfrm>
          </p:grpSpPr>
          <p:pic>
            <p:nvPicPr>
              <p:cNvPr id="8929" name="Picture 1613" descr="desktop_computer_stylized_medium"/>
              <p:cNvPicPr/>
              <p:nvPr/>
            </p:nvPicPr>
            <p:blipFill>
              <a:blip r:embed="rId1"/>
              <a:stretch/>
            </p:blipFill>
            <p:spPr>
              <a:xfrm flipH="1">
                <a:off x="2509560" y="2353680"/>
                <a:ext cx="854640" cy="65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8930" name="Freeform 1614"/>
              <p:cNvSpPr/>
              <p:nvPr/>
            </p:nvSpPr>
            <p:spPr>
              <a:xfrm flipH="1">
                <a:off x="2873160" y="2416320"/>
                <a:ext cx="402840" cy="300240"/>
              </a:xfrm>
              <a:custGeom>
                <a:avLst/>
                <a:gdLst>
                  <a:gd name="textAreaLeft" fmla="*/ -360 w 402840"/>
                  <a:gd name="textAreaRight" fmla="*/ 402840 w 402840"/>
                  <a:gd name="textAreaTop" fmla="*/ 0 h 300240"/>
                  <a:gd name="textAreaBottom" fmla="*/ 300600 h 300240"/>
                  <a:gd name="GluePoint1X" fmla="*/ 0 w 356"/>
                  <a:gd name="GluePoint1Y" fmla="*/ 0 h 368"/>
                  <a:gd name="GluePoint2X" fmla="*/ 300 w 356"/>
                  <a:gd name="GluePoint2Y" fmla="*/ 14 h 368"/>
                  <a:gd name="GluePoint3X" fmla="*/ 356 w 356"/>
                  <a:gd name="GluePoint3Y" fmla="*/ 294 h 368"/>
                  <a:gd name="GluePoint4X" fmla="*/ 78 w 356"/>
                  <a:gd name="GluePoint4Y" fmla="*/ 368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31" name="Freeform 3"/>
            <p:cNvSpPr/>
            <p:nvPr/>
          </p:nvSpPr>
          <p:spPr>
            <a:xfrm>
              <a:off x="3625560" y="1275480"/>
              <a:ext cx="5141520" cy="2403720"/>
            </a:xfrm>
            <a:custGeom>
              <a:avLst/>
              <a:gdLst>
                <a:gd name="textAreaLeft" fmla="*/ 0 w 5141520"/>
                <a:gd name="textAreaRight" fmla="*/ 5141880 w 5141520"/>
                <a:gd name="textAreaTop" fmla="*/ 0 h 2403720"/>
                <a:gd name="textAreaBottom" fmla="*/ 2404080 h 24037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2" name="Freeform 4"/>
            <p:cNvSpPr/>
            <p:nvPr/>
          </p:nvSpPr>
          <p:spPr>
            <a:xfrm>
              <a:off x="4399920" y="2179800"/>
              <a:ext cx="781200" cy="317160"/>
            </a:xfrm>
            <a:custGeom>
              <a:avLst/>
              <a:gdLst>
                <a:gd name="textAreaLeft" fmla="*/ 0 w 781200"/>
                <a:gd name="textAreaRight" fmla="*/ 781560 w 781200"/>
                <a:gd name="textAreaTop" fmla="*/ 0 h 317160"/>
                <a:gd name="textAreaBottom" fmla="*/ 317520 h 31716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3" name="Freeform 35"/>
            <p:cNvSpPr/>
            <p:nvPr/>
          </p:nvSpPr>
          <p:spPr>
            <a:xfrm>
              <a:off x="6820200" y="2225880"/>
              <a:ext cx="1800" cy="8902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890280"/>
                <a:gd name="textAreaBottom" fmla="*/ 890640 h 89028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4" name="Freeform 36"/>
            <p:cNvSpPr/>
            <p:nvPr/>
          </p:nvSpPr>
          <p:spPr>
            <a:xfrm>
              <a:off x="5236200" y="2235960"/>
              <a:ext cx="1800" cy="91584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915840"/>
                <a:gd name="textAreaBottom" fmla="*/ 916200 h 91584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5" name="Freeform 37"/>
            <p:cNvSpPr/>
            <p:nvPr/>
          </p:nvSpPr>
          <p:spPr>
            <a:xfrm>
              <a:off x="5302080" y="2210400"/>
              <a:ext cx="1462680" cy="1050120"/>
            </a:xfrm>
            <a:custGeom>
              <a:avLst/>
              <a:gdLst>
                <a:gd name="textAreaLeft" fmla="*/ 0 w 1462680"/>
                <a:gd name="textAreaRight" fmla="*/ 1463040 w 1462680"/>
                <a:gd name="textAreaTop" fmla="*/ 0 h 1050120"/>
                <a:gd name="textAreaBottom" fmla="*/ 1050480 h 1050120"/>
                <a:gd name="GluePoint1X" fmla="*/ 0 w 378"/>
                <a:gd name="GluePoint1Y" fmla="*/ 142610238 h 174"/>
                <a:gd name="GluePoint2X" fmla="*/ 8951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6" name="Freeform 38"/>
            <p:cNvSpPr/>
            <p:nvPr/>
          </p:nvSpPr>
          <p:spPr>
            <a:xfrm>
              <a:off x="6858000" y="2804040"/>
              <a:ext cx="1161360" cy="455400"/>
            </a:xfrm>
            <a:custGeom>
              <a:avLst/>
              <a:gdLst>
                <a:gd name="textAreaLeft" fmla="*/ 0 w 1161360"/>
                <a:gd name="textAreaRight" fmla="*/ 1161720 w 1161360"/>
                <a:gd name="textAreaTop" fmla="*/ 0 h 455400"/>
                <a:gd name="textAreaBottom" fmla="*/ 455760 h 455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7" name="Freeform 39"/>
            <p:cNvSpPr/>
            <p:nvPr/>
          </p:nvSpPr>
          <p:spPr>
            <a:xfrm flipV="1">
              <a:off x="5588280" y="3239640"/>
              <a:ext cx="907920" cy="45360"/>
            </a:xfrm>
            <a:custGeom>
              <a:avLst/>
              <a:gdLst>
                <a:gd name="textAreaLeft" fmla="*/ 0 w 907920"/>
                <a:gd name="textAreaRight" fmla="*/ 908280 w 907920"/>
                <a:gd name="textAreaTop" fmla="*/ 360 h 45360"/>
                <a:gd name="textAreaBottom" fmla="*/ 46080 h 4536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" rIns="90000" bIns="7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8" name="Freeform 40"/>
            <p:cNvSpPr/>
            <p:nvPr/>
          </p:nvSpPr>
          <p:spPr>
            <a:xfrm>
              <a:off x="4276440" y="2732400"/>
              <a:ext cx="630360" cy="450000"/>
            </a:xfrm>
            <a:custGeom>
              <a:avLst/>
              <a:gdLst>
                <a:gd name="textAreaLeft" fmla="*/ 0 w 630360"/>
                <a:gd name="textAreaRight" fmla="*/ 630720 w 630360"/>
                <a:gd name="textAreaTop" fmla="*/ 0 h 450000"/>
                <a:gd name="textAreaBottom" fmla="*/ 450360 h 45000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9" name="Freeform 41"/>
            <p:cNvSpPr/>
            <p:nvPr/>
          </p:nvSpPr>
          <p:spPr>
            <a:xfrm>
              <a:off x="5613480" y="2108160"/>
              <a:ext cx="835920" cy="1440"/>
            </a:xfrm>
            <a:custGeom>
              <a:avLst/>
              <a:gdLst>
                <a:gd name="textAreaLeft" fmla="*/ 0 w 835920"/>
                <a:gd name="textAreaRight" fmla="*/ 836280 w 835920"/>
                <a:gd name="textAreaTop" fmla="*/ 0 h 1440"/>
                <a:gd name="textAreaBottom" fmla="*/ 1800 h 144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200" rIns="90000" bIns="-43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0" name="Freeform 42"/>
            <p:cNvSpPr/>
            <p:nvPr/>
          </p:nvSpPr>
          <p:spPr>
            <a:xfrm>
              <a:off x="7138080" y="2160720"/>
              <a:ext cx="922680" cy="397440"/>
            </a:xfrm>
            <a:custGeom>
              <a:avLst/>
              <a:gdLst>
                <a:gd name="textAreaLeft" fmla="*/ 0 w 922680"/>
                <a:gd name="textAreaRight" fmla="*/ 923040 w 922680"/>
                <a:gd name="textAreaTop" fmla="*/ 0 h 397440"/>
                <a:gd name="textAreaBottom" fmla="*/ 397800 h 39744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1" name="Freeform 43"/>
            <p:cNvSpPr/>
            <p:nvPr/>
          </p:nvSpPr>
          <p:spPr>
            <a:xfrm>
              <a:off x="4146120" y="1370880"/>
              <a:ext cx="2536560" cy="1100160"/>
            </a:xfrm>
            <a:custGeom>
              <a:avLst/>
              <a:gdLst>
                <a:gd name="textAreaLeft" fmla="*/ 0 w 2536560"/>
                <a:gd name="textAreaRight" fmla="*/ 2536920 w 2536560"/>
                <a:gd name="textAreaTop" fmla="*/ 0 h 1100160"/>
                <a:gd name="textAreaBottom" fmla="*/ 1100520 h 110016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2" name="Text Box 62"/>
            <p:cNvSpPr/>
            <p:nvPr/>
          </p:nvSpPr>
          <p:spPr>
            <a:xfrm>
              <a:off x="4457880" y="20908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3" name="Text Box 63"/>
            <p:cNvSpPr/>
            <p:nvPr/>
          </p:nvSpPr>
          <p:spPr>
            <a:xfrm>
              <a:off x="5253120" y="24645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4" name="Text Box 64"/>
            <p:cNvSpPr/>
            <p:nvPr/>
          </p:nvSpPr>
          <p:spPr>
            <a:xfrm>
              <a:off x="4259160" y="2828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5" name="Text Box 65"/>
            <p:cNvSpPr/>
            <p:nvPr/>
          </p:nvSpPr>
          <p:spPr>
            <a:xfrm>
              <a:off x="6130800" y="26233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6" name="Text Box 66"/>
            <p:cNvSpPr/>
            <p:nvPr/>
          </p:nvSpPr>
          <p:spPr>
            <a:xfrm>
              <a:off x="5986800" y="32274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7" name="Text Box 67"/>
            <p:cNvSpPr/>
            <p:nvPr/>
          </p:nvSpPr>
          <p:spPr>
            <a:xfrm>
              <a:off x="6809400" y="24955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8" name="Text Box 68"/>
            <p:cNvSpPr/>
            <p:nvPr/>
          </p:nvSpPr>
          <p:spPr>
            <a:xfrm>
              <a:off x="7632360" y="29458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9" name="Text Box 69"/>
            <p:cNvSpPr/>
            <p:nvPr/>
          </p:nvSpPr>
          <p:spPr>
            <a:xfrm>
              <a:off x="7570440" y="2029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0" name="Text Box 70"/>
            <p:cNvSpPr/>
            <p:nvPr/>
          </p:nvSpPr>
          <p:spPr>
            <a:xfrm>
              <a:off x="5890680" y="17737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1" name="Text Box 71"/>
            <p:cNvSpPr/>
            <p:nvPr/>
          </p:nvSpPr>
          <p:spPr>
            <a:xfrm>
              <a:off x="5088600" y="13179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52" name="Group 1507"/>
            <p:cNvGrpSpPr/>
            <p:nvPr/>
          </p:nvGrpSpPr>
          <p:grpSpPr>
            <a:xfrm>
              <a:off x="8956800" y="2338920"/>
              <a:ext cx="427320" cy="711720"/>
              <a:chOff x="8956800" y="2338920"/>
              <a:chExt cx="427320" cy="711720"/>
            </a:xfrm>
          </p:grpSpPr>
          <p:sp>
            <p:nvSpPr>
              <p:cNvPr id="8953" name="Freeform 1508"/>
              <p:cNvSpPr/>
              <p:nvPr/>
            </p:nvSpPr>
            <p:spPr>
              <a:xfrm>
                <a:off x="9295200" y="2340000"/>
                <a:ext cx="84600" cy="67896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678960"/>
                  <a:gd name="textAreaBottom" fmla="*/ 679320 h 678960"/>
                  <a:gd name="GluePoint1X" fmla="*/ 6 w 354"/>
                  <a:gd name="GluePoint1Y" fmla="*/ 0 h 2742"/>
                  <a:gd name="GluePoint2X" fmla="*/ 30 w 354"/>
                  <a:gd name="GluePoint2Y" fmla="*/ 46 h 2742"/>
                  <a:gd name="GluePoint3X" fmla="*/ 30 w 354"/>
                  <a:gd name="GluePoint3Y" fmla="*/ 354 h 2742"/>
                  <a:gd name="GluePoint4X" fmla="*/ 0 w 354"/>
                  <a:gd name="GluePoint4Y" fmla="*/ 371 h 2742"/>
                  <a:gd name="GluePoint5X" fmla="*/ 6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4" name="Rectangle 1509"/>
              <p:cNvSpPr/>
              <p:nvPr/>
            </p:nvSpPr>
            <p:spPr>
              <a:xfrm>
                <a:off x="8978040" y="2338920"/>
                <a:ext cx="313560" cy="67860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5" name="Freeform 1510"/>
              <p:cNvSpPr/>
              <p:nvPr/>
            </p:nvSpPr>
            <p:spPr>
              <a:xfrm>
                <a:off x="9311040" y="2380680"/>
                <a:ext cx="50400" cy="628200"/>
              </a:xfrm>
              <a:custGeom>
                <a:avLst/>
                <a:gdLst>
                  <a:gd name="textAreaLeft" fmla="*/ 0 w 50400"/>
                  <a:gd name="textAreaRight" fmla="*/ 50760 w 50400"/>
                  <a:gd name="textAreaTop" fmla="*/ 0 h 628200"/>
                  <a:gd name="textAreaBottom" fmla="*/ 628560 h 628200"/>
                  <a:gd name="GluePoint1X" fmla="*/ 2 w 211"/>
                  <a:gd name="GluePoint1Y" fmla="*/ 0 h 2537"/>
                  <a:gd name="GluePoint2X" fmla="*/ 18 w 211"/>
                  <a:gd name="GluePoint2Y" fmla="*/ 30 h 2537"/>
                  <a:gd name="GluePoint3X" fmla="*/ 2 w 211"/>
                  <a:gd name="GluePoint3Y" fmla="*/ 338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6" name="Freeform 1511"/>
              <p:cNvSpPr/>
              <p:nvPr/>
            </p:nvSpPr>
            <p:spPr>
              <a:xfrm>
                <a:off x="9300240" y="2698920"/>
                <a:ext cx="78480" cy="5580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55800"/>
                  <a:gd name="textAreaBottom" fmla="*/ 56160 h 55800"/>
                  <a:gd name="GluePoint1X" fmla="*/ 2 w 328"/>
                  <a:gd name="GluePoint1Y" fmla="*/ 0 h 226"/>
                  <a:gd name="GluePoint2X" fmla="*/ 29 w 328"/>
                  <a:gd name="GluePoint2Y" fmla="*/ 18 h 226"/>
                  <a:gd name="GluePoint3X" fmla="*/ 29 w 328"/>
                  <a:gd name="GluePoint3Y" fmla="*/ 32 h 226"/>
                  <a:gd name="GluePoint4X" fmla="*/ 0 w 328"/>
                  <a:gd name="GluePoint4Y" fmla="*/ 13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1160" rIns="90000" bIns="111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7" name="Rectangle 1512"/>
              <p:cNvSpPr/>
              <p:nvPr/>
            </p:nvSpPr>
            <p:spPr>
              <a:xfrm>
                <a:off x="8978040" y="241632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958" name="Group 1513"/>
              <p:cNvGrpSpPr/>
              <p:nvPr/>
            </p:nvGrpSpPr>
            <p:grpSpPr>
              <a:xfrm>
                <a:off x="9139320" y="2409480"/>
                <a:ext cx="172800" cy="44280"/>
                <a:chOff x="9139320" y="2409480"/>
                <a:chExt cx="172800" cy="44280"/>
              </a:xfrm>
            </p:grpSpPr>
            <p:sp>
              <p:nvSpPr>
                <p:cNvPr id="8959" name="AutoShape 1514"/>
                <p:cNvSpPr/>
                <p:nvPr/>
              </p:nvSpPr>
              <p:spPr>
                <a:xfrm>
                  <a:off x="9139320" y="2409480"/>
                  <a:ext cx="172800" cy="442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3680" rIns="90000" bIns="-136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60" name="AutoShape 1515"/>
                <p:cNvSpPr/>
                <p:nvPr/>
              </p:nvSpPr>
              <p:spPr>
                <a:xfrm>
                  <a:off x="9142200" y="2413800"/>
                  <a:ext cx="167040" cy="349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961" name="Rectangle 1516"/>
              <p:cNvSpPr/>
              <p:nvPr/>
            </p:nvSpPr>
            <p:spPr>
              <a:xfrm>
                <a:off x="8980920" y="251496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962" name="Group 1517"/>
              <p:cNvGrpSpPr/>
              <p:nvPr/>
            </p:nvGrpSpPr>
            <p:grpSpPr>
              <a:xfrm>
                <a:off x="9139320" y="2505600"/>
                <a:ext cx="172800" cy="39600"/>
                <a:chOff x="9139320" y="2505600"/>
                <a:chExt cx="172800" cy="39600"/>
              </a:xfrm>
            </p:grpSpPr>
            <p:sp>
              <p:nvSpPr>
                <p:cNvPr id="8963" name="AutoShape 1518"/>
                <p:cNvSpPr/>
                <p:nvPr/>
              </p:nvSpPr>
              <p:spPr>
                <a:xfrm>
                  <a:off x="9139320" y="2505600"/>
                  <a:ext cx="172800" cy="39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6920" rIns="90000" bIns="-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64" name="AutoShape 1519"/>
                <p:cNvSpPr/>
                <p:nvPr/>
              </p:nvSpPr>
              <p:spPr>
                <a:xfrm>
                  <a:off x="9142560" y="2510640"/>
                  <a:ext cx="167040" cy="302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3400" rIns="90000" bIns="-234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965" name="Rectangle 1520"/>
              <p:cNvSpPr/>
              <p:nvPr/>
            </p:nvSpPr>
            <p:spPr>
              <a:xfrm>
                <a:off x="8980920" y="261396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6" name="Rectangle 1521"/>
              <p:cNvSpPr/>
              <p:nvPr/>
            </p:nvSpPr>
            <p:spPr>
              <a:xfrm>
                <a:off x="8983800" y="270324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967" name="Group 1522"/>
              <p:cNvGrpSpPr/>
              <p:nvPr/>
            </p:nvGrpSpPr>
            <p:grpSpPr>
              <a:xfrm>
                <a:off x="9136440" y="2698560"/>
                <a:ext cx="173160" cy="41760"/>
                <a:chOff x="9136440" y="2698560"/>
                <a:chExt cx="173160" cy="41760"/>
              </a:xfrm>
            </p:grpSpPr>
            <p:sp>
              <p:nvSpPr>
                <p:cNvPr id="8968" name="AutoShape 1523"/>
                <p:cNvSpPr/>
                <p:nvPr/>
              </p:nvSpPr>
              <p:spPr>
                <a:xfrm>
                  <a:off x="9136440" y="2698560"/>
                  <a:ext cx="173160" cy="417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480" rIns="90000" bIns="-154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69" name="AutoShape 1524"/>
                <p:cNvSpPr/>
                <p:nvPr/>
              </p:nvSpPr>
              <p:spPr>
                <a:xfrm>
                  <a:off x="9139320" y="2700720"/>
                  <a:ext cx="167040" cy="349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970" name="Freeform 1525"/>
              <p:cNvSpPr/>
              <p:nvPr/>
            </p:nvSpPr>
            <p:spPr>
              <a:xfrm>
                <a:off x="9301320" y="2613960"/>
                <a:ext cx="78480" cy="5544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55440"/>
                  <a:gd name="textAreaBottom" fmla="*/ 55800 h 55440"/>
                  <a:gd name="GluePoint1X" fmla="*/ 2 w 328"/>
                  <a:gd name="GluePoint1Y" fmla="*/ 0 h 226"/>
                  <a:gd name="GluePoint2X" fmla="*/ 29 w 328"/>
                  <a:gd name="GluePoint2Y" fmla="*/ 17 h 226"/>
                  <a:gd name="GluePoint3X" fmla="*/ 29 w 328"/>
                  <a:gd name="GluePoint3Y" fmla="*/ 30 h 226"/>
                  <a:gd name="GluePoint4X" fmla="*/ 0 w 328"/>
                  <a:gd name="GluePoint4Y" fmla="*/ 12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971" name="Group 1526"/>
              <p:cNvGrpSpPr/>
              <p:nvPr/>
            </p:nvGrpSpPr>
            <p:grpSpPr>
              <a:xfrm>
                <a:off x="9136440" y="2606760"/>
                <a:ext cx="176040" cy="39600"/>
                <a:chOff x="9136440" y="2606760"/>
                <a:chExt cx="176040" cy="39600"/>
              </a:xfrm>
            </p:grpSpPr>
            <p:sp>
              <p:nvSpPr>
                <p:cNvPr id="8972" name="AutoShape 1527"/>
                <p:cNvSpPr/>
                <p:nvPr/>
              </p:nvSpPr>
              <p:spPr>
                <a:xfrm>
                  <a:off x="9136440" y="2606760"/>
                  <a:ext cx="176040" cy="39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6920" rIns="90000" bIns="-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73" name="AutoShape 1528"/>
                <p:cNvSpPr/>
                <p:nvPr/>
              </p:nvSpPr>
              <p:spPr>
                <a:xfrm>
                  <a:off x="9139320" y="2611440"/>
                  <a:ext cx="173160" cy="302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3400" rIns="90000" bIns="-234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8974" name="Rectangle 1529"/>
              <p:cNvSpPr/>
              <p:nvPr/>
            </p:nvSpPr>
            <p:spPr>
              <a:xfrm>
                <a:off x="9288720" y="2338920"/>
                <a:ext cx="20520" cy="67860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5" name="Freeform 1530"/>
              <p:cNvSpPr/>
              <p:nvPr/>
            </p:nvSpPr>
            <p:spPr>
              <a:xfrm>
                <a:off x="9308520" y="2510640"/>
                <a:ext cx="70560" cy="63000"/>
              </a:xfrm>
              <a:custGeom>
                <a:avLst/>
                <a:gdLst>
                  <a:gd name="textAreaLeft" fmla="*/ 0 w 70560"/>
                  <a:gd name="textAreaRight" fmla="*/ 70920 w 70560"/>
                  <a:gd name="textAreaTop" fmla="*/ 0 h 63000"/>
                  <a:gd name="textAreaBottom" fmla="*/ 63360 h 63000"/>
                  <a:gd name="GluePoint1X" fmla="*/ 2 w 296"/>
                  <a:gd name="GluePoint1Y" fmla="*/ 0 h 256"/>
                  <a:gd name="GluePoint2X" fmla="*/ 26 w 296"/>
                  <a:gd name="GluePoint2Y" fmla="*/ 18 h 256"/>
                  <a:gd name="GluePoint3X" fmla="*/ 26 w 296"/>
                  <a:gd name="GluePoint3Y" fmla="*/ 34 h 256"/>
                  <a:gd name="GluePoint4X" fmla="*/ 0 w 296"/>
                  <a:gd name="GluePoint4Y" fmla="*/ 12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6" name="Freeform 1531"/>
              <p:cNvSpPr/>
              <p:nvPr/>
            </p:nvSpPr>
            <p:spPr>
              <a:xfrm>
                <a:off x="9309240" y="2413440"/>
                <a:ext cx="72720" cy="7092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70920"/>
                  <a:gd name="textAreaBottom" fmla="*/ 71280 h 70920"/>
                  <a:gd name="GluePoint1X" fmla="*/ 0 w 304"/>
                  <a:gd name="GluePoint1Y" fmla="*/ 0 h 288"/>
                  <a:gd name="GluePoint2X" fmla="*/ 27 w 304"/>
                  <a:gd name="GluePoint2Y" fmla="*/ 23 h 288"/>
                  <a:gd name="GluePoint3X" fmla="*/ 25 w 304"/>
                  <a:gd name="GluePoint3Y" fmla="*/ 40 h 288"/>
                  <a:gd name="GluePoint4X" fmla="*/ 2 w 304"/>
                  <a:gd name="GluePoint4Y" fmla="*/ 17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6280" rIns="90000" bIns="262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7" name="Oval 1532"/>
              <p:cNvSpPr/>
              <p:nvPr/>
            </p:nvSpPr>
            <p:spPr>
              <a:xfrm>
                <a:off x="9369360" y="2987280"/>
                <a:ext cx="14760" cy="2772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5200" rIns="90000" bIns="-25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8" name="Freeform 1533"/>
              <p:cNvSpPr/>
              <p:nvPr/>
            </p:nvSpPr>
            <p:spPr>
              <a:xfrm>
                <a:off x="9305640" y="2988360"/>
                <a:ext cx="73080" cy="5904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59040"/>
                  <a:gd name="textAreaBottom" fmla="*/ 59400 h 59040"/>
                  <a:gd name="GluePoint1X" fmla="*/ 0 w 306"/>
                  <a:gd name="GluePoint1Y" fmla="*/ 15 h 240"/>
                  <a:gd name="GluePoint2X" fmla="*/ 2 w 306"/>
                  <a:gd name="GluePoint2Y" fmla="*/ 33 h 240"/>
                  <a:gd name="GluePoint3X" fmla="*/ 27 w 306"/>
                  <a:gd name="GluePoint3Y" fmla="*/ 15 h 240"/>
                  <a:gd name="GluePoint4X" fmla="*/ 26 w 306"/>
                  <a:gd name="GluePoint4Y" fmla="*/ 0 h 240"/>
                  <a:gd name="GluePoint5X" fmla="*/ 0 w 306"/>
                  <a:gd name="GluePoint5Y" fmla="*/ 15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4400" rIns="90000" bIns="144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9" name="AutoShape 1534"/>
              <p:cNvSpPr/>
              <p:nvPr/>
            </p:nvSpPr>
            <p:spPr>
              <a:xfrm>
                <a:off x="8956800" y="3006360"/>
                <a:ext cx="358560" cy="442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3680" rIns="90000" bIns="-136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0" name="AutoShape 1535"/>
              <p:cNvSpPr/>
              <p:nvPr/>
            </p:nvSpPr>
            <p:spPr>
              <a:xfrm>
                <a:off x="8978040" y="3017880"/>
                <a:ext cx="319320" cy="230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1" name="Oval 1536"/>
              <p:cNvSpPr/>
              <p:nvPr/>
            </p:nvSpPr>
            <p:spPr>
              <a:xfrm>
                <a:off x="9007560" y="2919240"/>
                <a:ext cx="47160" cy="4176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2" name="Oval 1537"/>
              <p:cNvSpPr/>
              <p:nvPr/>
            </p:nvSpPr>
            <p:spPr>
              <a:xfrm>
                <a:off x="9061560" y="2919240"/>
                <a:ext cx="47160" cy="4176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3" name="Oval 1538"/>
              <p:cNvSpPr/>
              <p:nvPr/>
            </p:nvSpPr>
            <p:spPr>
              <a:xfrm>
                <a:off x="9112320" y="2919240"/>
                <a:ext cx="47160" cy="4176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4" name="Rectangle 1539"/>
              <p:cNvSpPr/>
              <p:nvPr/>
            </p:nvSpPr>
            <p:spPr>
              <a:xfrm>
                <a:off x="9235080" y="2757240"/>
                <a:ext cx="23760" cy="2253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8985" name="Straight Connector 324"/>
            <p:cNvCxnSpPr/>
            <p:nvPr/>
          </p:nvCxnSpPr>
          <p:spPr>
            <a:xfrm>
              <a:off x="3247920" y="2656800"/>
              <a:ext cx="5270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8986" name="Straight Connector 325"/>
            <p:cNvCxnSpPr/>
            <p:nvPr/>
          </p:nvCxnSpPr>
          <p:spPr>
            <a:xfrm>
              <a:off x="8460720" y="2692080"/>
              <a:ext cx="52740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grpSp>
          <p:nvGrpSpPr>
            <p:cNvPr id="8987" name="Group 326"/>
            <p:cNvGrpSpPr/>
            <p:nvPr/>
          </p:nvGrpSpPr>
          <p:grpSpPr>
            <a:xfrm>
              <a:off x="4980240" y="1895400"/>
              <a:ext cx="687240" cy="475200"/>
              <a:chOff x="4980240" y="1895400"/>
              <a:chExt cx="687240" cy="475200"/>
            </a:xfrm>
          </p:grpSpPr>
          <p:grpSp>
            <p:nvGrpSpPr>
              <p:cNvPr id="8988" name="Group 327"/>
              <p:cNvGrpSpPr/>
              <p:nvPr/>
            </p:nvGrpSpPr>
            <p:grpSpPr>
              <a:xfrm>
                <a:off x="4980240" y="1895400"/>
                <a:ext cx="687240" cy="403200"/>
                <a:chOff x="4980240" y="1895400"/>
                <a:chExt cx="687240" cy="403200"/>
              </a:xfrm>
            </p:grpSpPr>
            <p:sp>
              <p:nvSpPr>
                <p:cNvPr id="8989" name="Oval 401"/>
                <p:cNvSpPr/>
                <p:nvPr/>
              </p:nvSpPr>
              <p:spPr>
                <a:xfrm flipV="1">
                  <a:off x="4982400" y="200268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990" name="Rectangle 402"/>
                <p:cNvSpPr/>
                <p:nvPr/>
              </p:nvSpPr>
              <p:spPr>
                <a:xfrm>
                  <a:off x="4980240" y="204660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991" name="Oval 403"/>
                <p:cNvSpPr/>
                <p:nvPr/>
              </p:nvSpPr>
              <p:spPr>
                <a:xfrm flipV="1">
                  <a:off x="4980240" y="18954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992" name="Freeform 404"/>
                <p:cNvSpPr/>
                <p:nvPr/>
              </p:nvSpPr>
              <p:spPr>
                <a:xfrm>
                  <a:off x="5155920" y="19854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993" name="Freeform 405"/>
                <p:cNvSpPr/>
                <p:nvPr/>
              </p:nvSpPr>
              <p:spPr>
                <a:xfrm>
                  <a:off x="5121360" y="19479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994" name="Freeform 406"/>
                <p:cNvSpPr/>
                <p:nvPr/>
              </p:nvSpPr>
              <p:spPr>
                <a:xfrm>
                  <a:off x="5385960" y="20358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8995" name="Freeform 407"/>
                <p:cNvSpPr/>
                <p:nvPr/>
              </p:nvSpPr>
              <p:spPr>
                <a:xfrm>
                  <a:off x="5113440" y="20379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8996" name="Straight Connector 408"/>
                <p:cNvCxnSpPr/>
                <p:nvPr/>
              </p:nvCxnSpPr>
              <p:spPr>
                <a:xfrm flipH="1" flipV="1">
                  <a:off x="4980240" y="20422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8997" name="Straight Connector 409"/>
                <p:cNvCxnSpPr/>
                <p:nvPr/>
              </p:nvCxnSpPr>
              <p:spPr>
                <a:xfrm flipH="1" flipV="1">
                  <a:off x="5665680" y="204012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8998" name="Group 398"/>
              <p:cNvGrpSpPr/>
              <p:nvPr/>
            </p:nvGrpSpPr>
            <p:grpSpPr>
              <a:xfrm>
                <a:off x="5112360" y="1914480"/>
                <a:ext cx="433080" cy="456120"/>
                <a:chOff x="5112360" y="1914480"/>
                <a:chExt cx="433080" cy="456120"/>
              </a:xfrm>
            </p:grpSpPr>
            <p:sp>
              <p:nvSpPr>
                <p:cNvPr id="8999" name="Oval 399"/>
                <p:cNvSpPr/>
                <p:nvPr/>
              </p:nvSpPr>
              <p:spPr>
                <a:xfrm>
                  <a:off x="5112360" y="20635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00" name="TextBox 400"/>
                <p:cNvSpPr/>
                <p:nvPr/>
              </p:nvSpPr>
              <p:spPr>
                <a:xfrm>
                  <a:off x="5164200" y="191448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v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001" name="Group 327"/>
            <p:cNvGrpSpPr/>
            <p:nvPr/>
          </p:nvGrpSpPr>
          <p:grpSpPr>
            <a:xfrm>
              <a:off x="6454440" y="1892160"/>
              <a:ext cx="687240" cy="475560"/>
              <a:chOff x="6454440" y="1892160"/>
              <a:chExt cx="687240" cy="475560"/>
            </a:xfrm>
          </p:grpSpPr>
          <p:grpSp>
            <p:nvGrpSpPr>
              <p:cNvPr id="9002" name="Group 327"/>
              <p:cNvGrpSpPr/>
              <p:nvPr/>
            </p:nvGrpSpPr>
            <p:grpSpPr>
              <a:xfrm>
                <a:off x="6454440" y="1892160"/>
                <a:ext cx="687240" cy="403560"/>
                <a:chOff x="6454440" y="1892160"/>
                <a:chExt cx="687240" cy="403560"/>
              </a:xfrm>
            </p:grpSpPr>
            <p:sp>
              <p:nvSpPr>
                <p:cNvPr id="9003" name="Oval 388"/>
                <p:cNvSpPr/>
                <p:nvPr/>
              </p:nvSpPr>
              <p:spPr>
                <a:xfrm flipV="1">
                  <a:off x="6456600" y="199980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04" name="Rectangle 389"/>
                <p:cNvSpPr/>
                <p:nvPr/>
              </p:nvSpPr>
              <p:spPr>
                <a:xfrm>
                  <a:off x="6454440" y="204372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05" name="Oval 390"/>
                <p:cNvSpPr/>
                <p:nvPr/>
              </p:nvSpPr>
              <p:spPr>
                <a:xfrm flipV="1">
                  <a:off x="6454440" y="189216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06" name="Freeform 391"/>
                <p:cNvSpPr/>
                <p:nvPr/>
              </p:nvSpPr>
              <p:spPr>
                <a:xfrm>
                  <a:off x="6630120" y="198216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07" name="Freeform 392"/>
                <p:cNvSpPr/>
                <p:nvPr/>
              </p:nvSpPr>
              <p:spPr>
                <a:xfrm>
                  <a:off x="6595560" y="194472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08" name="Freeform 393"/>
                <p:cNvSpPr/>
                <p:nvPr/>
              </p:nvSpPr>
              <p:spPr>
                <a:xfrm>
                  <a:off x="6860160" y="203256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09" name="Freeform 394"/>
                <p:cNvSpPr/>
                <p:nvPr/>
              </p:nvSpPr>
              <p:spPr>
                <a:xfrm>
                  <a:off x="6587640" y="203472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010" name="Straight Connector 395"/>
                <p:cNvCxnSpPr/>
                <p:nvPr/>
              </p:nvCxnSpPr>
              <p:spPr>
                <a:xfrm flipH="1" flipV="1">
                  <a:off x="6454440" y="203904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011" name="Straight Connector 396"/>
                <p:cNvCxnSpPr/>
                <p:nvPr/>
              </p:nvCxnSpPr>
              <p:spPr>
                <a:xfrm flipH="1" flipV="1">
                  <a:off x="7139880" y="20368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012" name="Group 385"/>
              <p:cNvGrpSpPr/>
              <p:nvPr/>
            </p:nvGrpSpPr>
            <p:grpSpPr>
              <a:xfrm>
                <a:off x="6586560" y="1911600"/>
                <a:ext cx="433080" cy="456120"/>
                <a:chOff x="6586560" y="1911600"/>
                <a:chExt cx="433080" cy="456120"/>
              </a:xfrm>
            </p:grpSpPr>
            <p:sp>
              <p:nvSpPr>
                <p:cNvPr id="9013" name="Oval 386"/>
                <p:cNvSpPr/>
                <p:nvPr/>
              </p:nvSpPr>
              <p:spPr>
                <a:xfrm>
                  <a:off x="6586560" y="206064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14" name="TextBox 387"/>
                <p:cNvSpPr/>
                <p:nvPr/>
              </p:nvSpPr>
              <p:spPr>
                <a:xfrm>
                  <a:off x="6618960" y="1911600"/>
                  <a:ext cx="40068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w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015" name="Group 328"/>
            <p:cNvGrpSpPr/>
            <p:nvPr/>
          </p:nvGrpSpPr>
          <p:grpSpPr>
            <a:xfrm>
              <a:off x="3772080" y="2430000"/>
              <a:ext cx="687240" cy="475560"/>
              <a:chOff x="3772080" y="2430000"/>
              <a:chExt cx="687240" cy="475560"/>
            </a:xfrm>
          </p:grpSpPr>
          <p:grpSp>
            <p:nvGrpSpPr>
              <p:cNvPr id="9016" name="Group 327"/>
              <p:cNvGrpSpPr/>
              <p:nvPr/>
            </p:nvGrpSpPr>
            <p:grpSpPr>
              <a:xfrm>
                <a:off x="3772080" y="2430000"/>
                <a:ext cx="687240" cy="403560"/>
                <a:chOff x="3772080" y="2430000"/>
                <a:chExt cx="687240" cy="403560"/>
              </a:xfrm>
            </p:grpSpPr>
            <p:sp>
              <p:nvSpPr>
                <p:cNvPr id="9017" name="Oval 375"/>
                <p:cNvSpPr/>
                <p:nvPr/>
              </p:nvSpPr>
              <p:spPr>
                <a:xfrm flipV="1">
                  <a:off x="3773880" y="253764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18" name="Rectangle 376"/>
                <p:cNvSpPr/>
                <p:nvPr/>
              </p:nvSpPr>
              <p:spPr>
                <a:xfrm>
                  <a:off x="3772080" y="258156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19" name="Oval 377"/>
                <p:cNvSpPr/>
                <p:nvPr/>
              </p:nvSpPr>
              <p:spPr>
                <a:xfrm flipV="1">
                  <a:off x="3772080" y="24300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20" name="Freeform 378"/>
                <p:cNvSpPr/>
                <p:nvPr/>
              </p:nvSpPr>
              <p:spPr>
                <a:xfrm>
                  <a:off x="3947760" y="25200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21" name="Freeform 379"/>
                <p:cNvSpPr/>
                <p:nvPr/>
              </p:nvSpPr>
              <p:spPr>
                <a:xfrm>
                  <a:off x="3913200" y="24825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22" name="Freeform 380"/>
                <p:cNvSpPr/>
                <p:nvPr/>
              </p:nvSpPr>
              <p:spPr>
                <a:xfrm>
                  <a:off x="4177440" y="25704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23" name="Freeform 381"/>
                <p:cNvSpPr/>
                <p:nvPr/>
              </p:nvSpPr>
              <p:spPr>
                <a:xfrm>
                  <a:off x="3905280" y="25725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024" name="Straight Connector 382"/>
                <p:cNvCxnSpPr/>
                <p:nvPr/>
              </p:nvCxnSpPr>
              <p:spPr>
                <a:xfrm flipH="1" flipV="1">
                  <a:off x="3772080" y="25768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025" name="Straight Connector 383"/>
                <p:cNvCxnSpPr/>
                <p:nvPr/>
              </p:nvCxnSpPr>
              <p:spPr>
                <a:xfrm flipH="1" flipV="1">
                  <a:off x="4457520" y="257472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026" name="Group 372"/>
              <p:cNvGrpSpPr/>
              <p:nvPr/>
            </p:nvGrpSpPr>
            <p:grpSpPr>
              <a:xfrm>
                <a:off x="3904200" y="2449440"/>
                <a:ext cx="433080" cy="456120"/>
                <a:chOff x="3904200" y="2449440"/>
                <a:chExt cx="433080" cy="456120"/>
              </a:xfrm>
            </p:grpSpPr>
            <p:sp>
              <p:nvSpPr>
                <p:cNvPr id="9027" name="Oval 373"/>
                <p:cNvSpPr/>
                <p:nvPr/>
              </p:nvSpPr>
              <p:spPr>
                <a:xfrm>
                  <a:off x="3904200" y="25981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28" name="TextBox 374"/>
                <p:cNvSpPr/>
                <p:nvPr/>
              </p:nvSpPr>
              <p:spPr>
                <a:xfrm>
                  <a:off x="3956040" y="2449440"/>
                  <a:ext cx="35028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u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029" name="Group 329"/>
            <p:cNvGrpSpPr/>
            <p:nvPr/>
          </p:nvGrpSpPr>
          <p:grpSpPr>
            <a:xfrm>
              <a:off x="7850880" y="2491560"/>
              <a:ext cx="687240" cy="475560"/>
              <a:chOff x="7850880" y="2491560"/>
              <a:chExt cx="687240" cy="475560"/>
            </a:xfrm>
          </p:grpSpPr>
          <p:grpSp>
            <p:nvGrpSpPr>
              <p:cNvPr id="9030" name="Group 327"/>
              <p:cNvGrpSpPr/>
              <p:nvPr/>
            </p:nvGrpSpPr>
            <p:grpSpPr>
              <a:xfrm>
                <a:off x="7850880" y="2491560"/>
                <a:ext cx="687240" cy="403560"/>
                <a:chOff x="7850880" y="2491560"/>
                <a:chExt cx="687240" cy="403560"/>
              </a:xfrm>
            </p:grpSpPr>
            <p:sp>
              <p:nvSpPr>
                <p:cNvPr id="9031" name="Oval 362"/>
                <p:cNvSpPr/>
                <p:nvPr/>
              </p:nvSpPr>
              <p:spPr>
                <a:xfrm flipV="1">
                  <a:off x="7853040" y="259920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32" name="Rectangle 363"/>
                <p:cNvSpPr/>
                <p:nvPr/>
              </p:nvSpPr>
              <p:spPr>
                <a:xfrm>
                  <a:off x="7850880" y="264312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33" name="Oval 364"/>
                <p:cNvSpPr/>
                <p:nvPr/>
              </p:nvSpPr>
              <p:spPr>
                <a:xfrm flipV="1">
                  <a:off x="7850880" y="249156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34" name="Freeform 365"/>
                <p:cNvSpPr/>
                <p:nvPr/>
              </p:nvSpPr>
              <p:spPr>
                <a:xfrm>
                  <a:off x="8026560" y="258156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35" name="Freeform 366"/>
                <p:cNvSpPr/>
                <p:nvPr/>
              </p:nvSpPr>
              <p:spPr>
                <a:xfrm>
                  <a:off x="7992000" y="254448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36" name="Freeform 367"/>
                <p:cNvSpPr/>
                <p:nvPr/>
              </p:nvSpPr>
              <p:spPr>
                <a:xfrm>
                  <a:off x="8256600" y="263232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37" name="Freeform 368"/>
                <p:cNvSpPr/>
                <p:nvPr/>
              </p:nvSpPr>
              <p:spPr>
                <a:xfrm>
                  <a:off x="7984080" y="263448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038" name="Straight Connector 369"/>
                <p:cNvCxnSpPr/>
                <p:nvPr/>
              </p:nvCxnSpPr>
              <p:spPr>
                <a:xfrm flipH="1" flipV="1">
                  <a:off x="7850880" y="2638440"/>
                  <a:ext cx="2160" cy="1148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039" name="Straight Connector 370"/>
                <p:cNvCxnSpPr/>
                <p:nvPr/>
              </p:nvCxnSpPr>
              <p:spPr>
                <a:xfrm flipH="1" flipV="1">
                  <a:off x="8536320" y="26362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040" name="Group 359"/>
              <p:cNvGrpSpPr/>
              <p:nvPr/>
            </p:nvGrpSpPr>
            <p:grpSpPr>
              <a:xfrm>
                <a:off x="7983000" y="2511000"/>
                <a:ext cx="433080" cy="456120"/>
                <a:chOff x="7983000" y="2511000"/>
                <a:chExt cx="433080" cy="456120"/>
              </a:xfrm>
            </p:grpSpPr>
            <p:sp>
              <p:nvSpPr>
                <p:cNvPr id="9041" name="Oval 360"/>
                <p:cNvSpPr/>
                <p:nvPr/>
              </p:nvSpPr>
              <p:spPr>
                <a:xfrm>
                  <a:off x="7983000" y="266004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42" name="TextBox 361"/>
                <p:cNvSpPr/>
                <p:nvPr/>
              </p:nvSpPr>
              <p:spPr>
                <a:xfrm>
                  <a:off x="8034840" y="251100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z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043" name="Group 330"/>
            <p:cNvGrpSpPr/>
            <p:nvPr/>
          </p:nvGrpSpPr>
          <p:grpSpPr>
            <a:xfrm>
              <a:off x="6493680" y="3065400"/>
              <a:ext cx="687240" cy="475200"/>
              <a:chOff x="6493680" y="3065400"/>
              <a:chExt cx="687240" cy="475200"/>
            </a:xfrm>
          </p:grpSpPr>
          <p:grpSp>
            <p:nvGrpSpPr>
              <p:cNvPr id="9044" name="Group 327"/>
              <p:cNvGrpSpPr/>
              <p:nvPr/>
            </p:nvGrpSpPr>
            <p:grpSpPr>
              <a:xfrm>
                <a:off x="6493680" y="3065400"/>
                <a:ext cx="687240" cy="403200"/>
                <a:chOff x="6493680" y="3065400"/>
                <a:chExt cx="687240" cy="403200"/>
              </a:xfrm>
            </p:grpSpPr>
            <p:sp>
              <p:nvSpPr>
                <p:cNvPr id="9045" name="Oval 349"/>
                <p:cNvSpPr/>
                <p:nvPr/>
              </p:nvSpPr>
              <p:spPr>
                <a:xfrm flipV="1">
                  <a:off x="6495480" y="317268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46" name="Rectangle 350"/>
                <p:cNvSpPr/>
                <p:nvPr/>
              </p:nvSpPr>
              <p:spPr>
                <a:xfrm>
                  <a:off x="6493680" y="321660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47" name="Oval 351"/>
                <p:cNvSpPr/>
                <p:nvPr/>
              </p:nvSpPr>
              <p:spPr>
                <a:xfrm flipV="1">
                  <a:off x="6493680" y="30654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48" name="Freeform 352"/>
                <p:cNvSpPr/>
                <p:nvPr/>
              </p:nvSpPr>
              <p:spPr>
                <a:xfrm>
                  <a:off x="6669360" y="31554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49" name="Freeform 353"/>
                <p:cNvSpPr/>
                <p:nvPr/>
              </p:nvSpPr>
              <p:spPr>
                <a:xfrm>
                  <a:off x="6634800" y="31179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50" name="Freeform 354"/>
                <p:cNvSpPr/>
                <p:nvPr/>
              </p:nvSpPr>
              <p:spPr>
                <a:xfrm>
                  <a:off x="6899040" y="32058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51" name="Freeform 355"/>
                <p:cNvSpPr/>
                <p:nvPr/>
              </p:nvSpPr>
              <p:spPr>
                <a:xfrm>
                  <a:off x="6626880" y="32079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052" name="Straight Connector 356"/>
                <p:cNvCxnSpPr/>
                <p:nvPr/>
              </p:nvCxnSpPr>
              <p:spPr>
                <a:xfrm flipH="1" flipV="1">
                  <a:off x="6493680" y="32122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053" name="Straight Connector 357"/>
                <p:cNvCxnSpPr/>
                <p:nvPr/>
              </p:nvCxnSpPr>
              <p:spPr>
                <a:xfrm flipH="1" flipV="1">
                  <a:off x="7179120" y="321012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054" name="Group 346"/>
              <p:cNvGrpSpPr/>
              <p:nvPr/>
            </p:nvGrpSpPr>
            <p:grpSpPr>
              <a:xfrm>
                <a:off x="6625800" y="3084480"/>
                <a:ext cx="433080" cy="456120"/>
                <a:chOff x="6625800" y="3084480"/>
                <a:chExt cx="433080" cy="456120"/>
              </a:xfrm>
            </p:grpSpPr>
            <p:sp>
              <p:nvSpPr>
                <p:cNvPr id="9055" name="Oval 347"/>
                <p:cNvSpPr/>
                <p:nvPr/>
              </p:nvSpPr>
              <p:spPr>
                <a:xfrm>
                  <a:off x="6625800" y="32335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56" name="TextBox 348"/>
                <p:cNvSpPr/>
                <p:nvPr/>
              </p:nvSpPr>
              <p:spPr>
                <a:xfrm>
                  <a:off x="6677640" y="308448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y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057" name="Group 331"/>
            <p:cNvGrpSpPr/>
            <p:nvPr/>
          </p:nvGrpSpPr>
          <p:grpSpPr>
            <a:xfrm>
              <a:off x="4902840" y="3049200"/>
              <a:ext cx="687600" cy="475200"/>
              <a:chOff x="4902840" y="3049200"/>
              <a:chExt cx="687600" cy="475200"/>
            </a:xfrm>
          </p:grpSpPr>
          <p:grpSp>
            <p:nvGrpSpPr>
              <p:cNvPr id="9058" name="Group 327"/>
              <p:cNvGrpSpPr/>
              <p:nvPr/>
            </p:nvGrpSpPr>
            <p:grpSpPr>
              <a:xfrm>
                <a:off x="4902840" y="3049200"/>
                <a:ext cx="687600" cy="403560"/>
                <a:chOff x="4902840" y="3049200"/>
                <a:chExt cx="687600" cy="403560"/>
              </a:xfrm>
            </p:grpSpPr>
            <p:sp>
              <p:nvSpPr>
                <p:cNvPr id="9059" name="Oval 336"/>
                <p:cNvSpPr/>
                <p:nvPr/>
              </p:nvSpPr>
              <p:spPr>
                <a:xfrm flipV="1">
                  <a:off x="4905000" y="315684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60" name="Rectangle 337"/>
                <p:cNvSpPr/>
                <p:nvPr/>
              </p:nvSpPr>
              <p:spPr>
                <a:xfrm>
                  <a:off x="4903200" y="320076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61" name="Oval 338"/>
                <p:cNvSpPr/>
                <p:nvPr/>
              </p:nvSpPr>
              <p:spPr>
                <a:xfrm flipV="1">
                  <a:off x="4903200" y="30492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62" name="Freeform 339"/>
                <p:cNvSpPr/>
                <p:nvPr/>
              </p:nvSpPr>
              <p:spPr>
                <a:xfrm>
                  <a:off x="5078880" y="31392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63" name="Freeform 340"/>
                <p:cNvSpPr/>
                <p:nvPr/>
              </p:nvSpPr>
              <p:spPr>
                <a:xfrm>
                  <a:off x="5043960" y="31017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64" name="Freeform 341"/>
                <p:cNvSpPr/>
                <p:nvPr/>
              </p:nvSpPr>
              <p:spPr>
                <a:xfrm>
                  <a:off x="5308560" y="31896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65" name="Freeform 342"/>
                <p:cNvSpPr/>
                <p:nvPr/>
              </p:nvSpPr>
              <p:spPr>
                <a:xfrm>
                  <a:off x="5036400" y="31917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066" name="Straight Connector 343"/>
                <p:cNvCxnSpPr/>
                <p:nvPr/>
              </p:nvCxnSpPr>
              <p:spPr>
                <a:xfrm flipH="1" flipV="1">
                  <a:off x="4902840" y="3196080"/>
                  <a:ext cx="252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067" name="Straight Connector 344"/>
                <p:cNvCxnSpPr/>
                <p:nvPr/>
              </p:nvCxnSpPr>
              <p:spPr>
                <a:xfrm flipH="1" flipV="1">
                  <a:off x="5588280" y="3193920"/>
                  <a:ext cx="252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068" name="Group 333"/>
              <p:cNvGrpSpPr/>
              <p:nvPr/>
            </p:nvGrpSpPr>
            <p:grpSpPr>
              <a:xfrm>
                <a:off x="5035320" y="3068280"/>
                <a:ext cx="433080" cy="456120"/>
                <a:chOff x="5035320" y="3068280"/>
                <a:chExt cx="433080" cy="456120"/>
              </a:xfrm>
            </p:grpSpPr>
            <p:sp>
              <p:nvSpPr>
                <p:cNvPr id="9069" name="Oval 334"/>
                <p:cNvSpPr/>
                <p:nvPr/>
              </p:nvSpPr>
              <p:spPr>
                <a:xfrm>
                  <a:off x="5035320" y="32173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070" name="TextBox 335"/>
                <p:cNvSpPr/>
                <p:nvPr/>
              </p:nvSpPr>
              <p:spPr>
                <a:xfrm>
                  <a:off x="5087160" y="306828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x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9071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7103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Traffic engineering: difficult with traditional routing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9072" name="PlaceHolder 2"/>
          <p:cNvSpPr>
            <a:spLocks noGrp="1"/>
          </p:cNvSpPr>
          <p:nvPr>
            <p:ph type="sldNum" idx="7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5399A05-4984-4EE4-BF4A-BF31295BEF22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3" name="TextBox 151"/>
          <p:cNvSpPr/>
          <p:nvPr/>
        </p:nvSpPr>
        <p:spPr>
          <a:xfrm>
            <a:off x="1728720" y="3927960"/>
            <a:ext cx="9727560" cy="23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i="1" u="sng" strike="noStrike">
                <a:solidFill>
                  <a:srgbClr val="000090"/>
                </a:solidFill>
                <a:effectLst/>
                <a:uFillTx/>
                <a:latin typeface="Calibri"/>
                <a:ea typeface="ＭＳ Ｐゴシック"/>
              </a:rPr>
              <a:t>Q: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what if network operator wants u-to-z traffic to flow along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uvw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z, rather than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uxyz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800" b="0" i="1" u="sng" strike="noStrike">
                <a:solidFill>
                  <a:srgbClr val="000090"/>
                </a:solidFill>
                <a:effectLst/>
                <a:uFillTx/>
                <a:latin typeface="Calibri"/>
                <a:ea typeface="ＭＳ Ｐゴシック"/>
              </a:rPr>
              <a:t>A: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need to re-define link weights so traffic routing algorithm computes routes accordingly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(or need a new routing algorithm)!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4" name="TextBox 152"/>
          <p:cNvSpPr/>
          <p:nvPr/>
        </p:nvSpPr>
        <p:spPr>
          <a:xfrm>
            <a:off x="2003400" y="5938200"/>
            <a:ext cx="88714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i="1" u="none" strike="noStrik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link weights are only control “knobs”: not much control!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5" name="Freeform 297"/>
          <p:cNvSpPr/>
          <p:nvPr/>
        </p:nvSpPr>
        <p:spPr>
          <a:xfrm>
            <a:off x="3282840" y="2063160"/>
            <a:ext cx="5675760" cy="536760"/>
          </a:xfrm>
          <a:custGeom>
            <a:avLst/>
            <a:gdLst>
              <a:gd name="textAreaLeft" fmla="*/ 0 w 5675760"/>
              <a:gd name="textAreaRight" fmla="*/ 5676120 w 5675760"/>
              <a:gd name="textAreaTop" fmla="*/ 0 h 536760"/>
              <a:gd name="textAreaBottom" fmla="*/ 537120 h 536760"/>
              <a:gd name="GluePoint1X" fmla="*/ 0 w 5676290"/>
              <a:gd name="GluePoint1Y" fmla="*/ 528658 h 537233"/>
              <a:gd name="GluePoint2X" fmla="*/ 834417 w 5676290"/>
              <a:gd name="GluePoint2Y" fmla="*/ 524911 h 537233"/>
              <a:gd name="GluePoint3X" fmla="*/ 2052521 w 5676290"/>
              <a:gd name="GluePoint3Y" fmla="*/ 0 h 537233"/>
              <a:gd name="GluePoint4X" fmla="*/ 3637117 w 5676290"/>
              <a:gd name="GluePoint4Y" fmla="*/ 1282 h 537233"/>
              <a:gd name="GluePoint5X" fmla="*/ 4909124 w 5676290"/>
              <a:gd name="GluePoint5Y" fmla="*/ 536359 h 537233"/>
              <a:gd name="GluePoint6X" fmla="*/ 5676290 w 5676290"/>
              <a:gd name="GluePoint6Y" fmla="*/ 537233 h 5372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5676290" h="537233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w="57150">
            <a:solidFill>
              <a:srgbClr val="C00000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76" name="Freeform 299"/>
          <p:cNvSpPr/>
          <p:nvPr/>
        </p:nvSpPr>
        <p:spPr>
          <a:xfrm flipV="1">
            <a:off x="3247560" y="2728080"/>
            <a:ext cx="5675760" cy="536760"/>
          </a:xfrm>
          <a:custGeom>
            <a:avLst/>
            <a:gdLst>
              <a:gd name="textAreaLeft" fmla="*/ 0 w 5675760"/>
              <a:gd name="textAreaRight" fmla="*/ 5676120 w 5675760"/>
              <a:gd name="textAreaTop" fmla="*/ -360 h 536760"/>
              <a:gd name="textAreaBottom" fmla="*/ 536760 h 536760"/>
              <a:gd name="GluePoint1X" fmla="*/ 0 w 5676290"/>
              <a:gd name="GluePoint1Y" fmla="*/ 528658 h 537233"/>
              <a:gd name="GluePoint2X" fmla="*/ 834417 w 5676290"/>
              <a:gd name="GluePoint2Y" fmla="*/ 524911 h 537233"/>
              <a:gd name="GluePoint3X" fmla="*/ 2052521 w 5676290"/>
              <a:gd name="GluePoint3Y" fmla="*/ 0 h 537233"/>
              <a:gd name="GluePoint4X" fmla="*/ 3637117 w 5676290"/>
              <a:gd name="GluePoint4Y" fmla="*/ 1282 h 537233"/>
              <a:gd name="GluePoint5X" fmla="*/ 4909124 w 5676290"/>
              <a:gd name="GluePoint5Y" fmla="*/ 536359 h 537233"/>
              <a:gd name="GluePoint6X" fmla="*/ 5676290 w 5676290"/>
              <a:gd name="GluePoint6Y" fmla="*/ 537233 h 5372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5676290" h="537233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w="57150">
            <a:solidFill>
              <a:srgbClr val="C00000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338" dur="indefinite" restart="never" nodeType="tmRoot">
          <p:childTnLst>
            <p:seq>
              <p:cTn id="2339" dur="indefinite" nodeType="mainSeq">
                <p:childTnLst>
                  <p:par>
                    <p:cTn id="2340" fill="hold">
                      <p:stCondLst>
                        <p:cond delay="indefinite"/>
                      </p:stCondLst>
                      <p:childTnLst>
                        <p:par>
                          <p:cTn id="2341" fill="hold">
                            <p:stCondLst>
                              <p:cond delay="0"/>
                            </p:stCondLst>
                            <p:childTnLst>
                              <p:par>
                                <p:cTn id="234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44" dur="500"/>
                                        <p:tgtEl>
                                          <p:spTgt spid="9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5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346" dur="500"/>
                                        <p:tgtEl>
                                          <p:spTgt spid="90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8" fill="hold">
                            <p:stCondLst>
                              <p:cond delay="500"/>
                            </p:stCondLst>
                            <p:childTnLst>
                              <p:par>
                                <p:cTn id="2349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51" dur="500"/>
                                        <p:tgtEl>
                                          <p:spTgt spid="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2" fill="hold">
                      <p:stCondLst>
                        <p:cond delay="indefinite"/>
                      </p:stCondLst>
                      <p:childTnLst>
                        <p:par>
                          <p:cTn id="2353" fill="hold">
                            <p:stCondLst>
                              <p:cond delay="0"/>
                            </p:stCondLst>
                            <p:childTnLst>
                              <p:par>
                                <p:cTn id="235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56" dur="500"/>
                                        <p:tgtEl>
                                          <p:spTgt spid="90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7" fill="hold">
                      <p:stCondLst>
                        <p:cond delay="indefinite"/>
                      </p:stCondLst>
                      <p:childTnLst>
                        <p:par>
                          <p:cTn id="2358" fill="hold">
                            <p:stCondLst>
                              <p:cond delay="0"/>
                            </p:stCondLst>
                            <p:childTnLst>
                              <p:par>
                                <p:cTn id="235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61" dur="500"/>
                                        <p:tgtEl>
                                          <p:spTgt spid="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7" name="Group 303"/>
          <p:cNvGrpSpPr/>
          <p:nvPr/>
        </p:nvGrpSpPr>
        <p:grpSpPr>
          <a:xfrm>
            <a:off x="2509560" y="1275480"/>
            <a:ext cx="6874560" cy="2403720"/>
            <a:chOff x="2509560" y="1275480"/>
            <a:chExt cx="6874560" cy="2403720"/>
          </a:xfrm>
        </p:grpSpPr>
        <p:grpSp>
          <p:nvGrpSpPr>
            <p:cNvPr id="9078" name="Group 1612"/>
            <p:cNvGrpSpPr/>
            <p:nvPr/>
          </p:nvGrpSpPr>
          <p:grpSpPr>
            <a:xfrm>
              <a:off x="2509560" y="2353680"/>
              <a:ext cx="854640" cy="655560"/>
              <a:chOff x="2509560" y="2353680"/>
              <a:chExt cx="854640" cy="655560"/>
            </a:xfrm>
          </p:grpSpPr>
          <p:pic>
            <p:nvPicPr>
              <p:cNvPr id="9079" name="Picture 1613" descr="desktop_computer_stylized_medium"/>
              <p:cNvPicPr/>
              <p:nvPr/>
            </p:nvPicPr>
            <p:blipFill>
              <a:blip r:embed="rId1"/>
              <a:stretch/>
            </p:blipFill>
            <p:spPr>
              <a:xfrm flipH="1">
                <a:off x="2509560" y="2353680"/>
                <a:ext cx="854640" cy="65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9080" name="Freeform 1614"/>
              <p:cNvSpPr/>
              <p:nvPr/>
            </p:nvSpPr>
            <p:spPr>
              <a:xfrm flipH="1">
                <a:off x="2873160" y="2416320"/>
                <a:ext cx="402840" cy="300240"/>
              </a:xfrm>
              <a:custGeom>
                <a:avLst/>
                <a:gdLst>
                  <a:gd name="textAreaLeft" fmla="*/ -360 w 402840"/>
                  <a:gd name="textAreaRight" fmla="*/ 402840 w 402840"/>
                  <a:gd name="textAreaTop" fmla="*/ 0 h 300240"/>
                  <a:gd name="textAreaBottom" fmla="*/ 300600 h 300240"/>
                  <a:gd name="GluePoint1X" fmla="*/ 0 w 356"/>
                  <a:gd name="GluePoint1Y" fmla="*/ 0 h 368"/>
                  <a:gd name="GluePoint2X" fmla="*/ 300 w 356"/>
                  <a:gd name="GluePoint2Y" fmla="*/ 14 h 368"/>
                  <a:gd name="GluePoint3X" fmla="*/ 356 w 356"/>
                  <a:gd name="GluePoint3Y" fmla="*/ 294 h 368"/>
                  <a:gd name="GluePoint4X" fmla="*/ 78 w 356"/>
                  <a:gd name="GluePoint4Y" fmla="*/ 368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81" name="Freeform 3"/>
            <p:cNvSpPr/>
            <p:nvPr/>
          </p:nvSpPr>
          <p:spPr>
            <a:xfrm>
              <a:off x="3625560" y="1275480"/>
              <a:ext cx="5141520" cy="2403720"/>
            </a:xfrm>
            <a:custGeom>
              <a:avLst/>
              <a:gdLst>
                <a:gd name="textAreaLeft" fmla="*/ 0 w 5141520"/>
                <a:gd name="textAreaRight" fmla="*/ 5141880 w 5141520"/>
                <a:gd name="textAreaTop" fmla="*/ 0 h 2403720"/>
                <a:gd name="textAreaBottom" fmla="*/ 2404080 h 24037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2" name="Freeform 4"/>
            <p:cNvSpPr/>
            <p:nvPr/>
          </p:nvSpPr>
          <p:spPr>
            <a:xfrm>
              <a:off x="4399920" y="2179800"/>
              <a:ext cx="781200" cy="317160"/>
            </a:xfrm>
            <a:custGeom>
              <a:avLst/>
              <a:gdLst>
                <a:gd name="textAreaLeft" fmla="*/ 0 w 781200"/>
                <a:gd name="textAreaRight" fmla="*/ 781560 w 781200"/>
                <a:gd name="textAreaTop" fmla="*/ 0 h 317160"/>
                <a:gd name="textAreaBottom" fmla="*/ 317520 h 31716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3" name="Freeform 35"/>
            <p:cNvSpPr/>
            <p:nvPr/>
          </p:nvSpPr>
          <p:spPr>
            <a:xfrm>
              <a:off x="6820200" y="2225880"/>
              <a:ext cx="1800" cy="8902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890280"/>
                <a:gd name="textAreaBottom" fmla="*/ 890640 h 89028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4" name="Freeform 36"/>
            <p:cNvSpPr/>
            <p:nvPr/>
          </p:nvSpPr>
          <p:spPr>
            <a:xfrm>
              <a:off x="5236200" y="2235960"/>
              <a:ext cx="1800" cy="91584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915840"/>
                <a:gd name="textAreaBottom" fmla="*/ 916200 h 91584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5" name="Freeform 37"/>
            <p:cNvSpPr/>
            <p:nvPr/>
          </p:nvSpPr>
          <p:spPr>
            <a:xfrm>
              <a:off x="5302080" y="2210400"/>
              <a:ext cx="1462680" cy="1050120"/>
            </a:xfrm>
            <a:custGeom>
              <a:avLst/>
              <a:gdLst>
                <a:gd name="textAreaLeft" fmla="*/ 0 w 1462680"/>
                <a:gd name="textAreaRight" fmla="*/ 1463040 w 1462680"/>
                <a:gd name="textAreaTop" fmla="*/ 0 h 1050120"/>
                <a:gd name="textAreaBottom" fmla="*/ 1050480 h 1050120"/>
                <a:gd name="GluePoint1X" fmla="*/ 0 w 378"/>
                <a:gd name="GluePoint1Y" fmla="*/ 142610238 h 174"/>
                <a:gd name="GluePoint2X" fmla="*/ 8951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6" name="Freeform 38"/>
            <p:cNvSpPr/>
            <p:nvPr/>
          </p:nvSpPr>
          <p:spPr>
            <a:xfrm>
              <a:off x="6858000" y="2804040"/>
              <a:ext cx="1161360" cy="455400"/>
            </a:xfrm>
            <a:custGeom>
              <a:avLst/>
              <a:gdLst>
                <a:gd name="textAreaLeft" fmla="*/ 0 w 1161360"/>
                <a:gd name="textAreaRight" fmla="*/ 1161720 w 1161360"/>
                <a:gd name="textAreaTop" fmla="*/ 0 h 455400"/>
                <a:gd name="textAreaBottom" fmla="*/ 455760 h 455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7" name="Freeform 39"/>
            <p:cNvSpPr/>
            <p:nvPr/>
          </p:nvSpPr>
          <p:spPr>
            <a:xfrm flipV="1">
              <a:off x="5588280" y="3239640"/>
              <a:ext cx="907920" cy="45360"/>
            </a:xfrm>
            <a:custGeom>
              <a:avLst/>
              <a:gdLst>
                <a:gd name="textAreaLeft" fmla="*/ 0 w 907920"/>
                <a:gd name="textAreaRight" fmla="*/ 908280 w 907920"/>
                <a:gd name="textAreaTop" fmla="*/ 360 h 45360"/>
                <a:gd name="textAreaBottom" fmla="*/ 46080 h 4536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" rIns="90000" bIns="7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8" name="Freeform 40"/>
            <p:cNvSpPr/>
            <p:nvPr/>
          </p:nvSpPr>
          <p:spPr>
            <a:xfrm>
              <a:off x="4276440" y="2732400"/>
              <a:ext cx="630360" cy="450000"/>
            </a:xfrm>
            <a:custGeom>
              <a:avLst/>
              <a:gdLst>
                <a:gd name="textAreaLeft" fmla="*/ 0 w 630360"/>
                <a:gd name="textAreaRight" fmla="*/ 630720 w 630360"/>
                <a:gd name="textAreaTop" fmla="*/ 0 h 450000"/>
                <a:gd name="textAreaBottom" fmla="*/ 450360 h 45000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9" name="Freeform 41"/>
            <p:cNvSpPr/>
            <p:nvPr/>
          </p:nvSpPr>
          <p:spPr>
            <a:xfrm>
              <a:off x="5613480" y="2108160"/>
              <a:ext cx="835920" cy="1440"/>
            </a:xfrm>
            <a:custGeom>
              <a:avLst/>
              <a:gdLst>
                <a:gd name="textAreaLeft" fmla="*/ 0 w 835920"/>
                <a:gd name="textAreaRight" fmla="*/ 836280 w 835920"/>
                <a:gd name="textAreaTop" fmla="*/ 0 h 1440"/>
                <a:gd name="textAreaBottom" fmla="*/ 1800 h 144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200" rIns="90000" bIns="-43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0" name="Freeform 42"/>
            <p:cNvSpPr/>
            <p:nvPr/>
          </p:nvSpPr>
          <p:spPr>
            <a:xfrm>
              <a:off x="7138080" y="2160720"/>
              <a:ext cx="922680" cy="397440"/>
            </a:xfrm>
            <a:custGeom>
              <a:avLst/>
              <a:gdLst>
                <a:gd name="textAreaLeft" fmla="*/ 0 w 922680"/>
                <a:gd name="textAreaRight" fmla="*/ 923040 w 922680"/>
                <a:gd name="textAreaTop" fmla="*/ 0 h 397440"/>
                <a:gd name="textAreaBottom" fmla="*/ 397800 h 39744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1" name="Freeform 43"/>
            <p:cNvSpPr/>
            <p:nvPr/>
          </p:nvSpPr>
          <p:spPr>
            <a:xfrm>
              <a:off x="4146120" y="1370880"/>
              <a:ext cx="2536560" cy="1100160"/>
            </a:xfrm>
            <a:custGeom>
              <a:avLst/>
              <a:gdLst>
                <a:gd name="textAreaLeft" fmla="*/ 0 w 2536560"/>
                <a:gd name="textAreaRight" fmla="*/ 2536920 w 2536560"/>
                <a:gd name="textAreaTop" fmla="*/ 0 h 1100160"/>
                <a:gd name="textAreaBottom" fmla="*/ 1100520 h 110016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2" name="Text Box 62"/>
            <p:cNvSpPr/>
            <p:nvPr/>
          </p:nvSpPr>
          <p:spPr>
            <a:xfrm>
              <a:off x="4457880" y="20908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3" name="Text Box 63"/>
            <p:cNvSpPr/>
            <p:nvPr/>
          </p:nvSpPr>
          <p:spPr>
            <a:xfrm>
              <a:off x="5253120" y="24645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4" name="Text Box 64"/>
            <p:cNvSpPr/>
            <p:nvPr/>
          </p:nvSpPr>
          <p:spPr>
            <a:xfrm>
              <a:off x="4259160" y="2828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5" name="Text Box 65"/>
            <p:cNvSpPr/>
            <p:nvPr/>
          </p:nvSpPr>
          <p:spPr>
            <a:xfrm>
              <a:off x="6130800" y="26233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6" name="Text Box 66"/>
            <p:cNvSpPr/>
            <p:nvPr/>
          </p:nvSpPr>
          <p:spPr>
            <a:xfrm>
              <a:off x="5986800" y="32274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7" name="Text Box 67"/>
            <p:cNvSpPr/>
            <p:nvPr/>
          </p:nvSpPr>
          <p:spPr>
            <a:xfrm>
              <a:off x="6809400" y="24955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8" name="Text Box 68"/>
            <p:cNvSpPr/>
            <p:nvPr/>
          </p:nvSpPr>
          <p:spPr>
            <a:xfrm>
              <a:off x="7632360" y="29458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9" name="Text Box 69"/>
            <p:cNvSpPr/>
            <p:nvPr/>
          </p:nvSpPr>
          <p:spPr>
            <a:xfrm>
              <a:off x="7570440" y="2029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0" name="Text Box 70"/>
            <p:cNvSpPr/>
            <p:nvPr/>
          </p:nvSpPr>
          <p:spPr>
            <a:xfrm>
              <a:off x="5890680" y="17737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1" name="Text Box 71"/>
            <p:cNvSpPr/>
            <p:nvPr/>
          </p:nvSpPr>
          <p:spPr>
            <a:xfrm>
              <a:off x="5088600" y="13179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02" name="Group 1507"/>
            <p:cNvGrpSpPr/>
            <p:nvPr/>
          </p:nvGrpSpPr>
          <p:grpSpPr>
            <a:xfrm>
              <a:off x="8956800" y="2338920"/>
              <a:ext cx="427320" cy="711720"/>
              <a:chOff x="8956800" y="2338920"/>
              <a:chExt cx="427320" cy="711720"/>
            </a:xfrm>
          </p:grpSpPr>
          <p:sp>
            <p:nvSpPr>
              <p:cNvPr id="9103" name="Freeform 1508"/>
              <p:cNvSpPr/>
              <p:nvPr/>
            </p:nvSpPr>
            <p:spPr>
              <a:xfrm>
                <a:off x="9295200" y="2340000"/>
                <a:ext cx="84600" cy="67896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678960"/>
                  <a:gd name="textAreaBottom" fmla="*/ 679320 h 678960"/>
                  <a:gd name="GluePoint1X" fmla="*/ 6 w 354"/>
                  <a:gd name="GluePoint1Y" fmla="*/ 0 h 2742"/>
                  <a:gd name="GluePoint2X" fmla="*/ 30 w 354"/>
                  <a:gd name="GluePoint2Y" fmla="*/ 46 h 2742"/>
                  <a:gd name="GluePoint3X" fmla="*/ 30 w 354"/>
                  <a:gd name="GluePoint3Y" fmla="*/ 354 h 2742"/>
                  <a:gd name="GluePoint4X" fmla="*/ 0 w 354"/>
                  <a:gd name="GluePoint4Y" fmla="*/ 371 h 2742"/>
                  <a:gd name="GluePoint5X" fmla="*/ 6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4" name="Rectangle 1509"/>
              <p:cNvSpPr/>
              <p:nvPr/>
            </p:nvSpPr>
            <p:spPr>
              <a:xfrm>
                <a:off x="8978040" y="2338920"/>
                <a:ext cx="313560" cy="67860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5" name="Freeform 1510"/>
              <p:cNvSpPr/>
              <p:nvPr/>
            </p:nvSpPr>
            <p:spPr>
              <a:xfrm>
                <a:off x="9311040" y="2380680"/>
                <a:ext cx="50400" cy="628200"/>
              </a:xfrm>
              <a:custGeom>
                <a:avLst/>
                <a:gdLst>
                  <a:gd name="textAreaLeft" fmla="*/ 0 w 50400"/>
                  <a:gd name="textAreaRight" fmla="*/ 50760 w 50400"/>
                  <a:gd name="textAreaTop" fmla="*/ 0 h 628200"/>
                  <a:gd name="textAreaBottom" fmla="*/ 628560 h 628200"/>
                  <a:gd name="GluePoint1X" fmla="*/ 2 w 211"/>
                  <a:gd name="GluePoint1Y" fmla="*/ 0 h 2537"/>
                  <a:gd name="GluePoint2X" fmla="*/ 18 w 211"/>
                  <a:gd name="GluePoint2Y" fmla="*/ 30 h 2537"/>
                  <a:gd name="GluePoint3X" fmla="*/ 2 w 211"/>
                  <a:gd name="GluePoint3Y" fmla="*/ 338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6" name="Freeform 1511"/>
              <p:cNvSpPr/>
              <p:nvPr/>
            </p:nvSpPr>
            <p:spPr>
              <a:xfrm>
                <a:off x="9300240" y="2698920"/>
                <a:ext cx="78480" cy="5580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55800"/>
                  <a:gd name="textAreaBottom" fmla="*/ 56160 h 55800"/>
                  <a:gd name="GluePoint1X" fmla="*/ 2 w 328"/>
                  <a:gd name="GluePoint1Y" fmla="*/ 0 h 226"/>
                  <a:gd name="GluePoint2X" fmla="*/ 29 w 328"/>
                  <a:gd name="GluePoint2Y" fmla="*/ 18 h 226"/>
                  <a:gd name="GluePoint3X" fmla="*/ 29 w 328"/>
                  <a:gd name="GluePoint3Y" fmla="*/ 32 h 226"/>
                  <a:gd name="GluePoint4X" fmla="*/ 0 w 328"/>
                  <a:gd name="GluePoint4Y" fmla="*/ 13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1160" rIns="90000" bIns="111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7" name="Rectangle 1512"/>
              <p:cNvSpPr/>
              <p:nvPr/>
            </p:nvSpPr>
            <p:spPr>
              <a:xfrm>
                <a:off x="8978040" y="241632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108" name="Group 1513"/>
              <p:cNvGrpSpPr/>
              <p:nvPr/>
            </p:nvGrpSpPr>
            <p:grpSpPr>
              <a:xfrm>
                <a:off x="9139320" y="2409480"/>
                <a:ext cx="172800" cy="44280"/>
                <a:chOff x="9139320" y="2409480"/>
                <a:chExt cx="172800" cy="44280"/>
              </a:xfrm>
            </p:grpSpPr>
            <p:sp>
              <p:nvSpPr>
                <p:cNvPr id="9109" name="AutoShape 1514"/>
                <p:cNvSpPr/>
                <p:nvPr/>
              </p:nvSpPr>
              <p:spPr>
                <a:xfrm>
                  <a:off x="9139320" y="2409480"/>
                  <a:ext cx="172800" cy="442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3680" rIns="90000" bIns="-136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110" name="AutoShape 1515"/>
                <p:cNvSpPr/>
                <p:nvPr/>
              </p:nvSpPr>
              <p:spPr>
                <a:xfrm>
                  <a:off x="9142200" y="2413800"/>
                  <a:ext cx="167040" cy="349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111" name="Rectangle 1516"/>
              <p:cNvSpPr/>
              <p:nvPr/>
            </p:nvSpPr>
            <p:spPr>
              <a:xfrm>
                <a:off x="8980920" y="251496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112" name="Group 1517"/>
              <p:cNvGrpSpPr/>
              <p:nvPr/>
            </p:nvGrpSpPr>
            <p:grpSpPr>
              <a:xfrm>
                <a:off x="9139320" y="2505600"/>
                <a:ext cx="172800" cy="39600"/>
                <a:chOff x="9139320" y="2505600"/>
                <a:chExt cx="172800" cy="39600"/>
              </a:xfrm>
            </p:grpSpPr>
            <p:sp>
              <p:nvSpPr>
                <p:cNvPr id="9113" name="AutoShape 1518"/>
                <p:cNvSpPr/>
                <p:nvPr/>
              </p:nvSpPr>
              <p:spPr>
                <a:xfrm>
                  <a:off x="9139320" y="2505600"/>
                  <a:ext cx="172800" cy="39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6920" rIns="90000" bIns="-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114" name="AutoShape 1519"/>
                <p:cNvSpPr/>
                <p:nvPr/>
              </p:nvSpPr>
              <p:spPr>
                <a:xfrm>
                  <a:off x="9142560" y="2510640"/>
                  <a:ext cx="167040" cy="302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3400" rIns="90000" bIns="-234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115" name="Rectangle 1520"/>
              <p:cNvSpPr/>
              <p:nvPr/>
            </p:nvSpPr>
            <p:spPr>
              <a:xfrm>
                <a:off x="8980920" y="261396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16" name="Rectangle 1521"/>
              <p:cNvSpPr/>
              <p:nvPr/>
            </p:nvSpPr>
            <p:spPr>
              <a:xfrm>
                <a:off x="8983800" y="270324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117" name="Group 1522"/>
              <p:cNvGrpSpPr/>
              <p:nvPr/>
            </p:nvGrpSpPr>
            <p:grpSpPr>
              <a:xfrm>
                <a:off x="9136440" y="2698560"/>
                <a:ext cx="173160" cy="41760"/>
                <a:chOff x="9136440" y="2698560"/>
                <a:chExt cx="173160" cy="41760"/>
              </a:xfrm>
            </p:grpSpPr>
            <p:sp>
              <p:nvSpPr>
                <p:cNvPr id="9118" name="AutoShape 1523"/>
                <p:cNvSpPr/>
                <p:nvPr/>
              </p:nvSpPr>
              <p:spPr>
                <a:xfrm>
                  <a:off x="9136440" y="2698560"/>
                  <a:ext cx="173160" cy="417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480" rIns="90000" bIns="-154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119" name="AutoShape 1524"/>
                <p:cNvSpPr/>
                <p:nvPr/>
              </p:nvSpPr>
              <p:spPr>
                <a:xfrm>
                  <a:off x="9139320" y="2700720"/>
                  <a:ext cx="167040" cy="349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120" name="Freeform 1525"/>
              <p:cNvSpPr/>
              <p:nvPr/>
            </p:nvSpPr>
            <p:spPr>
              <a:xfrm>
                <a:off x="9301320" y="2613960"/>
                <a:ext cx="78480" cy="5544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55440"/>
                  <a:gd name="textAreaBottom" fmla="*/ 55800 h 55440"/>
                  <a:gd name="GluePoint1X" fmla="*/ 2 w 328"/>
                  <a:gd name="GluePoint1Y" fmla="*/ 0 h 226"/>
                  <a:gd name="GluePoint2X" fmla="*/ 29 w 328"/>
                  <a:gd name="GluePoint2Y" fmla="*/ 17 h 226"/>
                  <a:gd name="GluePoint3X" fmla="*/ 29 w 328"/>
                  <a:gd name="GluePoint3Y" fmla="*/ 30 h 226"/>
                  <a:gd name="GluePoint4X" fmla="*/ 0 w 328"/>
                  <a:gd name="GluePoint4Y" fmla="*/ 12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121" name="Group 1526"/>
              <p:cNvGrpSpPr/>
              <p:nvPr/>
            </p:nvGrpSpPr>
            <p:grpSpPr>
              <a:xfrm>
                <a:off x="9136440" y="2606760"/>
                <a:ext cx="176040" cy="39600"/>
                <a:chOff x="9136440" y="2606760"/>
                <a:chExt cx="176040" cy="39600"/>
              </a:xfrm>
            </p:grpSpPr>
            <p:sp>
              <p:nvSpPr>
                <p:cNvPr id="9122" name="AutoShape 1527"/>
                <p:cNvSpPr/>
                <p:nvPr/>
              </p:nvSpPr>
              <p:spPr>
                <a:xfrm>
                  <a:off x="9136440" y="2606760"/>
                  <a:ext cx="176040" cy="39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6920" rIns="90000" bIns="-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123" name="AutoShape 1528"/>
                <p:cNvSpPr/>
                <p:nvPr/>
              </p:nvSpPr>
              <p:spPr>
                <a:xfrm>
                  <a:off x="9139320" y="2611440"/>
                  <a:ext cx="173160" cy="302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3400" rIns="90000" bIns="-234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124" name="Rectangle 1529"/>
              <p:cNvSpPr/>
              <p:nvPr/>
            </p:nvSpPr>
            <p:spPr>
              <a:xfrm>
                <a:off x="9288720" y="2338920"/>
                <a:ext cx="20520" cy="67860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5" name="Freeform 1530"/>
              <p:cNvSpPr/>
              <p:nvPr/>
            </p:nvSpPr>
            <p:spPr>
              <a:xfrm>
                <a:off x="9308520" y="2510640"/>
                <a:ext cx="70560" cy="63000"/>
              </a:xfrm>
              <a:custGeom>
                <a:avLst/>
                <a:gdLst>
                  <a:gd name="textAreaLeft" fmla="*/ 0 w 70560"/>
                  <a:gd name="textAreaRight" fmla="*/ 70920 w 70560"/>
                  <a:gd name="textAreaTop" fmla="*/ 0 h 63000"/>
                  <a:gd name="textAreaBottom" fmla="*/ 63360 h 63000"/>
                  <a:gd name="GluePoint1X" fmla="*/ 2 w 296"/>
                  <a:gd name="GluePoint1Y" fmla="*/ 0 h 256"/>
                  <a:gd name="GluePoint2X" fmla="*/ 26 w 296"/>
                  <a:gd name="GluePoint2Y" fmla="*/ 18 h 256"/>
                  <a:gd name="GluePoint3X" fmla="*/ 26 w 296"/>
                  <a:gd name="GluePoint3Y" fmla="*/ 34 h 256"/>
                  <a:gd name="GluePoint4X" fmla="*/ 0 w 296"/>
                  <a:gd name="GluePoint4Y" fmla="*/ 12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6" name="Freeform 1531"/>
              <p:cNvSpPr/>
              <p:nvPr/>
            </p:nvSpPr>
            <p:spPr>
              <a:xfrm>
                <a:off x="9309240" y="2413440"/>
                <a:ext cx="72720" cy="7092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70920"/>
                  <a:gd name="textAreaBottom" fmla="*/ 71280 h 70920"/>
                  <a:gd name="GluePoint1X" fmla="*/ 0 w 304"/>
                  <a:gd name="GluePoint1Y" fmla="*/ 0 h 288"/>
                  <a:gd name="GluePoint2X" fmla="*/ 27 w 304"/>
                  <a:gd name="GluePoint2Y" fmla="*/ 23 h 288"/>
                  <a:gd name="GluePoint3X" fmla="*/ 25 w 304"/>
                  <a:gd name="GluePoint3Y" fmla="*/ 40 h 288"/>
                  <a:gd name="GluePoint4X" fmla="*/ 2 w 304"/>
                  <a:gd name="GluePoint4Y" fmla="*/ 17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6280" rIns="90000" bIns="262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7" name="Oval 1532"/>
              <p:cNvSpPr/>
              <p:nvPr/>
            </p:nvSpPr>
            <p:spPr>
              <a:xfrm>
                <a:off x="9369360" y="2987280"/>
                <a:ext cx="14760" cy="2772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5200" rIns="90000" bIns="-25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8" name="Freeform 1533"/>
              <p:cNvSpPr/>
              <p:nvPr/>
            </p:nvSpPr>
            <p:spPr>
              <a:xfrm>
                <a:off x="9305640" y="2988360"/>
                <a:ext cx="73080" cy="5904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59040"/>
                  <a:gd name="textAreaBottom" fmla="*/ 59400 h 59040"/>
                  <a:gd name="GluePoint1X" fmla="*/ 0 w 306"/>
                  <a:gd name="GluePoint1Y" fmla="*/ 15 h 240"/>
                  <a:gd name="GluePoint2X" fmla="*/ 2 w 306"/>
                  <a:gd name="GluePoint2Y" fmla="*/ 33 h 240"/>
                  <a:gd name="GluePoint3X" fmla="*/ 27 w 306"/>
                  <a:gd name="GluePoint3Y" fmla="*/ 15 h 240"/>
                  <a:gd name="GluePoint4X" fmla="*/ 26 w 306"/>
                  <a:gd name="GluePoint4Y" fmla="*/ 0 h 240"/>
                  <a:gd name="GluePoint5X" fmla="*/ 0 w 306"/>
                  <a:gd name="GluePoint5Y" fmla="*/ 15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4400" rIns="90000" bIns="144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9" name="AutoShape 1534"/>
              <p:cNvSpPr/>
              <p:nvPr/>
            </p:nvSpPr>
            <p:spPr>
              <a:xfrm>
                <a:off x="8956800" y="3006360"/>
                <a:ext cx="358560" cy="442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3680" rIns="90000" bIns="-136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0" name="AutoShape 1535"/>
              <p:cNvSpPr/>
              <p:nvPr/>
            </p:nvSpPr>
            <p:spPr>
              <a:xfrm>
                <a:off x="8978040" y="3017880"/>
                <a:ext cx="319320" cy="230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1" name="Oval 1536"/>
              <p:cNvSpPr/>
              <p:nvPr/>
            </p:nvSpPr>
            <p:spPr>
              <a:xfrm>
                <a:off x="9007560" y="2919240"/>
                <a:ext cx="47160" cy="4176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2" name="Oval 1537"/>
              <p:cNvSpPr/>
              <p:nvPr/>
            </p:nvSpPr>
            <p:spPr>
              <a:xfrm>
                <a:off x="9061560" y="2919240"/>
                <a:ext cx="47160" cy="4176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3" name="Oval 1538"/>
              <p:cNvSpPr/>
              <p:nvPr/>
            </p:nvSpPr>
            <p:spPr>
              <a:xfrm>
                <a:off x="9112320" y="2919240"/>
                <a:ext cx="47160" cy="4176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4" name="Rectangle 1539"/>
              <p:cNvSpPr/>
              <p:nvPr/>
            </p:nvSpPr>
            <p:spPr>
              <a:xfrm>
                <a:off x="9235080" y="2757240"/>
                <a:ext cx="23760" cy="2253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9135" name="Straight Connector 327"/>
            <p:cNvCxnSpPr/>
            <p:nvPr/>
          </p:nvCxnSpPr>
          <p:spPr>
            <a:xfrm>
              <a:off x="3247920" y="2656800"/>
              <a:ext cx="5270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136" name="Straight Connector 328"/>
            <p:cNvCxnSpPr/>
            <p:nvPr/>
          </p:nvCxnSpPr>
          <p:spPr>
            <a:xfrm>
              <a:off x="8460720" y="2692080"/>
              <a:ext cx="52740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grpSp>
          <p:nvGrpSpPr>
            <p:cNvPr id="9137" name="Group 329"/>
            <p:cNvGrpSpPr/>
            <p:nvPr/>
          </p:nvGrpSpPr>
          <p:grpSpPr>
            <a:xfrm>
              <a:off x="4980240" y="1895400"/>
              <a:ext cx="687240" cy="475200"/>
              <a:chOff x="4980240" y="1895400"/>
              <a:chExt cx="687240" cy="475200"/>
            </a:xfrm>
          </p:grpSpPr>
          <p:grpSp>
            <p:nvGrpSpPr>
              <p:cNvPr id="9138" name="Group 327"/>
              <p:cNvGrpSpPr/>
              <p:nvPr/>
            </p:nvGrpSpPr>
            <p:grpSpPr>
              <a:xfrm>
                <a:off x="4980240" y="1895400"/>
                <a:ext cx="687240" cy="403200"/>
                <a:chOff x="4980240" y="1895400"/>
                <a:chExt cx="687240" cy="403200"/>
              </a:xfrm>
            </p:grpSpPr>
            <p:sp>
              <p:nvSpPr>
                <p:cNvPr id="9139" name="Oval 404"/>
                <p:cNvSpPr/>
                <p:nvPr/>
              </p:nvSpPr>
              <p:spPr>
                <a:xfrm flipV="1">
                  <a:off x="4982400" y="200268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40" name="Rectangle 405"/>
                <p:cNvSpPr/>
                <p:nvPr/>
              </p:nvSpPr>
              <p:spPr>
                <a:xfrm>
                  <a:off x="4980240" y="204660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41" name="Oval 406"/>
                <p:cNvSpPr/>
                <p:nvPr/>
              </p:nvSpPr>
              <p:spPr>
                <a:xfrm flipV="1">
                  <a:off x="4980240" y="18954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42" name="Freeform 407"/>
                <p:cNvSpPr/>
                <p:nvPr/>
              </p:nvSpPr>
              <p:spPr>
                <a:xfrm>
                  <a:off x="5155920" y="19854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43" name="Freeform 408"/>
                <p:cNvSpPr/>
                <p:nvPr/>
              </p:nvSpPr>
              <p:spPr>
                <a:xfrm>
                  <a:off x="5121360" y="19479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44" name="Freeform 409"/>
                <p:cNvSpPr/>
                <p:nvPr/>
              </p:nvSpPr>
              <p:spPr>
                <a:xfrm>
                  <a:off x="5385960" y="20358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45" name="Freeform 410"/>
                <p:cNvSpPr/>
                <p:nvPr/>
              </p:nvSpPr>
              <p:spPr>
                <a:xfrm>
                  <a:off x="5113440" y="20379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146" name="Straight Connector 411"/>
                <p:cNvCxnSpPr/>
                <p:nvPr/>
              </p:nvCxnSpPr>
              <p:spPr>
                <a:xfrm flipH="1" flipV="1">
                  <a:off x="4980240" y="20422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147" name="Straight Connector 412"/>
                <p:cNvCxnSpPr/>
                <p:nvPr/>
              </p:nvCxnSpPr>
              <p:spPr>
                <a:xfrm flipH="1" flipV="1">
                  <a:off x="5665680" y="204012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148" name="Group 401"/>
              <p:cNvGrpSpPr/>
              <p:nvPr/>
            </p:nvGrpSpPr>
            <p:grpSpPr>
              <a:xfrm>
                <a:off x="5112360" y="1914480"/>
                <a:ext cx="433080" cy="456120"/>
                <a:chOff x="5112360" y="1914480"/>
                <a:chExt cx="433080" cy="456120"/>
              </a:xfrm>
            </p:grpSpPr>
            <p:sp>
              <p:nvSpPr>
                <p:cNvPr id="9149" name="Oval 402"/>
                <p:cNvSpPr/>
                <p:nvPr/>
              </p:nvSpPr>
              <p:spPr>
                <a:xfrm>
                  <a:off x="5112360" y="20635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50" name="TextBox 403"/>
                <p:cNvSpPr/>
                <p:nvPr/>
              </p:nvSpPr>
              <p:spPr>
                <a:xfrm>
                  <a:off x="5164200" y="191448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v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151" name="Group 330"/>
            <p:cNvGrpSpPr/>
            <p:nvPr/>
          </p:nvGrpSpPr>
          <p:grpSpPr>
            <a:xfrm>
              <a:off x="6454440" y="1892160"/>
              <a:ext cx="687240" cy="475560"/>
              <a:chOff x="6454440" y="1892160"/>
              <a:chExt cx="687240" cy="475560"/>
            </a:xfrm>
          </p:grpSpPr>
          <p:grpSp>
            <p:nvGrpSpPr>
              <p:cNvPr id="9152" name="Group 327"/>
              <p:cNvGrpSpPr/>
              <p:nvPr/>
            </p:nvGrpSpPr>
            <p:grpSpPr>
              <a:xfrm>
                <a:off x="6454440" y="1892160"/>
                <a:ext cx="687240" cy="403560"/>
                <a:chOff x="6454440" y="1892160"/>
                <a:chExt cx="687240" cy="403560"/>
              </a:xfrm>
            </p:grpSpPr>
            <p:sp>
              <p:nvSpPr>
                <p:cNvPr id="9153" name="Oval 391"/>
                <p:cNvSpPr/>
                <p:nvPr/>
              </p:nvSpPr>
              <p:spPr>
                <a:xfrm flipV="1">
                  <a:off x="6456600" y="199980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54" name="Rectangle 392"/>
                <p:cNvSpPr/>
                <p:nvPr/>
              </p:nvSpPr>
              <p:spPr>
                <a:xfrm>
                  <a:off x="6454440" y="204372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55" name="Oval 393"/>
                <p:cNvSpPr/>
                <p:nvPr/>
              </p:nvSpPr>
              <p:spPr>
                <a:xfrm flipV="1">
                  <a:off x="6454440" y="189216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56" name="Freeform 394"/>
                <p:cNvSpPr/>
                <p:nvPr/>
              </p:nvSpPr>
              <p:spPr>
                <a:xfrm>
                  <a:off x="6630120" y="198216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57" name="Freeform 395"/>
                <p:cNvSpPr/>
                <p:nvPr/>
              </p:nvSpPr>
              <p:spPr>
                <a:xfrm>
                  <a:off x="6595560" y="194472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58" name="Freeform 396"/>
                <p:cNvSpPr/>
                <p:nvPr/>
              </p:nvSpPr>
              <p:spPr>
                <a:xfrm>
                  <a:off x="6860160" y="203256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59" name="Freeform 397"/>
                <p:cNvSpPr/>
                <p:nvPr/>
              </p:nvSpPr>
              <p:spPr>
                <a:xfrm>
                  <a:off x="6587640" y="203472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160" name="Straight Connector 398"/>
                <p:cNvCxnSpPr/>
                <p:nvPr/>
              </p:nvCxnSpPr>
              <p:spPr>
                <a:xfrm flipH="1" flipV="1">
                  <a:off x="6454440" y="203904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161" name="Straight Connector 399"/>
                <p:cNvCxnSpPr/>
                <p:nvPr/>
              </p:nvCxnSpPr>
              <p:spPr>
                <a:xfrm flipH="1" flipV="1">
                  <a:off x="7139880" y="20368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162" name="Group 388"/>
              <p:cNvGrpSpPr/>
              <p:nvPr/>
            </p:nvGrpSpPr>
            <p:grpSpPr>
              <a:xfrm>
                <a:off x="6586560" y="1911600"/>
                <a:ext cx="433080" cy="456120"/>
                <a:chOff x="6586560" y="1911600"/>
                <a:chExt cx="433080" cy="456120"/>
              </a:xfrm>
            </p:grpSpPr>
            <p:sp>
              <p:nvSpPr>
                <p:cNvPr id="9163" name="Oval 389"/>
                <p:cNvSpPr/>
                <p:nvPr/>
              </p:nvSpPr>
              <p:spPr>
                <a:xfrm>
                  <a:off x="6586560" y="206064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64" name="TextBox 390"/>
                <p:cNvSpPr/>
                <p:nvPr/>
              </p:nvSpPr>
              <p:spPr>
                <a:xfrm>
                  <a:off x="6618960" y="1911600"/>
                  <a:ext cx="40068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w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165" name="Group 331"/>
            <p:cNvGrpSpPr/>
            <p:nvPr/>
          </p:nvGrpSpPr>
          <p:grpSpPr>
            <a:xfrm>
              <a:off x="3772080" y="2430000"/>
              <a:ext cx="687240" cy="475560"/>
              <a:chOff x="3772080" y="2430000"/>
              <a:chExt cx="687240" cy="475560"/>
            </a:xfrm>
          </p:grpSpPr>
          <p:grpSp>
            <p:nvGrpSpPr>
              <p:cNvPr id="9166" name="Group 327"/>
              <p:cNvGrpSpPr/>
              <p:nvPr/>
            </p:nvGrpSpPr>
            <p:grpSpPr>
              <a:xfrm>
                <a:off x="3772080" y="2430000"/>
                <a:ext cx="687240" cy="403560"/>
                <a:chOff x="3772080" y="2430000"/>
                <a:chExt cx="687240" cy="403560"/>
              </a:xfrm>
            </p:grpSpPr>
            <p:sp>
              <p:nvSpPr>
                <p:cNvPr id="9167" name="Oval 378"/>
                <p:cNvSpPr/>
                <p:nvPr/>
              </p:nvSpPr>
              <p:spPr>
                <a:xfrm flipV="1">
                  <a:off x="3773880" y="253764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68" name="Rectangle 379"/>
                <p:cNvSpPr/>
                <p:nvPr/>
              </p:nvSpPr>
              <p:spPr>
                <a:xfrm>
                  <a:off x="3772080" y="258156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69" name="Oval 380"/>
                <p:cNvSpPr/>
                <p:nvPr/>
              </p:nvSpPr>
              <p:spPr>
                <a:xfrm flipV="1">
                  <a:off x="3772080" y="24300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70" name="Freeform 381"/>
                <p:cNvSpPr/>
                <p:nvPr/>
              </p:nvSpPr>
              <p:spPr>
                <a:xfrm>
                  <a:off x="3947760" y="25200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71" name="Freeform 382"/>
                <p:cNvSpPr/>
                <p:nvPr/>
              </p:nvSpPr>
              <p:spPr>
                <a:xfrm>
                  <a:off x="3913200" y="24825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72" name="Freeform 383"/>
                <p:cNvSpPr/>
                <p:nvPr/>
              </p:nvSpPr>
              <p:spPr>
                <a:xfrm>
                  <a:off x="4177440" y="25704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73" name="Freeform 384"/>
                <p:cNvSpPr/>
                <p:nvPr/>
              </p:nvSpPr>
              <p:spPr>
                <a:xfrm>
                  <a:off x="3905280" y="25725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174" name="Straight Connector 385"/>
                <p:cNvCxnSpPr/>
                <p:nvPr/>
              </p:nvCxnSpPr>
              <p:spPr>
                <a:xfrm flipH="1" flipV="1">
                  <a:off x="3772080" y="25768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175" name="Straight Connector 386"/>
                <p:cNvCxnSpPr/>
                <p:nvPr/>
              </p:nvCxnSpPr>
              <p:spPr>
                <a:xfrm flipH="1" flipV="1">
                  <a:off x="4457520" y="257472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176" name="Group 375"/>
              <p:cNvGrpSpPr/>
              <p:nvPr/>
            </p:nvGrpSpPr>
            <p:grpSpPr>
              <a:xfrm>
                <a:off x="3904200" y="2449440"/>
                <a:ext cx="433080" cy="456120"/>
                <a:chOff x="3904200" y="2449440"/>
                <a:chExt cx="433080" cy="456120"/>
              </a:xfrm>
            </p:grpSpPr>
            <p:sp>
              <p:nvSpPr>
                <p:cNvPr id="9177" name="Oval 376"/>
                <p:cNvSpPr/>
                <p:nvPr/>
              </p:nvSpPr>
              <p:spPr>
                <a:xfrm>
                  <a:off x="3904200" y="25981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78" name="TextBox 377"/>
                <p:cNvSpPr/>
                <p:nvPr/>
              </p:nvSpPr>
              <p:spPr>
                <a:xfrm>
                  <a:off x="3956040" y="2449440"/>
                  <a:ext cx="35028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u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179" name="Group 332"/>
            <p:cNvGrpSpPr/>
            <p:nvPr/>
          </p:nvGrpSpPr>
          <p:grpSpPr>
            <a:xfrm>
              <a:off x="7850880" y="2491560"/>
              <a:ext cx="687240" cy="475560"/>
              <a:chOff x="7850880" y="2491560"/>
              <a:chExt cx="687240" cy="475560"/>
            </a:xfrm>
          </p:grpSpPr>
          <p:grpSp>
            <p:nvGrpSpPr>
              <p:cNvPr id="9180" name="Group 327"/>
              <p:cNvGrpSpPr/>
              <p:nvPr/>
            </p:nvGrpSpPr>
            <p:grpSpPr>
              <a:xfrm>
                <a:off x="7850880" y="2491560"/>
                <a:ext cx="687240" cy="403560"/>
                <a:chOff x="7850880" y="2491560"/>
                <a:chExt cx="687240" cy="403560"/>
              </a:xfrm>
            </p:grpSpPr>
            <p:sp>
              <p:nvSpPr>
                <p:cNvPr id="9181" name="Oval 365"/>
                <p:cNvSpPr/>
                <p:nvPr/>
              </p:nvSpPr>
              <p:spPr>
                <a:xfrm flipV="1">
                  <a:off x="7853040" y="259920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82" name="Rectangle 366"/>
                <p:cNvSpPr/>
                <p:nvPr/>
              </p:nvSpPr>
              <p:spPr>
                <a:xfrm>
                  <a:off x="7850880" y="264312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83" name="Oval 367"/>
                <p:cNvSpPr/>
                <p:nvPr/>
              </p:nvSpPr>
              <p:spPr>
                <a:xfrm flipV="1">
                  <a:off x="7850880" y="249156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84" name="Freeform 368"/>
                <p:cNvSpPr/>
                <p:nvPr/>
              </p:nvSpPr>
              <p:spPr>
                <a:xfrm>
                  <a:off x="8026560" y="258156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85" name="Freeform 369"/>
                <p:cNvSpPr/>
                <p:nvPr/>
              </p:nvSpPr>
              <p:spPr>
                <a:xfrm>
                  <a:off x="7992000" y="254448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86" name="Freeform 370"/>
                <p:cNvSpPr/>
                <p:nvPr/>
              </p:nvSpPr>
              <p:spPr>
                <a:xfrm>
                  <a:off x="8256600" y="263232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87" name="Freeform 371"/>
                <p:cNvSpPr/>
                <p:nvPr/>
              </p:nvSpPr>
              <p:spPr>
                <a:xfrm>
                  <a:off x="7984080" y="263448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188" name="Straight Connector 372"/>
                <p:cNvCxnSpPr/>
                <p:nvPr/>
              </p:nvCxnSpPr>
              <p:spPr>
                <a:xfrm flipH="1" flipV="1">
                  <a:off x="7850880" y="2638440"/>
                  <a:ext cx="2160" cy="1148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189" name="Straight Connector 373"/>
                <p:cNvCxnSpPr/>
                <p:nvPr/>
              </p:nvCxnSpPr>
              <p:spPr>
                <a:xfrm flipH="1" flipV="1">
                  <a:off x="8536320" y="26362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190" name="Group 362"/>
              <p:cNvGrpSpPr/>
              <p:nvPr/>
            </p:nvGrpSpPr>
            <p:grpSpPr>
              <a:xfrm>
                <a:off x="7983000" y="2511000"/>
                <a:ext cx="433080" cy="456120"/>
                <a:chOff x="7983000" y="2511000"/>
                <a:chExt cx="433080" cy="456120"/>
              </a:xfrm>
            </p:grpSpPr>
            <p:sp>
              <p:nvSpPr>
                <p:cNvPr id="9191" name="Oval 363"/>
                <p:cNvSpPr/>
                <p:nvPr/>
              </p:nvSpPr>
              <p:spPr>
                <a:xfrm>
                  <a:off x="7983000" y="266004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92" name="TextBox 364"/>
                <p:cNvSpPr/>
                <p:nvPr/>
              </p:nvSpPr>
              <p:spPr>
                <a:xfrm>
                  <a:off x="8034840" y="251100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z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193" name="Group 333"/>
            <p:cNvGrpSpPr/>
            <p:nvPr/>
          </p:nvGrpSpPr>
          <p:grpSpPr>
            <a:xfrm>
              <a:off x="6493680" y="3065400"/>
              <a:ext cx="687240" cy="475200"/>
              <a:chOff x="6493680" y="3065400"/>
              <a:chExt cx="687240" cy="475200"/>
            </a:xfrm>
          </p:grpSpPr>
          <p:grpSp>
            <p:nvGrpSpPr>
              <p:cNvPr id="9194" name="Group 327"/>
              <p:cNvGrpSpPr/>
              <p:nvPr/>
            </p:nvGrpSpPr>
            <p:grpSpPr>
              <a:xfrm>
                <a:off x="6493680" y="3065400"/>
                <a:ext cx="687240" cy="403200"/>
                <a:chOff x="6493680" y="3065400"/>
                <a:chExt cx="687240" cy="403200"/>
              </a:xfrm>
            </p:grpSpPr>
            <p:sp>
              <p:nvSpPr>
                <p:cNvPr id="9195" name="Oval 352"/>
                <p:cNvSpPr/>
                <p:nvPr/>
              </p:nvSpPr>
              <p:spPr>
                <a:xfrm flipV="1">
                  <a:off x="6495480" y="317268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96" name="Rectangle 353"/>
                <p:cNvSpPr/>
                <p:nvPr/>
              </p:nvSpPr>
              <p:spPr>
                <a:xfrm>
                  <a:off x="6493680" y="321660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97" name="Oval 354"/>
                <p:cNvSpPr/>
                <p:nvPr/>
              </p:nvSpPr>
              <p:spPr>
                <a:xfrm flipV="1">
                  <a:off x="6493680" y="30654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98" name="Freeform 355"/>
                <p:cNvSpPr/>
                <p:nvPr/>
              </p:nvSpPr>
              <p:spPr>
                <a:xfrm>
                  <a:off x="6669360" y="31554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199" name="Freeform 356"/>
                <p:cNvSpPr/>
                <p:nvPr/>
              </p:nvSpPr>
              <p:spPr>
                <a:xfrm>
                  <a:off x="6634800" y="31179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00" name="Freeform 357"/>
                <p:cNvSpPr/>
                <p:nvPr/>
              </p:nvSpPr>
              <p:spPr>
                <a:xfrm>
                  <a:off x="6899040" y="32058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01" name="Freeform 358"/>
                <p:cNvSpPr/>
                <p:nvPr/>
              </p:nvSpPr>
              <p:spPr>
                <a:xfrm>
                  <a:off x="6626880" y="32079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202" name="Straight Connector 359"/>
                <p:cNvCxnSpPr/>
                <p:nvPr/>
              </p:nvCxnSpPr>
              <p:spPr>
                <a:xfrm flipH="1" flipV="1">
                  <a:off x="6493680" y="32122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203" name="Straight Connector 360"/>
                <p:cNvCxnSpPr/>
                <p:nvPr/>
              </p:nvCxnSpPr>
              <p:spPr>
                <a:xfrm flipH="1" flipV="1">
                  <a:off x="7179120" y="321012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204" name="Group 349"/>
              <p:cNvGrpSpPr/>
              <p:nvPr/>
            </p:nvGrpSpPr>
            <p:grpSpPr>
              <a:xfrm>
                <a:off x="6625800" y="3084480"/>
                <a:ext cx="433080" cy="456120"/>
                <a:chOff x="6625800" y="3084480"/>
                <a:chExt cx="433080" cy="456120"/>
              </a:xfrm>
            </p:grpSpPr>
            <p:sp>
              <p:nvSpPr>
                <p:cNvPr id="9205" name="Oval 350"/>
                <p:cNvSpPr/>
                <p:nvPr/>
              </p:nvSpPr>
              <p:spPr>
                <a:xfrm>
                  <a:off x="6625800" y="32335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06" name="TextBox 351"/>
                <p:cNvSpPr/>
                <p:nvPr/>
              </p:nvSpPr>
              <p:spPr>
                <a:xfrm>
                  <a:off x="6677640" y="308448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y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207" name="Group 334"/>
            <p:cNvGrpSpPr/>
            <p:nvPr/>
          </p:nvGrpSpPr>
          <p:grpSpPr>
            <a:xfrm>
              <a:off x="4902840" y="3049200"/>
              <a:ext cx="687600" cy="475200"/>
              <a:chOff x="4902840" y="3049200"/>
              <a:chExt cx="687600" cy="475200"/>
            </a:xfrm>
          </p:grpSpPr>
          <p:grpSp>
            <p:nvGrpSpPr>
              <p:cNvPr id="9208" name="Group 327"/>
              <p:cNvGrpSpPr/>
              <p:nvPr/>
            </p:nvGrpSpPr>
            <p:grpSpPr>
              <a:xfrm>
                <a:off x="4902840" y="3049200"/>
                <a:ext cx="687600" cy="403560"/>
                <a:chOff x="4902840" y="3049200"/>
                <a:chExt cx="687600" cy="403560"/>
              </a:xfrm>
            </p:grpSpPr>
            <p:sp>
              <p:nvSpPr>
                <p:cNvPr id="9209" name="Oval 339"/>
                <p:cNvSpPr/>
                <p:nvPr/>
              </p:nvSpPr>
              <p:spPr>
                <a:xfrm flipV="1">
                  <a:off x="4905000" y="315684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10" name="Rectangle 340"/>
                <p:cNvSpPr/>
                <p:nvPr/>
              </p:nvSpPr>
              <p:spPr>
                <a:xfrm>
                  <a:off x="4903200" y="320076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11" name="Oval 341"/>
                <p:cNvSpPr/>
                <p:nvPr/>
              </p:nvSpPr>
              <p:spPr>
                <a:xfrm flipV="1">
                  <a:off x="4903200" y="30492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12" name="Freeform 342"/>
                <p:cNvSpPr/>
                <p:nvPr/>
              </p:nvSpPr>
              <p:spPr>
                <a:xfrm>
                  <a:off x="5078880" y="31392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13" name="Freeform 343"/>
                <p:cNvSpPr/>
                <p:nvPr/>
              </p:nvSpPr>
              <p:spPr>
                <a:xfrm>
                  <a:off x="5043960" y="31017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14" name="Freeform 344"/>
                <p:cNvSpPr/>
                <p:nvPr/>
              </p:nvSpPr>
              <p:spPr>
                <a:xfrm>
                  <a:off x="5308560" y="31896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15" name="Freeform 345"/>
                <p:cNvSpPr/>
                <p:nvPr/>
              </p:nvSpPr>
              <p:spPr>
                <a:xfrm>
                  <a:off x="5036400" y="31917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216" name="Straight Connector 346"/>
                <p:cNvCxnSpPr/>
                <p:nvPr/>
              </p:nvCxnSpPr>
              <p:spPr>
                <a:xfrm flipH="1" flipV="1">
                  <a:off x="4902840" y="3196080"/>
                  <a:ext cx="252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217" name="Straight Connector 347"/>
                <p:cNvCxnSpPr/>
                <p:nvPr/>
              </p:nvCxnSpPr>
              <p:spPr>
                <a:xfrm flipH="1" flipV="1">
                  <a:off x="5588280" y="3193920"/>
                  <a:ext cx="252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218" name="Group 336"/>
              <p:cNvGrpSpPr/>
              <p:nvPr/>
            </p:nvGrpSpPr>
            <p:grpSpPr>
              <a:xfrm>
                <a:off x="5035320" y="3068280"/>
                <a:ext cx="433080" cy="456120"/>
                <a:chOff x="5035320" y="3068280"/>
                <a:chExt cx="433080" cy="456120"/>
              </a:xfrm>
            </p:grpSpPr>
            <p:sp>
              <p:nvSpPr>
                <p:cNvPr id="9219" name="Oval 337"/>
                <p:cNvSpPr/>
                <p:nvPr/>
              </p:nvSpPr>
              <p:spPr>
                <a:xfrm>
                  <a:off x="5035320" y="32173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20" name="TextBox 338"/>
                <p:cNvSpPr/>
                <p:nvPr/>
              </p:nvSpPr>
              <p:spPr>
                <a:xfrm>
                  <a:off x="5087160" y="306828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x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9221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7103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Traffic engineering: difficult with traditional routing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9222" name="PlaceHolder 2"/>
          <p:cNvSpPr>
            <a:spLocks noGrp="1"/>
          </p:cNvSpPr>
          <p:nvPr>
            <p:ph type="sldNum" idx="7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6C5233B-651C-41C5-8E60-2AED6415A403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3" name="TextBox 299"/>
          <p:cNvSpPr/>
          <p:nvPr/>
        </p:nvSpPr>
        <p:spPr>
          <a:xfrm>
            <a:off x="2623320" y="4329000"/>
            <a:ext cx="741708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i="1" u="sng" strike="noStrike">
                <a:solidFill>
                  <a:srgbClr val="000090"/>
                </a:solidFill>
                <a:effectLst/>
                <a:uFillTx/>
                <a:latin typeface="Calibri"/>
              </a:rPr>
              <a:t>Q: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if network operator wants to split  u-to-z traffic along uvwz </a:t>
            </a:r>
            <a:r>
              <a:rPr lang="en-US" sz="28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and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uxyz (load balancing)?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i="1" u="sng" strike="noStrike">
                <a:solidFill>
                  <a:srgbClr val="000090"/>
                </a:solidFill>
                <a:effectLst/>
                <a:uFillTx/>
                <a:latin typeface="Calibri"/>
              </a:rPr>
              <a:t>A: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can’t do it (or need a new routing algorithm)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24" name="Group 300"/>
          <p:cNvGrpSpPr/>
          <p:nvPr/>
        </p:nvGrpSpPr>
        <p:grpSpPr>
          <a:xfrm>
            <a:off x="3390120" y="2087640"/>
            <a:ext cx="1838520" cy="1207080"/>
            <a:chOff x="3390120" y="2087640"/>
            <a:chExt cx="1838520" cy="1207080"/>
          </a:xfrm>
        </p:grpSpPr>
        <p:sp>
          <p:nvSpPr>
            <p:cNvPr id="9225" name="Freeform 301"/>
            <p:cNvSpPr/>
            <p:nvPr/>
          </p:nvSpPr>
          <p:spPr>
            <a:xfrm>
              <a:off x="3390120" y="2087640"/>
              <a:ext cx="1838520" cy="549360"/>
            </a:xfrm>
            <a:custGeom>
              <a:avLst/>
              <a:gdLst>
                <a:gd name="textAreaLeft" fmla="*/ 0 w 1838520"/>
                <a:gd name="textAreaRight" fmla="*/ 1838880 w 1838520"/>
                <a:gd name="textAreaTop" fmla="*/ 0 h 549360"/>
                <a:gd name="textAreaBottom" fmla="*/ 549720 h 549360"/>
                <a:gd name="GluePoint1X" fmla="*/ 0 w 1802341"/>
                <a:gd name="GluePoint1Y" fmla="*/ 630627 h 630627"/>
                <a:gd name="GluePoint2X" fmla="*/ 818495 w 1802341"/>
                <a:gd name="GluePoint2Y" fmla="*/ 611670 h 630627"/>
                <a:gd name="GluePoint3X" fmla="*/ 1802341 w 1802341"/>
                <a:gd name="GluePoint3Y" fmla="*/ 0 h 6306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802341" h="630627">
                  <a:moveTo>
                    <a:pt x="0" y="630627"/>
                  </a:moveTo>
                  <a:lnTo>
                    <a:pt x="818495" y="611670"/>
                  </a:lnTo>
                  <a:lnTo>
                    <a:pt x="1802341" y="0"/>
                  </a:lnTo>
                </a:path>
              </a:pathLst>
            </a:custGeom>
            <a:noFill/>
            <a:ln w="50800">
              <a:solidFill>
                <a:srgbClr val="CC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226" name="Freeform 302"/>
            <p:cNvSpPr/>
            <p:nvPr/>
          </p:nvSpPr>
          <p:spPr>
            <a:xfrm flipV="1">
              <a:off x="3390840" y="2637360"/>
              <a:ext cx="1741680" cy="657000"/>
            </a:xfrm>
            <a:custGeom>
              <a:avLst/>
              <a:gdLst>
                <a:gd name="textAreaLeft" fmla="*/ 0 w 1741680"/>
                <a:gd name="textAreaRight" fmla="*/ 1742040 w 1741680"/>
                <a:gd name="textAreaTop" fmla="*/ -360 h 657000"/>
                <a:gd name="textAreaBottom" fmla="*/ 657000 h 657000"/>
                <a:gd name="GluePoint1X" fmla="*/ 0 w 1707398"/>
                <a:gd name="GluePoint1Y" fmla="*/ 754084 h 754084"/>
                <a:gd name="GluePoint2X" fmla="*/ 818495 w 1707398"/>
                <a:gd name="GluePoint2Y" fmla="*/ 735127 h 754084"/>
                <a:gd name="GluePoint3X" fmla="*/ 1707398 w 1707398"/>
                <a:gd name="GluePoint3Y" fmla="*/ 0 h 7540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707398" h="754084">
                  <a:moveTo>
                    <a:pt x="0" y="754084"/>
                  </a:moveTo>
                  <a:lnTo>
                    <a:pt x="818495" y="735127"/>
                  </a:lnTo>
                  <a:lnTo>
                    <a:pt x="1707398" y="0"/>
                  </a:lnTo>
                </a:path>
              </a:pathLst>
            </a:custGeom>
            <a:noFill/>
            <a:ln w="50800">
              <a:solidFill>
                <a:srgbClr val="CC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362" dur="indefinite" restart="never" nodeType="tmRoot">
          <p:childTnLst>
            <p:seq>
              <p:cTn id="2363" dur="indefinite" nodeType="mainSeq">
                <p:childTnLst>
                  <p:par>
                    <p:cTn id="2364" fill="hold">
                      <p:stCondLst>
                        <p:cond delay="indefinite"/>
                      </p:stCondLst>
                      <p:childTnLst>
                        <p:par>
                          <p:cTn id="2365" fill="hold">
                            <p:stCondLst>
                              <p:cond delay="0"/>
                            </p:stCondLst>
                            <p:childTnLst>
                              <p:par>
                                <p:cTn id="236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68" dur="500"/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71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2" fill="hold">
                      <p:stCondLst>
                        <p:cond delay="indefinite"/>
                      </p:stCondLst>
                      <p:childTnLst>
                        <p:par>
                          <p:cTn id="2373" fill="hold">
                            <p:stCondLst>
                              <p:cond delay="0"/>
                            </p:stCondLst>
                            <p:childTnLst>
                              <p:par>
                                <p:cTn id="237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76" dur="500"/>
                                        <p:tgtEl>
                                          <p:spTgt spid="9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7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7103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Traffic engineering: difficult with traditional routing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9228" name="PlaceHolder 2"/>
          <p:cNvSpPr>
            <a:spLocks noGrp="1"/>
          </p:cNvSpPr>
          <p:nvPr>
            <p:ph type="sldNum" idx="7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4C34EFE8-10FA-4233-A41B-3CEEB9FD25A4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85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9" name="TextBox 151"/>
          <p:cNvSpPr/>
          <p:nvPr/>
        </p:nvSpPr>
        <p:spPr>
          <a:xfrm>
            <a:off x="1207440" y="4302360"/>
            <a:ext cx="10513080" cy="19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i="1" u="sng" strike="noStrike">
                <a:solidFill>
                  <a:srgbClr val="000090"/>
                </a:solidFill>
                <a:effectLst/>
                <a:uFillTx/>
                <a:latin typeface="Calibri"/>
                <a:ea typeface="ＭＳ Ｐゴシック"/>
              </a:rPr>
              <a:t>Q: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what if w wants to route blue and red traffic differently from w to z?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lang="en-US" sz="2800" b="0" i="1" u="sng" strike="noStrike">
                <a:solidFill>
                  <a:srgbClr val="000090"/>
                </a:solidFill>
                <a:effectLst/>
                <a:uFillTx/>
                <a:latin typeface="Calibri"/>
                <a:ea typeface="ＭＳ Ｐゴシック"/>
              </a:rPr>
              <a:t>A: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can’t do it (with destination-based forwarding, and LS, DV routing)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30" name="Group 296"/>
          <p:cNvGrpSpPr/>
          <p:nvPr/>
        </p:nvGrpSpPr>
        <p:grpSpPr>
          <a:xfrm>
            <a:off x="2509560" y="1275480"/>
            <a:ext cx="6874560" cy="2403720"/>
            <a:chOff x="2509560" y="1275480"/>
            <a:chExt cx="6874560" cy="2403720"/>
          </a:xfrm>
        </p:grpSpPr>
        <p:grpSp>
          <p:nvGrpSpPr>
            <p:cNvPr id="9231" name="Group 1612"/>
            <p:cNvGrpSpPr/>
            <p:nvPr/>
          </p:nvGrpSpPr>
          <p:grpSpPr>
            <a:xfrm>
              <a:off x="2509560" y="2353680"/>
              <a:ext cx="854640" cy="655560"/>
              <a:chOff x="2509560" y="2353680"/>
              <a:chExt cx="854640" cy="655560"/>
            </a:xfrm>
          </p:grpSpPr>
          <p:pic>
            <p:nvPicPr>
              <p:cNvPr id="9232" name="Picture 1613" descr="desktop_computer_stylized_medium"/>
              <p:cNvPicPr/>
              <p:nvPr/>
            </p:nvPicPr>
            <p:blipFill>
              <a:blip r:embed="rId1"/>
              <a:stretch/>
            </p:blipFill>
            <p:spPr>
              <a:xfrm flipH="1">
                <a:off x="2509560" y="2353680"/>
                <a:ext cx="854640" cy="65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9233" name="Freeform 1614"/>
              <p:cNvSpPr/>
              <p:nvPr/>
            </p:nvSpPr>
            <p:spPr>
              <a:xfrm flipH="1">
                <a:off x="2873160" y="2416320"/>
                <a:ext cx="402840" cy="300240"/>
              </a:xfrm>
              <a:custGeom>
                <a:avLst/>
                <a:gdLst>
                  <a:gd name="textAreaLeft" fmla="*/ -360 w 402840"/>
                  <a:gd name="textAreaRight" fmla="*/ 402840 w 402840"/>
                  <a:gd name="textAreaTop" fmla="*/ 0 h 300240"/>
                  <a:gd name="textAreaBottom" fmla="*/ 300600 h 300240"/>
                  <a:gd name="GluePoint1X" fmla="*/ 0 w 356"/>
                  <a:gd name="GluePoint1Y" fmla="*/ 0 h 368"/>
                  <a:gd name="GluePoint2X" fmla="*/ 300 w 356"/>
                  <a:gd name="GluePoint2Y" fmla="*/ 14 h 368"/>
                  <a:gd name="GluePoint3X" fmla="*/ 356 w 356"/>
                  <a:gd name="GluePoint3Y" fmla="*/ 294 h 368"/>
                  <a:gd name="GluePoint4X" fmla="*/ 78 w 356"/>
                  <a:gd name="GluePoint4Y" fmla="*/ 368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34" name="Freeform 3"/>
            <p:cNvSpPr/>
            <p:nvPr/>
          </p:nvSpPr>
          <p:spPr>
            <a:xfrm>
              <a:off x="3625560" y="1275480"/>
              <a:ext cx="5141520" cy="2403720"/>
            </a:xfrm>
            <a:custGeom>
              <a:avLst/>
              <a:gdLst>
                <a:gd name="textAreaLeft" fmla="*/ 0 w 5141520"/>
                <a:gd name="textAreaRight" fmla="*/ 5141880 w 5141520"/>
                <a:gd name="textAreaTop" fmla="*/ 0 h 2403720"/>
                <a:gd name="textAreaBottom" fmla="*/ 2404080 h 24037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5" name="Freeform 4"/>
            <p:cNvSpPr/>
            <p:nvPr/>
          </p:nvSpPr>
          <p:spPr>
            <a:xfrm>
              <a:off x="4399920" y="2179800"/>
              <a:ext cx="781200" cy="317160"/>
            </a:xfrm>
            <a:custGeom>
              <a:avLst/>
              <a:gdLst>
                <a:gd name="textAreaLeft" fmla="*/ 0 w 781200"/>
                <a:gd name="textAreaRight" fmla="*/ 781560 w 781200"/>
                <a:gd name="textAreaTop" fmla="*/ 0 h 317160"/>
                <a:gd name="textAreaBottom" fmla="*/ 317520 h 31716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6" name="Freeform 35"/>
            <p:cNvSpPr/>
            <p:nvPr/>
          </p:nvSpPr>
          <p:spPr>
            <a:xfrm>
              <a:off x="6820200" y="2225880"/>
              <a:ext cx="1800" cy="8902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890280"/>
                <a:gd name="textAreaBottom" fmla="*/ 890640 h 89028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7" name="Freeform 36"/>
            <p:cNvSpPr/>
            <p:nvPr/>
          </p:nvSpPr>
          <p:spPr>
            <a:xfrm>
              <a:off x="5236200" y="2235960"/>
              <a:ext cx="1800" cy="91584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915840"/>
                <a:gd name="textAreaBottom" fmla="*/ 916200 h 91584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8" name="Freeform 37"/>
            <p:cNvSpPr/>
            <p:nvPr/>
          </p:nvSpPr>
          <p:spPr>
            <a:xfrm>
              <a:off x="5302080" y="2210400"/>
              <a:ext cx="1462680" cy="1050120"/>
            </a:xfrm>
            <a:custGeom>
              <a:avLst/>
              <a:gdLst>
                <a:gd name="textAreaLeft" fmla="*/ 0 w 1462680"/>
                <a:gd name="textAreaRight" fmla="*/ 1463040 w 1462680"/>
                <a:gd name="textAreaTop" fmla="*/ 0 h 1050120"/>
                <a:gd name="textAreaBottom" fmla="*/ 1050480 h 1050120"/>
                <a:gd name="GluePoint1X" fmla="*/ 0 w 378"/>
                <a:gd name="GluePoint1Y" fmla="*/ 142610238 h 174"/>
                <a:gd name="GluePoint2X" fmla="*/ 8951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9" name="Freeform 38"/>
            <p:cNvSpPr/>
            <p:nvPr/>
          </p:nvSpPr>
          <p:spPr>
            <a:xfrm>
              <a:off x="6858000" y="2804040"/>
              <a:ext cx="1161360" cy="455400"/>
            </a:xfrm>
            <a:custGeom>
              <a:avLst/>
              <a:gdLst>
                <a:gd name="textAreaLeft" fmla="*/ 0 w 1161360"/>
                <a:gd name="textAreaRight" fmla="*/ 1161720 w 1161360"/>
                <a:gd name="textAreaTop" fmla="*/ 0 h 455400"/>
                <a:gd name="textAreaBottom" fmla="*/ 455760 h 455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0" name="Freeform 39"/>
            <p:cNvSpPr/>
            <p:nvPr/>
          </p:nvSpPr>
          <p:spPr>
            <a:xfrm flipV="1">
              <a:off x="5588280" y="3239640"/>
              <a:ext cx="907920" cy="45360"/>
            </a:xfrm>
            <a:custGeom>
              <a:avLst/>
              <a:gdLst>
                <a:gd name="textAreaLeft" fmla="*/ 0 w 907920"/>
                <a:gd name="textAreaRight" fmla="*/ 908280 w 907920"/>
                <a:gd name="textAreaTop" fmla="*/ 360 h 45360"/>
                <a:gd name="textAreaBottom" fmla="*/ 46080 h 4536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720" rIns="90000" bIns="7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1" name="Freeform 40"/>
            <p:cNvSpPr/>
            <p:nvPr/>
          </p:nvSpPr>
          <p:spPr>
            <a:xfrm>
              <a:off x="4276440" y="2732400"/>
              <a:ext cx="630360" cy="450000"/>
            </a:xfrm>
            <a:custGeom>
              <a:avLst/>
              <a:gdLst>
                <a:gd name="textAreaLeft" fmla="*/ 0 w 630360"/>
                <a:gd name="textAreaRight" fmla="*/ 630720 w 630360"/>
                <a:gd name="textAreaTop" fmla="*/ 0 h 450000"/>
                <a:gd name="textAreaBottom" fmla="*/ 450360 h 45000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2" name="Freeform 41"/>
            <p:cNvSpPr/>
            <p:nvPr/>
          </p:nvSpPr>
          <p:spPr>
            <a:xfrm>
              <a:off x="5613480" y="2108160"/>
              <a:ext cx="835920" cy="1440"/>
            </a:xfrm>
            <a:custGeom>
              <a:avLst/>
              <a:gdLst>
                <a:gd name="textAreaLeft" fmla="*/ 0 w 835920"/>
                <a:gd name="textAreaRight" fmla="*/ 836280 w 835920"/>
                <a:gd name="textAreaTop" fmla="*/ 0 h 1440"/>
                <a:gd name="textAreaBottom" fmla="*/ 1800 h 144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43200" rIns="90000" bIns="-43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3" name="Freeform 42"/>
            <p:cNvSpPr/>
            <p:nvPr/>
          </p:nvSpPr>
          <p:spPr>
            <a:xfrm>
              <a:off x="7138080" y="2160720"/>
              <a:ext cx="922680" cy="397440"/>
            </a:xfrm>
            <a:custGeom>
              <a:avLst/>
              <a:gdLst>
                <a:gd name="textAreaLeft" fmla="*/ 0 w 922680"/>
                <a:gd name="textAreaRight" fmla="*/ 923040 w 922680"/>
                <a:gd name="textAreaTop" fmla="*/ 0 h 397440"/>
                <a:gd name="textAreaBottom" fmla="*/ 397800 h 39744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4" name="Freeform 43"/>
            <p:cNvSpPr/>
            <p:nvPr/>
          </p:nvSpPr>
          <p:spPr>
            <a:xfrm>
              <a:off x="4146120" y="1370880"/>
              <a:ext cx="2536560" cy="1100160"/>
            </a:xfrm>
            <a:custGeom>
              <a:avLst/>
              <a:gdLst>
                <a:gd name="textAreaLeft" fmla="*/ 0 w 2536560"/>
                <a:gd name="textAreaRight" fmla="*/ 2536920 w 2536560"/>
                <a:gd name="textAreaTop" fmla="*/ 0 h 1100160"/>
                <a:gd name="textAreaBottom" fmla="*/ 1100520 h 110016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5" name="Text Box 62"/>
            <p:cNvSpPr/>
            <p:nvPr/>
          </p:nvSpPr>
          <p:spPr>
            <a:xfrm>
              <a:off x="4457880" y="20908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6" name="Text Box 63"/>
            <p:cNvSpPr/>
            <p:nvPr/>
          </p:nvSpPr>
          <p:spPr>
            <a:xfrm>
              <a:off x="5253120" y="24645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7" name="Text Box 64"/>
            <p:cNvSpPr/>
            <p:nvPr/>
          </p:nvSpPr>
          <p:spPr>
            <a:xfrm>
              <a:off x="4259160" y="28281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8" name="Text Box 65"/>
            <p:cNvSpPr/>
            <p:nvPr/>
          </p:nvSpPr>
          <p:spPr>
            <a:xfrm>
              <a:off x="6130800" y="26233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9" name="Text Box 66"/>
            <p:cNvSpPr/>
            <p:nvPr/>
          </p:nvSpPr>
          <p:spPr>
            <a:xfrm>
              <a:off x="5986800" y="322740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0" name="Text Box 67"/>
            <p:cNvSpPr/>
            <p:nvPr/>
          </p:nvSpPr>
          <p:spPr>
            <a:xfrm>
              <a:off x="6809400" y="24955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1" name="Text Box 68"/>
            <p:cNvSpPr/>
            <p:nvPr/>
          </p:nvSpPr>
          <p:spPr>
            <a:xfrm>
              <a:off x="7632360" y="29458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2" name="Text Box 69"/>
            <p:cNvSpPr/>
            <p:nvPr/>
          </p:nvSpPr>
          <p:spPr>
            <a:xfrm>
              <a:off x="7570440" y="202968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3" name="Text Box 70"/>
            <p:cNvSpPr/>
            <p:nvPr/>
          </p:nvSpPr>
          <p:spPr>
            <a:xfrm>
              <a:off x="5890680" y="177372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4" name="Text Box 71"/>
            <p:cNvSpPr/>
            <p:nvPr/>
          </p:nvSpPr>
          <p:spPr>
            <a:xfrm>
              <a:off x="5088600" y="1317960"/>
              <a:ext cx="3081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55" name="Group 1507"/>
            <p:cNvGrpSpPr/>
            <p:nvPr/>
          </p:nvGrpSpPr>
          <p:grpSpPr>
            <a:xfrm>
              <a:off x="8956800" y="2338920"/>
              <a:ext cx="427320" cy="711720"/>
              <a:chOff x="8956800" y="2338920"/>
              <a:chExt cx="427320" cy="711720"/>
            </a:xfrm>
          </p:grpSpPr>
          <p:sp>
            <p:nvSpPr>
              <p:cNvPr id="9256" name="Freeform 1508"/>
              <p:cNvSpPr/>
              <p:nvPr/>
            </p:nvSpPr>
            <p:spPr>
              <a:xfrm>
                <a:off x="9295200" y="2340000"/>
                <a:ext cx="84600" cy="67896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678960"/>
                  <a:gd name="textAreaBottom" fmla="*/ 679320 h 678960"/>
                  <a:gd name="GluePoint1X" fmla="*/ 6 w 354"/>
                  <a:gd name="GluePoint1Y" fmla="*/ 0 h 2742"/>
                  <a:gd name="GluePoint2X" fmla="*/ 30 w 354"/>
                  <a:gd name="GluePoint2Y" fmla="*/ 46 h 2742"/>
                  <a:gd name="GluePoint3X" fmla="*/ 30 w 354"/>
                  <a:gd name="GluePoint3Y" fmla="*/ 354 h 2742"/>
                  <a:gd name="GluePoint4X" fmla="*/ 0 w 354"/>
                  <a:gd name="GluePoint4Y" fmla="*/ 371 h 2742"/>
                  <a:gd name="GluePoint5X" fmla="*/ 6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7" name="Rectangle 1509"/>
              <p:cNvSpPr/>
              <p:nvPr/>
            </p:nvSpPr>
            <p:spPr>
              <a:xfrm>
                <a:off x="8978040" y="2338920"/>
                <a:ext cx="313560" cy="67860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8" name="Freeform 1510"/>
              <p:cNvSpPr/>
              <p:nvPr/>
            </p:nvSpPr>
            <p:spPr>
              <a:xfrm>
                <a:off x="9311040" y="2380680"/>
                <a:ext cx="50400" cy="628200"/>
              </a:xfrm>
              <a:custGeom>
                <a:avLst/>
                <a:gdLst>
                  <a:gd name="textAreaLeft" fmla="*/ 0 w 50400"/>
                  <a:gd name="textAreaRight" fmla="*/ 50760 w 50400"/>
                  <a:gd name="textAreaTop" fmla="*/ 0 h 628200"/>
                  <a:gd name="textAreaBottom" fmla="*/ 628560 h 628200"/>
                  <a:gd name="GluePoint1X" fmla="*/ 2 w 211"/>
                  <a:gd name="GluePoint1Y" fmla="*/ 0 h 2537"/>
                  <a:gd name="GluePoint2X" fmla="*/ 18 w 211"/>
                  <a:gd name="GluePoint2Y" fmla="*/ 30 h 2537"/>
                  <a:gd name="GluePoint3X" fmla="*/ 2 w 211"/>
                  <a:gd name="GluePoint3Y" fmla="*/ 338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9" name="Freeform 1511"/>
              <p:cNvSpPr/>
              <p:nvPr/>
            </p:nvSpPr>
            <p:spPr>
              <a:xfrm>
                <a:off x="9300240" y="2698920"/>
                <a:ext cx="78480" cy="5580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55800"/>
                  <a:gd name="textAreaBottom" fmla="*/ 56160 h 55800"/>
                  <a:gd name="GluePoint1X" fmla="*/ 2 w 328"/>
                  <a:gd name="GluePoint1Y" fmla="*/ 0 h 226"/>
                  <a:gd name="GluePoint2X" fmla="*/ 29 w 328"/>
                  <a:gd name="GluePoint2Y" fmla="*/ 18 h 226"/>
                  <a:gd name="GluePoint3X" fmla="*/ 29 w 328"/>
                  <a:gd name="GluePoint3Y" fmla="*/ 32 h 226"/>
                  <a:gd name="GluePoint4X" fmla="*/ 0 w 328"/>
                  <a:gd name="GluePoint4Y" fmla="*/ 13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1160" rIns="90000" bIns="111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0" name="Rectangle 1512"/>
              <p:cNvSpPr/>
              <p:nvPr/>
            </p:nvSpPr>
            <p:spPr>
              <a:xfrm>
                <a:off x="8978040" y="241632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261" name="Group 1513"/>
              <p:cNvGrpSpPr/>
              <p:nvPr/>
            </p:nvGrpSpPr>
            <p:grpSpPr>
              <a:xfrm>
                <a:off x="9139320" y="2409480"/>
                <a:ext cx="172800" cy="44280"/>
                <a:chOff x="9139320" y="2409480"/>
                <a:chExt cx="172800" cy="44280"/>
              </a:xfrm>
            </p:grpSpPr>
            <p:sp>
              <p:nvSpPr>
                <p:cNvPr id="9262" name="AutoShape 1514"/>
                <p:cNvSpPr/>
                <p:nvPr/>
              </p:nvSpPr>
              <p:spPr>
                <a:xfrm>
                  <a:off x="9139320" y="2409480"/>
                  <a:ext cx="172800" cy="442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3680" rIns="90000" bIns="-136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63" name="AutoShape 1515"/>
                <p:cNvSpPr/>
                <p:nvPr/>
              </p:nvSpPr>
              <p:spPr>
                <a:xfrm>
                  <a:off x="9142200" y="2413800"/>
                  <a:ext cx="167040" cy="349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264" name="Rectangle 1516"/>
              <p:cNvSpPr/>
              <p:nvPr/>
            </p:nvSpPr>
            <p:spPr>
              <a:xfrm>
                <a:off x="8980920" y="251496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265" name="Group 1517"/>
              <p:cNvGrpSpPr/>
              <p:nvPr/>
            </p:nvGrpSpPr>
            <p:grpSpPr>
              <a:xfrm>
                <a:off x="9139320" y="2505600"/>
                <a:ext cx="172800" cy="39600"/>
                <a:chOff x="9139320" y="2505600"/>
                <a:chExt cx="172800" cy="39600"/>
              </a:xfrm>
            </p:grpSpPr>
            <p:sp>
              <p:nvSpPr>
                <p:cNvPr id="9266" name="AutoShape 1518"/>
                <p:cNvSpPr/>
                <p:nvPr/>
              </p:nvSpPr>
              <p:spPr>
                <a:xfrm>
                  <a:off x="9139320" y="2505600"/>
                  <a:ext cx="172800" cy="39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6920" rIns="90000" bIns="-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67" name="AutoShape 1519"/>
                <p:cNvSpPr/>
                <p:nvPr/>
              </p:nvSpPr>
              <p:spPr>
                <a:xfrm>
                  <a:off x="9142560" y="2510640"/>
                  <a:ext cx="167040" cy="302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3400" rIns="90000" bIns="-234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268" name="Rectangle 1520"/>
              <p:cNvSpPr/>
              <p:nvPr/>
            </p:nvSpPr>
            <p:spPr>
              <a:xfrm>
                <a:off x="8980920" y="261396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9" name="Rectangle 1521"/>
              <p:cNvSpPr/>
              <p:nvPr/>
            </p:nvSpPr>
            <p:spPr>
              <a:xfrm>
                <a:off x="8983800" y="2703240"/>
                <a:ext cx="178920" cy="1368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0960" rIns="90000" bIns="-309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270" name="Group 1522"/>
              <p:cNvGrpSpPr/>
              <p:nvPr/>
            </p:nvGrpSpPr>
            <p:grpSpPr>
              <a:xfrm>
                <a:off x="9136440" y="2698560"/>
                <a:ext cx="173160" cy="41760"/>
                <a:chOff x="9136440" y="2698560"/>
                <a:chExt cx="173160" cy="41760"/>
              </a:xfrm>
            </p:grpSpPr>
            <p:sp>
              <p:nvSpPr>
                <p:cNvPr id="9271" name="AutoShape 1523"/>
                <p:cNvSpPr/>
                <p:nvPr/>
              </p:nvSpPr>
              <p:spPr>
                <a:xfrm>
                  <a:off x="9136440" y="2698560"/>
                  <a:ext cx="173160" cy="417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480" rIns="90000" bIns="-154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72" name="AutoShape 1524"/>
                <p:cNvSpPr/>
                <p:nvPr/>
              </p:nvSpPr>
              <p:spPr>
                <a:xfrm>
                  <a:off x="9139320" y="2700720"/>
                  <a:ext cx="167040" cy="349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273" name="Freeform 1525"/>
              <p:cNvSpPr/>
              <p:nvPr/>
            </p:nvSpPr>
            <p:spPr>
              <a:xfrm>
                <a:off x="9301320" y="2613960"/>
                <a:ext cx="78480" cy="5544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55440"/>
                  <a:gd name="textAreaBottom" fmla="*/ 55800 h 55440"/>
                  <a:gd name="GluePoint1X" fmla="*/ 2 w 328"/>
                  <a:gd name="GluePoint1Y" fmla="*/ 0 h 226"/>
                  <a:gd name="GluePoint2X" fmla="*/ 29 w 328"/>
                  <a:gd name="GluePoint2Y" fmla="*/ 17 h 226"/>
                  <a:gd name="GluePoint3X" fmla="*/ 29 w 328"/>
                  <a:gd name="GluePoint3Y" fmla="*/ 30 h 226"/>
                  <a:gd name="GluePoint4X" fmla="*/ 0 w 328"/>
                  <a:gd name="GluePoint4Y" fmla="*/ 12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274" name="Group 1526"/>
              <p:cNvGrpSpPr/>
              <p:nvPr/>
            </p:nvGrpSpPr>
            <p:grpSpPr>
              <a:xfrm>
                <a:off x="9136440" y="2606760"/>
                <a:ext cx="176040" cy="39600"/>
                <a:chOff x="9136440" y="2606760"/>
                <a:chExt cx="176040" cy="39600"/>
              </a:xfrm>
            </p:grpSpPr>
            <p:sp>
              <p:nvSpPr>
                <p:cNvPr id="9275" name="AutoShape 1527"/>
                <p:cNvSpPr/>
                <p:nvPr/>
              </p:nvSpPr>
              <p:spPr>
                <a:xfrm>
                  <a:off x="9136440" y="2606760"/>
                  <a:ext cx="176040" cy="39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6920" rIns="90000" bIns="-169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76" name="AutoShape 1528"/>
                <p:cNvSpPr/>
                <p:nvPr/>
              </p:nvSpPr>
              <p:spPr>
                <a:xfrm>
                  <a:off x="9139320" y="2611440"/>
                  <a:ext cx="173160" cy="302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3400" rIns="90000" bIns="-234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277" name="Rectangle 1529"/>
              <p:cNvSpPr/>
              <p:nvPr/>
            </p:nvSpPr>
            <p:spPr>
              <a:xfrm>
                <a:off x="9288720" y="2338920"/>
                <a:ext cx="20520" cy="67860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8" name="Freeform 1530"/>
              <p:cNvSpPr/>
              <p:nvPr/>
            </p:nvSpPr>
            <p:spPr>
              <a:xfrm>
                <a:off x="9308520" y="2510640"/>
                <a:ext cx="70560" cy="63000"/>
              </a:xfrm>
              <a:custGeom>
                <a:avLst/>
                <a:gdLst>
                  <a:gd name="textAreaLeft" fmla="*/ 0 w 70560"/>
                  <a:gd name="textAreaRight" fmla="*/ 70920 w 70560"/>
                  <a:gd name="textAreaTop" fmla="*/ 0 h 63000"/>
                  <a:gd name="textAreaBottom" fmla="*/ 63360 h 63000"/>
                  <a:gd name="GluePoint1X" fmla="*/ 2 w 296"/>
                  <a:gd name="GluePoint1Y" fmla="*/ 0 h 256"/>
                  <a:gd name="GluePoint2X" fmla="*/ 26 w 296"/>
                  <a:gd name="GluePoint2Y" fmla="*/ 18 h 256"/>
                  <a:gd name="GluePoint3X" fmla="*/ 26 w 296"/>
                  <a:gd name="GluePoint3Y" fmla="*/ 34 h 256"/>
                  <a:gd name="GluePoint4X" fmla="*/ 0 w 296"/>
                  <a:gd name="GluePoint4Y" fmla="*/ 12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9" name="Freeform 1531"/>
              <p:cNvSpPr/>
              <p:nvPr/>
            </p:nvSpPr>
            <p:spPr>
              <a:xfrm>
                <a:off x="9309240" y="2413440"/>
                <a:ext cx="72720" cy="7092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70920"/>
                  <a:gd name="textAreaBottom" fmla="*/ 71280 h 70920"/>
                  <a:gd name="GluePoint1X" fmla="*/ 0 w 304"/>
                  <a:gd name="GluePoint1Y" fmla="*/ 0 h 288"/>
                  <a:gd name="GluePoint2X" fmla="*/ 27 w 304"/>
                  <a:gd name="GluePoint2Y" fmla="*/ 23 h 288"/>
                  <a:gd name="GluePoint3X" fmla="*/ 25 w 304"/>
                  <a:gd name="GluePoint3Y" fmla="*/ 40 h 288"/>
                  <a:gd name="GluePoint4X" fmla="*/ 2 w 304"/>
                  <a:gd name="GluePoint4Y" fmla="*/ 17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6280" rIns="90000" bIns="262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0" name="Oval 1532"/>
              <p:cNvSpPr/>
              <p:nvPr/>
            </p:nvSpPr>
            <p:spPr>
              <a:xfrm>
                <a:off x="9369360" y="2987280"/>
                <a:ext cx="14760" cy="2772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5200" rIns="90000" bIns="-25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1" name="Freeform 1533"/>
              <p:cNvSpPr/>
              <p:nvPr/>
            </p:nvSpPr>
            <p:spPr>
              <a:xfrm>
                <a:off x="9305640" y="2988360"/>
                <a:ext cx="73080" cy="5904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59040"/>
                  <a:gd name="textAreaBottom" fmla="*/ 59400 h 59040"/>
                  <a:gd name="GluePoint1X" fmla="*/ 0 w 306"/>
                  <a:gd name="GluePoint1Y" fmla="*/ 15 h 240"/>
                  <a:gd name="GluePoint2X" fmla="*/ 2 w 306"/>
                  <a:gd name="GluePoint2Y" fmla="*/ 33 h 240"/>
                  <a:gd name="GluePoint3X" fmla="*/ 27 w 306"/>
                  <a:gd name="GluePoint3Y" fmla="*/ 15 h 240"/>
                  <a:gd name="GluePoint4X" fmla="*/ 26 w 306"/>
                  <a:gd name="GluePoint4Y" fmla="*/ 0 h 240"/>
                  <a:gd name="GluePoint5X" fmla="*/ 0 w 306"/>
                  <a:gd name="GluePoint5Y" fmla="*/ 15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4400" rIns="90000" bIns="144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2" name="AutoShape 1534"/>
              <p:cNvSpPr/>
              <p:nvPr/>
            </p:nvSpPr>
            <p:spPr>
              <a:xfrm>
                <a:off x="8956800" y="3006360"/>
                <a:ext cx="358560" cy="442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3680" rIns="90000" bIns="-136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3" name="AutoShape 1535"/>
              <p:cNvSpPr/>
              <p:nvPr/>
            </p:nvSpPr>
            <p:spPr>
              <a:xfrm>
                <a:off x="8978040" y="3017880"/>
                <a:ext cx="319320" cy="230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4" name="Oval 1536"/>
              <p:cNvSpPr/>
              <p:nvPr/>
            </p:nvSpPr>
            <p:spPr>
              <a:xfrm>
                <a:off x="9007560" y="2919240"/>
                <a:ext cx="47160" cy="4176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5" name="Oval 1537"/>
              <p:cNvSpPr/>
              <p:nvPr/>
            </p:nvSpPr>
            <p:spPr>
              <a:xfrm>
                <a:off x="9061560" y="2919240"/>
                <a:ext cx="47160" cy="4176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6" name="Oval 1538"/>
              <p:cNvSpPr/>
              <p:nvPr/>
            </p:nvSpPr>
            <p:spPr>
              <a:xfrm>
                <a:off x="9112320" y="2919240"/>
                <a:ext cx="47160" cy="4176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7" name="Rectangle 1539"/>
              <p:cNvSpPr/>
              <p:nvPr/>
            </p:nvSpPr>
            <p:spPr>
              <a:xfrm>
                <a:off x="9235080" y="2757240"/>
                <a:ext cx="23760" cy="2253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9288" name="Straight Connector 210"/>
            <p:cNvCxnSpPr/>
            <p:nvPr/>
          </p:nvCxnSpPr>
          <p:spPr>
            <a:xfrm>
              <a:off x="3247920" y="2656800"/>
              <a:ext cx="5270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289" name="Straight Connector 211"/>
            <p:cNvCxnSpPr/>
            <p:nvPr/>
          </p:nvCxnSpPr>
          <p:spPr>
            <a:xfrm>
              <a:off x="8460720" y="2692080"/>
              <a:ext cx="52740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grpSp>
          <p:nvGrpSpPr>
            <p:cNvPr id="9290" name="Group 212"/>
            <p:cNvGrpSpPr/>
            <p:nvPr/>
          </p:nvGrpSpPr>
          <p:grpSpPr>
            <a:xfrm>
              <a:off x="4980240" y="1895400"/>
              <a:ext cx="687240" cy="475200"/>
              <a:chOff x="4980240" y="1895400"/>
              <a:chExt cx="687240" cy="475200"/>
            </a:xfrm>
          </p:grpSpPr>
          <p:grpSp>
            <p:nvGrpSpPr>
              <p:cNvPr id="9291" name="Group 327"/>
              <p:cNvGrpSpPr/>
              <p:nvPr/>
            </p:nvGrpSpPr>
            <p:grpSpPr>
              <a:xfrm>
                <a:off x="4980240" y="1895400"/>
                <a:ext cx="687240" cy="403200"/>
                <a:chOff x="4980240" y="1895400"/>
                <a:chExt cx="687240" cy="403200"/>
              </a:xfrm>
            </p:grpSpPr>
            <p:sp>
              <p:nvSpPr>
                <p:cNvPr id="9292" name="Oval 217"/>
                <p:cNvSpPr/>
                <p:nvPr/>
              </p:nvSpPr>
              <p:spPr>
                <a:xfrm flipV="1">
                  <a:off x="4982400" y="200268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93" name="Rectangle 218"/>
                <p:cNvSpPr/>
                <p:nvPr/>
              </p:nvSpPr>
              <p:spPr>
                <a:xfrm>
                  <a:off x="4980240" y="204660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94" name="Oval 219"/>
                <p:cNvSpPr/>
                <p:nvPr/>
              </p:nvSpPr>
              <p:spPr>
                <a:xfrm flipV="1">
                  <a:off x="4980240" y="18954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95" name="Freeform 220"/>
                <p:cNvSpPr/>
                <p:nvPr/>
              </p:nvSpPr>
              <p:spPr>
                <a:xfrm>
                  <a:off x="5155920" y="19854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96" name="Freeform 221"/>
                <p:cNvSpPr/>
                <p:nvPr/>
              </p:nvSpPr>
              <p:spPr>
                <a:xfrm>
                  <a:off x="5121360" y="19479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97" name="Freeform 222"/>
                <p:cNvSpPr/>
                <p:nvPr/>
              </p:nvSpPr>
              <p:spPr>
                <a:xfrm>
                  <a:off x="5385960" y="20358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298" name="Freeform 223"/>
                <p:cNvSpPr/>
                <p:nvPr/>
              </p:nvSpPr>
              <p:spPr>
                <a:xfrm>
                  <a:off x="5113440" y="20379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299" name="Straight Connector 224"/>
                <p:cNvCxnSpPr/>
                <p:nvPr/>
              </p:nvCxnSpPr>
              <p:spPr>
                <a:xfrm flipH="1" flipV="1">
                  <a:off x="4980240" y="20422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300" name="Straight Connector 225"/>
                <p:cNvCxnSpPr/>
                <p:nvPr/>
              </p:nvCxnSpPr>
              <p:spPr>
                <a:xfrm flipH="1" flipV="1">
                  <a:off x="5665680" y="204012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301" name="Group 214"/>
              <p:cNvGrpSpPr/>
              <p:nvPr/>
            </p:nvGrpSpPr>
            <p:grpSpPr>
              <a:xfrm>
                <a:off x="5112360" y="1914480"/>
                <a:ext cx="433080" cy="456120"/>
                <a:chOff x="5112360" y="1914480"/>
                <a:chExt cx="433080" cy="456120"/>
              </a:xfrm>
            </p:grpSpPr>
            <p:sp>
              <p:nvSpPr>
                <p:cNvPr id="9302" name="Oval 215"/>
                <p:cNvSpPr/>
                <p:nvPr/>
              </p:nvSpPr>
              <p:spPr>
                <a:xfrm>
                  <a:off x="5112360" y="20635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03" name="TextBox 216"/>
                <p:cNvSpPr/>
                <p:nvPr/>
              </p:nvSpPr>
              <p:spPr>
                <a:xfrm>
                  <a:off x="5164200" y="191448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v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304" name="Group 226"/>
            <p:cNvGrpSpPr/>
            <p:nvPr/>
          </p:nvGrpSpPr>
          <p:grpSpPr>
            <a:xfrm>
              <a:off x="6454440" y="1892160"/>
              <a:ext cx="687240" cy="475560"/>
              <a:chOff x="6454440" y="1892160"/>
              <a:chExt cx="687240" cy="475560"/>
            </a:xfrm>
          </p:grpSpPr>
          <p:grpSp>
            <p:nvGrpSpPr>
              <p:cNvPr id="9305" name="Group 327"/>
              <p:cNvGrpSpPr/>
              <p:nvPr/>
            </p:nvGrpSpPr>
            <p:grpSpPr>
              <a:xfrm>
                <a:off x="6454440" y="1892160"/>
                <a:ext cx="687240" cy="403560"/>
                <a:chOff x="6454440" y="1892160"/>
                <a:chExt cx="687240" cy="403560"/>
              </a:xfrm>
            </p:grpSpPr>
            <p:sp>
              <p:nvSpPr>
                <p:cNvPr id="9306" name="Oval 231"/>
                <p:cNvSpPr/>
                <p:nvPr/>
              </p:nvSpPr>
              <p:spPr>
                <a:xfrm flipV="1">
                  <a:off x="6456600" y="199980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07" name="Rectangle 232"/>
                <p:cNvSpPr/>
                <p:nvPr/>
              </p:nvSpPr>
              <p:spPr>
                <a:xfrm>
                  <a:off x="6454440" y="204372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08" name="Oval 233"/>
                <p:cNvSpPr/>
                <p:nvPr/>
              </p:nvSpPr>
              <p:spPr>
                <a:xfrm flipV="1">
                  <a:off x="6454440" y="189216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09" name="Freeform 234"/>
                <p:cNvSpPr/>
                <p:nvPr/>
              </p:nvSpPr>
              <p:spPr>
                <a:xfrm>
                  <a:off x="6630120" y="198216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10" name="Freeform 235"/>
                <p:cNvSpPr/>
                <p:nvPr/>
              </p:nvSpPr>
              <p:spPr>
                <a:xfrm>
                  <a:off x="6595560" y="194472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11" name="Freeform 236"/>
                <p:cNvSpPr/>
                <p:nvPr/>
              </p:nvSpPr>
              <p:spPr>
                <a:xfrm>
                  <a:off x="6860160" y="203256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12" name="Freeform 237"/>
                <p:cNvSpPr/>
                <p:nvPr/>
              </p:nvSpPr>
              <p:spPr>
                <a:xfrm>
                  <a:off x="6587640" y="203472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313" name="Straight Connector 238"/>
                <p:cNvCxnSpPr/>
                <p:nvPr/>
              </p:nvCxnSpPr>
              <p:spPr>
                <a:xfrm flipH="1" flipV="1">
                  <a:off x="6454440" y="203904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314" name="Straight Connector 239"/>
                <p:cNvCxnSpPr/>
                <p:nvPr/>
              </p:nvCxnSpPr>
              <p:spPr>
                <a:xfrm flipH="1" flipV="1">
                  <a:off x="7139880" y="20368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315" name="Group 228"/>
              <p:cNvGrpSpPr/>
              <p:nvPr/>
            </p:nvGrpSpPr>
            <p:grpSpPr>
              <a:xfrm>
                <a:off x="6586560" y="1911600"/>
                <a:ext cx="433080" cy="456120"/>
                <a:chOff x="6586560" y="1911600"/>
                <a:chExt cx="433080" cy="456120"/>
              </a:xfrm>
            </p:grpSpPr>
            <p:sp>
              <p:nvSpPr>
                <p:cNvPr id="9316" name="Oval 229"/>
                <p:cNvSpPr/>
                <p:nvPr/>
              </p:nvSpPr>
              <p:spPr>
                <a:xfrm>
                  <a:off x="6586560" y="206064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17" name="TextBox 230"/>
                <p:cNvSpPr/>
                <p:nvPr/>
              </p:nvSpPr>
              <p:spPr>
                <a:xfrm>
                  <a:off x="6618960" y="1911600"/>
                  <a:ext cx="40068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w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318" name="Group 240"/>
            <p:cNvGrpSpPr/>
            <p:nvPr/>
          </p:nvGrpSpPr>
          <p:grpSpPr>
            <a:xfrm>
              <a:off x="3772080" y="2430000"/>
              <a:ext cx="687240" cy="475560"/>
              <a:chOff x="3772080" y="2430000"/>
              <a:chExt cx="687240" cy="475560"/>
            </a:xfrm>
          </p:grpSpPr>
          <p:grpSp>
            <p:nvGrpSpPr>
              <p:cNvPr id="9319" name="Group 327"/>
              <p:cNvGrpSpPr/>
              <p:nvPr/>
            </p:nvGrpSpPr>
            <p:grpSpPr>
              <a:xfrm>
                <a:off x="3772080" y="2430000"/>
                <a:ext cx="687240" cy="403560"/>
                <a:chOff x="3772080" y="2430000"/>
                <a:chExt cx="687240" cy="403560"/>
              </a:xfrm>
            </p:grpSpPr>
            <p:sp>
              <p:nvSpPr>
                <p:cNvPr id="9320" name="Oval 245"/>
                <p:cNvSpPr/>
                <p:nvPr/>
              </p:nvSpPr>
              <p:spPr>
                <a:xfrm flipV="1">
                  <a:off x="3773880" y="253764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21" name="Rectangle 246"/>
                <p:cNvSpPr/>
                <p:nvPr/>
              </p:nvSpPr>
              <p:spPr>
                <a:xfrm>
                  <a:off x="3772080" y="258156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22" name="Oval 247"/>
                <p:cNvSpPr/>
                <p:nvPr/>
              </p:nvSpPr>
              <p:spPr>
                <a:xfrm flipV="1">
                  <a:off x="3772080" y="24300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23" name="Freeform 248"/>
                <p:cNvSpPr/>
                <p:nvPr/>
              </p:nvSpPr>
              <p:spPr>
                <a:xfrm>
                  <a:off x="3947760" y="25200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24" name="Freeform 249"/>
                <p:cNvSpPr/>
                <p:nvPr/>
              </p:nvSpPr>
              <p:spPr>
                <a:xfrm>
                  <a:off x="3913200" y="24825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25" name="Freeform 250"/>
                <p:cNvSpPr/>
                <p:nvPr/>
              </p:nvSpPr>
              <p:spPr>
                <a:xfrm>
                  <a:off x="4177440" y="25704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26" name="Freeform 251"/>
                <p:cNvSpPr/>
                <p:nvPr/>
              </p:nvSpPr>
              <p:spPr>
                <a:xfrm>
                  <a:off x="3905280" y="25725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327" name="Straight Connector 252"/>
                <p:cNvCxnSpPr/>
                <p:nvPr/>
              </p:nvCxnSpPr>
              <p:spPr>
                <a:xfrm flipH="1" flipV="1">
                  <a:off x="3772080" y="25768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328" name="Straight Connector 253"/>
                <p:cNvCxnSpPr/>
                <p:nvPr/>
              </p:nvCxnSpPr>
              <p:spPr>
                <a:xfrm flipH="1" flipV="1">
                  <a:off x="4457520" y="257472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329" name="Group 242"/>
              <p:cNvGrpSpPr/>
              <p:nvPr/>
            </p:nvGrpSpPr>
            <p:grpSpPr>
              <a:xfrm>
                <a:off x="3904200" y="2449440"/>
                <a:ext cx="433080" cy="456120"/>
                <a:chOff x="3904200" y="2449440"/>
                <a:chExt cx="433080" cy="456120"/>
              </a:xfrm>
            </p:grpSpPr>
            <p:sp>
              <p:nvSpPr>
                <p:cNvPr id="9330" name="Oval 243"/>
                <p:cNvSpPr/>
                <p:nvPr/>
              </p:nvSpPr>
              <p:spPr>
                <a:xfrm>
                  <a:off x="3904200" y="25981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31" name="TextBox 244"/>
                <p:cNvSpPr/>
                <p:nvPr/>
              </p:nvSpPr>
              <p:spPr>
                <a:xfrm>
                  <a:off x="3956040" y="2449440"/>
                  <a:ext cx="35028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u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332" name="Group 254"/>
            <p:cNvGrpSpPr/>
            <p:nvPr/>
          </p:nvGrpSpPr>
          <p:grpSpPr>
            <a:xfrm>
              <a:off x="7850880" y="2491560"/>
              <a:ext cx="687240" cy="475560"/>
              <a:chOff x="7850880" y="2491560"/>
              <a:chExt cx="687240" cy="475560"/>
            </a:xfrm>
          </p:grpSpPr>
          <p:grpSp>
            <p:nvGrpSpPr>
              <p:cNvPr id="9333" name="Group 327"/>
              <p:cNvGrpSpPr/>
              <p:nvPr/>
            </p:nvGrpSpPr>
            <p:grpSpPr>
              <a:xfrm>
                <a:off x="7850880" y="2491560"/>
                <a:ext cx="687240" cy="403560"/>
                <a:chOff x="7850880" y="2491560"/>
                <a:chExt cx="687240" cy="403560"/>
              </a:xfrm>
            </p:grpSpPr>
            <p:sp>
              <p:nvSpPr>
                <p:cNvPr id="9334" name="Oval 259"/>
                <p:cNvSpPr/>
                <p:nvPr/>
              </p:nvSpPr>
              <p:spPr>
                <a:xfrm flipV="1">
                  <a:off x="7853040" y="259920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35" name="Rectangle 260"/>
                <p:cNvSpPr/>
                <p:nvPr/>
              </p:nvSpPr>
              <p:spPr>
                <a:xfrm>
                  <a:off x="7850880" y="264312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36" name="Oval 261"/>
                <p:cNvSpPr/>
                <p:nvPr/>
              </p:nvSpPr>
              <p:spPr>
                <a:xfrm flipV="1">
                  <a:off x="7850880" y="249156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37" name="Freeform 262"/>
                <p:cNvSpPr/>
                <p:nvPr/>
              </p:nvSpPr>
              <p:spPr>
                <a:xfrm>
                  <a:off x="8026560" y="258156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38" name="Freeform 263"/>
                <p:cNvSpPr/>
                <p:nvPr/>
              </p:nvSpPr>
              <p:spPr>
                <a:xfrm>
                  <a:off x="7992000" y="254448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39" name="Freeform 264"/>
                <p:cNvSpPr/>
                <p:nvPr/>
              </p:nvSpPr>
              <p:spPr>
                <a:xfrm>
                  <a:off x="8256600" y="263232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40" name="Freeform 265"/>
                <p:cNvSpPr/>
                <p:nvPr/>
              </p:nvSpPr>
              <p:spPr>
                <a:xfrm>
                  <a:off x="7984080" y="263448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341" name="Straight Connector 266"/>
                <p:cNvCxnSpPr/>
                <p:nvPr/>
              </p:nvCxnSpPr>
              <p:spPr>
                <a:xfrm flipH="1" flipV="1">
                  <a:off x="7850880" y="2638440"/>
                  <a:ext cx="2160" cy="11484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342" name="Straight Connector 267"/>
                <p:cNvCxnSpPr/>
                <p:nvPr/>
              </p:nvCxnSpPr>
              <p:spPr>
                <a:xfrm flipH="1" flipV="1">
                  <a:off x="8536320" y="26362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343" name="Group 256"/>
              <p:cNvGrpSpPr/>
              <p:nvPr/>
            </p:nvGrpSpPr>
            <p:grpSpPr>
              <a:xfrm>
                <a:off x="7983000" y="2511000"/>
                <a:ext cx="433080" cy="456120"/>
                <a:chOff x="7983000" y="2511000"/>
                <a:chExt cx="433080" cy="456120"/>
              </a:xfrm>
            </p:grpSpPr>
            <p:sp>
              <p:nvSpPr>
                <p:cNvPr id="9344" name="Oval 257"/>
                <p:cNvSpPr/>
                <p:nvPr/>
              </p:nvSpPr>
              <p:spPr>
                <a:xfrm>
                  <a:off x="7983000" y="266004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45" name="TextBox 258"/>
                <p:cNvSpPr/>
                <p:nvPr/>
              </p:nvSpPr>
              <p:spPr>
                <a:xfrm>
                  <a:off x="8034840" y="251100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z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346" name="Group 268"/>
            <p:cNvGrpSpPr/>
            <p:nvPr/>
          </p:nvGrpSpPr>
          <p:grpSpPr>
            <a:xfrm>
              <a:off x="6493680" y="3065400"/>
              <a:ext cx="687240" cy="475200"/>
              <a:chOff x="6493680" y="3065400"/>
              <a:chExt cx="687240" cy="475200"/>
            </a:xfrm>
          </p:grpSpPr>
          <p:grpSp>
            <p:nvGrpSpPr>
              <p:cNvPr id="9347" name="Group 327"/>
              <p:cNvGrpSpPr/>
              <p:nvPr/>
            </p:nvGrpSpPr>
            <p:grpSpPr>
              <a:xfrm>
                <a:off x="6493680" y="3065400"/>
                <a:ext cx="687240" cy="403200"/>
                <a:chOff x="6493680" y="3065400"/>
                <a:chExt cx="687240" cy="403200"/>
              </a:xfrm>
            </p:grpSpPr>
            <p:sp>
              <p:nvSpPr>
                <p:cNvPr id="9348" name="Oval 273"/>
                <p:cNvSpPr/>
                <p:nvPr/>
              </p:nvSpPr>
              <p:spPr>
                <a:xfrm flipV="1">
                  <a:off x="6495480" y="317268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49" name="Rectangle 274"/>
                <p:cNvSpPr/>
                <p:nvPr/>
              </p:nvSpPr>
              <p:spPr>
                <a:xfrm>
                  <a:off x="6493680" y="321660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50" name="Oval 275"/>
                <p:cNvSpPr/>
                <p:nvPr/>
              </p:nvSpPr>
              <p:spPr>
                <a:xfrm flipV="1">
                  <a:off x="6493680" y="30654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51" name="Freeform 276"/>
                <p:cNvSpPr/>
                <p:nvPr/>
              </p:nvSpPr>
              <p:spPr>
                <a:xfrm>
                  <a:off x="6669360" y="31554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52" name="Freeform 277"/>
                <p:cNvSpPr/>
                <p:nvPr/>
              </p:nvSpPr>
              <p:spPr>
                <a:xfrm>
                  <a:off x="6634800" y="31179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53" name="Freeform 278"/>
                <p:cNvSpPr/>
                <p:nvPr/>
              </p:nvSpPr>
              <p:spPr>
                <a:xfrm>
                  <a:off x="6899040" y="32058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54" name="Freeform 279"/>
                <p:cNvSpPr/>
                <p:nvPr/>
              </p:nvSpPr>
              <p:spPr>
                <a:xfrm>
                  <a:off x="6626880" y="32079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355" name="Straight Connector 280"/>
                <p:cNvCxnSpPr/>
                <p:nvPr/>
              </p:nvCxnSpPr>
              <p:spPr>
                <a:xfrm flipH="1" flipV="1">
                  <a:off x="6493680" y="321228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356" name="Straight Connector 281"/>
                <p:cNvCxnSpPr/>
                <p:nvPr/>
              </p:nvCxnSpPr>
              <p:spPr>
                <a:xfrm flipH="1" flipV="1">
                  <a:off x="7179120" y="3210120"/>
                  <a:ext cx="216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357" name="Group 270"/>
              <p:cNvGrpSpPr/>
              <p:nvPr/>
            </p:nvGrpSpPr>
            <p:grpSpPr>
              <a:xfrm>
                <a:off x="6625800" y="3084480"/>
                <a:ext cx="433080" cy="456120"/>
                <a:chOff x="6625800" y="3084480"/>
                <a:chExt cx="433080" cy="456120"/>
              </a:xfrm>
            </p:grpSpPr>
            <p:sp>
              <p:nvSpPr>
                <p:cNvPr id="9358" name="Oval 271"/>
                <p:cNvSpPr/>
                <p:nvPr/>
              </p:nvSpPr>
              <p:spPr>
                <a:xfrm>
                  <a:off x="6625800" y="32335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59" name="TextBox 272"/>
                <p:cNvSpPr/>
                <p:nvPr/>
              </p:nvSpPr>
              <p:spPr>
                <a:xfrm>
                  <a:off x="6677640" y="308448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y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360" name="Group 282"/>
            <p:cNvGrpSpPr/>
            <p:nvPr/>
          </p:nvGrpSpPr>
          <p:grpSpPr>
            <a:xfrm>
              <a:off x="4902840" y="3049200"/>
              <a:ext cx="687600" cy="475200"/>
              <a:chOff x="4902840" y="3049200"/>
              <a:chExt cx="687600" cy="475200"/>
            </a:xfrm>
          </p:grpSpPr>
          <p:grpSp>
            <p:nvGrpSpPr>
              <p:cNvPr id="9361" name="Group 327"/>
              <p:cNvGrpSpPr/>
              <p:nvPr/>
            </p:nvGrpSpPr>
            <p:grpSpPr>
              <a:xfrm>
                <a:off x="4902840" y="3049200"/>
                <a:ext cx="687600" cy="403560"/>
                <a:chOff x="4902840" y="3049200"/>
                <a:chExt cx="687600" cy="403560"/>
              </a:xfrm>
            </p:grpSpPr>
            <p:sp>
              <p:nvSpPr>
                <p:cNvPr id="9362" name="Oval 287"/>
                <p:cNvSpPr/>
                <p:nvPr/>
              </p:nvSpPr>
              <p:spPr>
                <a:xfrm flipV="1">
                  <a:off x="4905000" y="3156840"/>
                  <a:ext cx="685080" cy="295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63" name="Rectangle 288"/>
                <p:cNvSpPr/>
                <p:nvPr/>
              </p:nvSpPr>
              <p:spPr>
                <a:xfrm>
                  <a:off x="4903200" y="3200760"/>
                  <a:ext cx="686880" cy="1051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64" name="Oval 289"/>
                <p:cNvSpPr/>
                <p:nvPr/>
              </p:nvSpPr>
              <p:spPr>
                <a:xfrm flipV="1">
                  <a:off x="4903200" y="3049200"/>
                  <a:ext cx="685080" cy="29592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65" name="Freeform 290"/>
                <p:cNvSpPr/>
                <p:nvPr/>
              </p:nvSpPr>
              <p:spPr>
                <a:xfrm>
                  <a:off x="5078880" y="3139200"/>
                  <a:ext cx="333720" cy="146880"/>
                </a:xfrm>
                <a:custGeom>
                  <a:avLst/>
                  <a:gdLst>
                    <a:gd name="textAreaLeft" fmla="*/ 0 w 333720"/>
                    <a:gd name="textAreaRight" fmla="*/ 334080 w 333720"/>
                    <a:gd name="textAreaTop" fmla="*/ 0 h 146880"/>
                    <a:gd name="textAreaBottom" fmla="*/ 147240 h 14688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66" name="Freeform 291"/>
                <p:cNvSpPr/>
                <p:nvPr/>
              </p:nvSpPr>
              <p:spPr>
                <a:xfrm>
                  <a:off x="5043960" y="3101760"/>
                  <a:ext cx="403200" cy="102960"/>
                </a:xfrm>
                <a:custGeom>
                  <a:avLst/>
                  <a:gdLst>
                    <a:gd name="textAreaLeft" fmla="*/ 0 w 403200"/>
                    <a:gd name="textAreaRight" fmla="*/ 403560 w 403200"/>
                    <a:gd name="textAreaTop" fmla="*/ 0 h 102960"/>
                    <a:gd name="textAreaBottom" fmla="*/ 103320 h 1029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67" name="Freeform 292"/>
                <p:cNvSpPr/>
                <p:nvPr/>
              </p:nvSpPr>
              <p:spPr>
                <a:xfrm>
                  <a:off x="5308560" y="3189600"/>
                  <a:ext cx="148320" cy="89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89640"/>
                    <a:gd name="textAreaBottom" fmla="*/ 90000 h 896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68" name="Freeform 293"/>
                <p:cNvSpPr/>
                <p:nvPr/>
              </p:nvSpPr>
              <p:spPr>
                <a:xfrm>
                  <a:off x="5036400" y="3191760"/>
                  <a:ext cx="146520" cy="87480"/>
                </a:xfrm>
                <a:custGeom>
                  <a:avLst/>
                  <a:gdLst>
                    <a:gd name="textAreaLeft" fmla="*/ 0 w 146520"/>
                    <a:gd name="textAreaRight" fmla="*/ 146880 w 146520"/>
                    <a:gd name="textAreaTop" fmla="*/ 0 h 87480"/>
                    <a:gd name="textAreaBottom" fmla="*/ 87840 h 8748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2840" rIns="90000" bIns="4284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369" name="Straight Connector 294"/>
                <p:cNvCxnSpPr/>
                <p:nvPr/>
              </p:nvCxnSpPr>
              <p:spPr>
                <a:xfrm flipH="1" flipV="1">
                  <a:off x="4902840" y="3196080"/>
                  <a:ext cx="252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370" name="Straight Connector 295"/>
                <p:cNvCxnSpPr/>
                <p:nvPr/>
              </p:nvCxnSpPr>
              <p:spPr>
                <a:xfrm flipH="1" flipV="1">
                  <a:off x="5588280" y="3193920"/>
                  <a:ext cx="2520" cy="1144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371" name="Group 284"/>
              <p:cNvGrpSpPr/>
              <p:nvPr/>
            </p:nvGrpSpPr>
            <p:grpSpPr>
              <a:xfrm>
                <a:off x="5035320" y="3068280"/>
                <a:ext cx="433080" cy="456120"/>
                <a:chOff x="5035320" y="3068280"/>
                <a:chExt cx="433080" cy="456120"/>
              </a:xfrm>
            </p:grpSpPr>
            <p:sp>
              <p:nvSpPr>
                <p:cNvPr id="9372" name="Oval 285"/>
                <p:cNvSpPr/>
                <p:nvPr/>
              </p:nvSpPr>
              <p:spPr>
                <a:xfrm>
                  <a:off x="5035320" y="3217320"/>
                  <a:ext cx="433080" cy="23256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373" name="TextBox 286"/>
                <p:cNvSpPr/>
                <p:nvPr/>
              </p:nvSpPr>
              <p:spPr>
                <a:xfrm>
                  <a:off x="5087160" y="3068280"/>
                  <a:ext cx="333000" cy="456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x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9374" name="Freeform 297"/>
          <p:cNvSpPr/>
          <p:nvPr/>
        </p:nvSpPr>
        <p:spPr>
          <a:xfrm>
            <a:off x="3282840" y="2075760"/>
            <a:ext cx="5675760" cy="536760"/>
          </a:xfrm>
          <a:custGeom>
            <a:avLst/>
            <a:gdLst>
              <a:gd name="textAreaLeft" fmla="*/ 0 w 5675760"/>
              <a:gd name="textAreaRight" fmla="*/ 5676120 w 5675760"/>
              <a:gd name="textAreaTop" fmla="*/ 0 h 536760"/>
              <a:gd name="textAreaBottom" fmla="*/ 537120 h 536760"/>
              <a:gd name="GluePoint1X" fmla="*/ 0 w 5676290"/>
              <a:gd name="GluePoint1Y" fmla="*/ 528658 h 537233"/>
              <a:gd name="GluePoint2X" fmla="*/ 834417 w 5676290"/>
              <a:gd name="GluePoint2Y" fmla="*/ 524911 h 537233"/>
              <a:gd name="GluePoint3X" fmla="*/ 2052521 w 5676290"/>
              <a:gd name="GluePoint3Y" fmla="*/ 0 h 537233"/>
              <a:gd name="GluePoint4X" fmla="*/ 3637117 w 5676290"/>
              <a:gd name="GluePoint4Y" fmla="*/ 1282 h 537233"/>
              <a:gd name="GluePoint5X" fmla="*/ 4909124 w 5676290"/>
              <a:gd name="GluePoint5Y" fmla="*/ 536359 h 537233"/>
              <a:gd name="GluePoint6X" fmla="*/ 5676290 w 5676290"/>
              <a:gd name="GluePoint6Y" fmla="*/ 537233 h 5372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5676290" h="537233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w="57150">
            <a:solidFill>
              <a:srgbClr val="C00000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75" name="Freeform 298"/>
          <p:cNvSpPr/>
          <p:nvPr/>
        </p:nvSpPr>
        <p:spPr>
          <a:xfrm>
            <a:off x="5246640" y="2202480"/>
            <a:ext cx="3684600" cy="1712160"/>
          </a:xfrm>
          <a:custGeom>
            <a:avLst/>
            <a:gdLst>
              <a:gd name="textAreaLeft" fmla="*/ 0 w 3684600"/>
              <a:gd name="textAreaRight" fmla="*/ 3684960 w 3684600"/>
              <a:gd name="textAreaTop" fmla="*/ 0 h 1712160"/>
              <a:gd name="textAreaBottom" fmla="*/ 1712520 h 1712160"/>
              <a:gd name="GluePoint1X" fmla="*/ 0 w 3684951"/>
              <a:gd name="GluePoint1Y" fmla="*/ 1712667 h 1712667"/>
              <a:gd name="GluePoint2X" fmla="*/ 1782 w 3684951"/>
              <a:gd name="GluePoint2Y" fmla="*/ 1051964 h 1712667"/>
              <a:gd name="GluePoint3X" fmla="*/ 1568460 w 3684951"/>
              <a:gd name="GluePoint3Y" fmla="*/ 0 h 1712667"/>
              <a:gd name="GluePoint4X" fmla="*/ 1565558 w 3684951"/>
              <a:gd name="GluePoint4Y" fmla="*/ 1065120 h 1712667"/>
              <a:gd name="GluePoint5X" fmla="*/ 2912870 w 3684951"/>
              <a:gd name="GluePoint5Y" fmla="*/ 564639 h 1712667"/>
              <a:gd name="GluePoint6X" fmla="*/ 3684951 w 3684951"/>
              <a:gd name="GluePoint6Y" fmla="*/ 577165 h 17126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684951" h="1712667">
                <a:moveTo>
                  <a:pt x="0" y="1712667"/>
                </a:moveTo>
                <a:cubicBezTo>
                  <a:pt x="1652" y="1503016"/>
                  <a:pt x="130" y="1261615"/>
                  <a:pt x="1782" y="1051964"/>
                </a:cubicBezTo>
                <a:lnTo>
                  <a:pt x="1568460" y="0"/>
                </a:lnTo>
                <a:cubicBezTo>
                  <a:pt x="1567493" y="355040"/>
                  <a:pt x="1566525" y="710080"/>
                  <a:pt x="1565558" y="1065120"/>
                </a:cubicBezTo>
                <a:lnTo>
                  <a:pt x="2912870" y="564639"/>
                </a:lnTo>
                <a:lnTo>
                  <a:pt x="3684951" y="577165"/>
                </a:lnTo>
              </a:path>
            </a:pathLst>
          </a:custGeom>
          <a:noFill/>
          <a:ln w="47625">
            <a:solidFill>
              <a:srgbClr val="0000A8"/>
            </a:solidFill>
            <a:tailEnd len="med" type="triangle" w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76" name="TextBox 299"/>
          <p:cNvSpPr/>
          <p:nvPr/>
        </p:nvSpPr>
        <p:spPr>
          <a:xfrm>
            <a:off x="1351800" y="5524560"/>
            <a:ext cx="978336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We learned in Chapter 4 that generalized forwarding and SDN can be used to achieve </a:t>
            </a:r>
            <a:r>
              <a:rPr lang="en-US" sz="2800" b="0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any</a:t>
            </a:r>
            <a:r>
              <a:rPr lang="en-US" sz="28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routing desired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377" dur="indefinite" restart="never" nodeType="tmRoot">
          <p:childTnLst>
            <p:seq>
              <p:cTn id="2378" dur="indefinite" nodeType="mainSeq">
                <p:childTnLst>
                  <p:par>
                    <p:cTn id="2379" fill="hold">
                      <p:stCondLst>
                        <p:cond delay="indefinite"/>
                      </p:stCondLst>
                      <p:childTnLst>
                        <p:par>
                          <p:cTn id="2380" fill="hold">
                            <p:stCondLst>
                              <p:cond delay="0"/>
                            </p:stCondLst>
                            <p:childTnLst>
                              <p:par>
                                <p:cTn id="238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83" dur="500"/>
                                        <p:tgtEl>
                                          <p:spTgt spid="9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4" fill="hold">
                            <p:stCondLst>
                              <p:cond delay="500"/>
                            </p:stCondLst>
                            <p:childTnLst>
                              <p:par>
                                <p:cTn id="238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87" dur="500"/>
                                        <p:tgtEl>
                                          <p:spTgt spid="9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8" fill="hold">
                            <p:stCondLst>
                              <p:cond delay="1000"/>
                            </p:stCondLst>
                            <p:childTnLst>
                              <p:par>
                                <p:cTn id="2389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91" dur="500"/>
                                        <p:tgtEl>
                                          <p:spTgt spid="9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2" fill="hold">
                      <p:stCondLst>
                        <p:cond delay="indefinite"/>
                      </p:stCondLst>
                      <p:childTnLst>
                        <p:par>
                          <p:cTn id="2393" fill="hold">
                            <p:stCondLst>
                              <p:cond delay="0"/>
                            </p:stCondLst>
                            <p:childTnLst>
                              <p:par>
                                <p:cTn id="239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96" dur="500"/>
                                        <p:tgtEl>
                                          <p:spTgt spid="9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7" fill="hold">
                      <p:stCondLst>
                        <p:cond delay="indefinite"/>
                      </p:stCondLst>
                      <p:childTnLst>
                        <p:par>
                          <p:cTn id="2398" fill="hold">
                            <p:stCondLst>
                              <p:cond delay="0"/>
                            </p:stCondLst>
                            <p:childTnLst>
                              <p:par>
                                <p:cTn id="239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01" dur="500"/>
                                        <p:tgtEl>
                                          <p:spTgt spid="9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7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Software defined networking (SDN)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9378" name="PlaceHolder 2"/>
          <p:cNvSpPr>
            <a:spLocks noGrp="1"/>
          </p:cNvSpPr>
          <p:nvPr>
            <p:ph type="sldNum" idx="7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C6354C04-2CBF-4CAC-9458-6D87D8E68777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379" name="Group 367"/>
          <p:cNvGrpSpPr/>
          <p:nvPr/>
        </p:nvGrpSpPr>
        <p:grpSpPr>
          <a:xfrm>
            <a:off x="3056760" y="1998000"/>
            <a:ext cx="7050600" cy="4668480"/>
            <a:chOff x="3056760" y="1998000"/>
            <a:chExt cx="7050600" cy="4668480"/>
          </a:xfrm>
        </p:grpSpPr>
        <p:grpSp>
          <p:nvGrpSpPr>
            <p:cNvPr id="9380" name="Group 368"/>
            <p:cNvGrpSpPr/>
            <p:nvPr/>
          </p:nvGrpSpPr>
          <p:grpSpPr>
            <a:xfrm>
              <a:off x="3056760" y="1998000"/>
              <a:ext cx="6027480" cy="1440000"/>
              <a:chOff x="3056760" y="1998000"/>
              <a:chExt cx="6027480" cy="1440000"/>
            </a:xfrm>
          </p:grpSpPr>
          <p:sp>
            <p:nvSpPr>
              <p:cNvPr id="9381" name="Rectangle 640"/>
              <p:cNvSpPr/>
              <p:nvPr/>
            </p:nvSpPr>
            <p:spPr>
              <a:xfrm>
                <a:off x="3493080" y="2001600"/>
                <a:ext cx="5043240" cy="1017360"/>
              </a:xfrm>
              <a:prstGeom prst="rect">
                <a:avLst/>
              </a:prstGeom>
              <a:solidFill>
                <a:srgbClr val="D2D2F4"/>
              </a:solidFill>
              <a:ln w="317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382" name="Freeform 641"/>
              <p:cNvSpPr/>
              <p:nvPr/>
            </p:nvSpPr>
            <p:spPr>
              <a:xfrm>
                <a:off x="3303720" y="2004480"/>
                <a:ext cx="198000" cy="1385640"/>
              </a:xfrm>
              <a:custGeom>
                <a:avLst/>
                <a:gdLst>
                  <a:gd name="textAreaLeft" fmla="*/ 0 w 198000"/>
                  <a:gd name="textAreaRight" fmla="*/ 198360 w 198000"/>
                  <a:gd name="textAreaTop" fmla="*/ 0 h 1385640"/>
                  <a:gd name="textAreaBottom" fmla="*/ 1386000 h 1385640"/>
                  <a:gd name="GluePoint1X" fmla="*/ 0 w 199855"/>
                  <a:gd name="GluePoint1Y" fmla="*/ 745656 h 1385496"/>
                  <a:gd name="GluePoint2X" fmla="*/ 193920 w 199855"/>
                  <a:gd name="GluePoint2Y" fmla="*/ 0 h 1385496"/>
                  <a:gd name="GluePoint3X" fmla="*/ 199855 w 199855"/>
                  <a:gd name="GluePoint3Y" fmla="*/ 1027869 h 1385496"/>
                  <a:gd name="GluePoint4X" fmla="*/ 4471 w 199855"/>
                  <a:gd name="GluePoint4Y" fmla="*/ 1385496 h 1385496"/>
                  <a:gd name="GluePoint5X" fmla="*/ 0 w 199855"/>
                  <a:gd name="GluePoint5Y" fmla="*/ 745656 h 13854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99855" h="1385496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2F2F2"/>
                  </a:gs>
                  <a:gs pos="100000">
                    <a:srgbClr val="D2D2F4"/>
                  </a:gs>
                </a:gsLst>
                <a:lin ang="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383" name="Freeform 642"/>
              <p:cNvSpPr/>
              <p:nvPr/>
            </p:nvSpPr>
            <p:spPr>
              <a:xfrm flipH="1">
                <a:off x="8532360" y="1998000"/>
                <a:ext cx="219960" cy="1370160"/>
              </a:xfrm>
              <a:custGeom>
                <a:avLst/>
                <a:gdLst>
                  <a:gd name="textAreaLeft" fmla="*/ -360 w 219960"/>
                  <a:gd name="textAreaRight" fmla="*/ 219960 w 219960"/>
                  <a:gd name="textAreaTop" fmla="*/ 0 h 1370160"/>
                  <a:gd name="textAreaBottom" fmla="*/ 1370520 h 1370160"/>
                  <a:gd name="GluePoint1X" fmla="*/ 0 w 220239"/>
                  <a:gd name="GluePoint1Y" fmla="*/ 730359 h 1370199"/>
                  <a:gd name="GluePoint2X" fmla="*/ 219401 w 220239"/>
                  <a:gd name="GluePoint2Y" fmla="*/ 0 h 1370199"/>
                  <a:gd name="GluePoint3X" fmla="*/ 220239 w 220239"/>
                  <a:gd name="GluePoint3Y" fmla="*/ 1007473 h 1370199"/>
                  <a:gd name="GluePoint4X" fmla="*/ 4471 w 220239"/>
                  <a:gd name="GluePoint4Y" fmla="*/ 1370199 h 1370199"/>
                  <a:gd name="GluePoint5X" fmla="*/ 0 w 220239"/>
                  <a:gd name="GluePoint5Y" fmla="*/ 730359 h 137019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20239" h="137019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2D2F4"/>
                  </a:gs>
                  <a:gs pos="100000">
                    <a:srgbClr val="FFFFFF"/>
                  </a:gs>
                </a:gsLst>
                <a:lin ang="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9384" name="Group 950"/>
              <p:cNvGrpSpPr/>
              <p:nvPr/>
            </p:nvGrpSpPr>
            <p:grpSpPr>
              <a:xfrm>
                <a:off x="3056760" y="2757600"/>
                <a:ext cx="337680" cy="653400"/>
                <a:chOff x="3056760" y="2757600"/>
                <a:chExt cx="337680" cy="653400"/>
              </a:xfrm>
            </p:grpSpPr>
            <p:sp>
              <p:nvSpPr>
                <p:cNvPr id="9385" name="Freeform 951"/>
                <p:cNvSpPr/>
                <p:nvPr/>
              </p:nvSpPr>
              <p:spPr>
                <a:xfrm>
                  <a:off x="3324600" y="2758680"/>
                  <a:ext cx="66960" cy="62352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23520"/>
                    <a:gd name="textAreaBottom" fmla="*/ 623880 h 623520"/>
                    <a:gd name="GluePoint1X" fmla="*/ 3 w 354"/>
                    <a:gd name="GluePoint1Y" fmla="*/ 0 h 2742"/>
                    <a:gd name="GluePoint2X" fmla="*/ 15 w 354"/>
                    <a:gd name="GluePoint2Y" fmla="*/ 27 h 2742"/>
                    <a:gd name="GluePoint3X" fmla="*/ 15 w 354"/>
                    <a:gd name="GluePoint3Y" fmla="*/ 205 h 2742"/>
                    <a:gd name="GluePoint4X" fmla="*/ 0 w 354"/>
                    <a:gd name="GluePoint4Y" fmla="*/ 215 h 2742"/>
                    <a:gd name="GluePoint5X" fmla="*/ 3 w 354"/>
                    <a:gd name="GluePoint5Y" fmla="*/ 0 h 274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386" name="Rectangle 952"/>
                <p:cNvSpPr/>
                <p:nvPr/>
              </p:nvSpPr>
              <p:spPr>
                <a:xfrm>
                  <a:off x="3073320" y="2757600"/>
                  <a:ext cx="247680" cy="62316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387" name="Freeform 953"/>
                <p:cNvSpPr/>
                <p:nvPr/>
              </p:nvSpPr>
              <p:spPr>
                <a:xfrm>
                  <a:off x="3337200" y="2795760"/>
                  <a:ext cx="39600" cy="576720"/>
                </a:xfrm>
                <a:custGeom>
                  <a:avLst/>
                  <a:gdLst>
                    <a:gd name="textAreaLeft" fmla="*/ 0 w 39600"/>
                    <a:gd name="textAreaRight" fmla="*/ 39960 w 39600"/>
                    <a:gd name="textAreaTop" fmla="*/ 0 h 576720"/>
                    <a:gd name="textAreaBottom" fmla="*/ 577080 h 576720"/>
                    <a:gd name="GluePoint1X" fmla="*/ 2 w 211"/>
                    <a:gd name="GluePoint1Y" fmla="*/ 0 h 2537"/>
                    <a:gd name="GluePoint2X" fmla="*/ 9 w 211"/>
                    <a:gd name="GluePoint2Y" fmla="*/ 18 h 2537"/>
                    <a:gd name="GluePoint3X" fmla="*/ 2 w 211"/>
                    <a:gd name="GluePoint3Y" fmla="*/ 196 h 2537"/>
                    <a:gd name="GluePoint4X" fmla="*/ 2 w 211"/>
                    <a:gd name="GluePoint4Y" fmla="*/ 0 h 253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388" name="Freeform 954"/>
                <p:cNvSpPr/>
                <p:nvPr/>
              </p:nvSpPr>
              <p:spPr>
                <a:xfrm>
                  <a:off x="3328200" y="3088080"/>
                  <a:ext cx="61920" cy="51120"/>
                </a:xfrm>
                <a:custGeom>
                  <a:avLst/>
                  <a:gdLst>
                    <a:gd name="textAreaLeft" fmla="*/ 0 w 61920"/>
                    <a:gd name="textAreaRight" fmla="*/ 62280 w 61920"/>
                    <a:gd name="textAreaTop" fmla="*/ 0 h 51120"/>
                    <a:gd name="textAreaBottom" fmla="*/ 51480 h 51120"/>
                    <a:gd name="GluePoint1X" fmla="*/ 2 w 328"/>
                    <a:gd name="GluePoint1Y" fmla="*/ 0 h 226"/>
                    <a:gd name="GluePoint2X" fmla="*/ 14 w 328"/>
                    <a:gd name="GluePoint2Y" fmla="*/ 11 h 226"/>
                    <a:gd name="GluePoint3X" fmla="*/ 14 w 328"/>
                    <a:gd name="GluePoint3Y" fmla="*/ 19 h 226"/>
                    <a:gd name="GluePoint4X" fmla="*/ 0 w 328"/>
                    <a:gd name="GluePoint4Y" fmla="*/ 8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6480" rIns="90000" bIns="64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389" name="Rectangle 955"/>
                <p:cNvSpPr/>
                <p:nvPr/>
              </p:nvSpPr>
              <p:spPr>
                <a:xfrm>
                  <a:off x="3073320" y="2828520"/>
                  <a:ext cx="141480" cy="126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2040" rIns="90000" bIns="-320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390" name="Group 956"/>
                <p:cNvGrpSpPr/>
                <p:nvPr/>
              </p:nvGrpSpPr>
              <p:grpSpPr>
                <a:xfrm>
                  <a:off x="3201120" y="2822040"/>
                  <a:ext cx="136800" cy="40680"/>
                  <a:chOff x="3201120" y="2822040"/>
                  <a:chExt cx="136800" cy="40680"/>
                </a:xfrm>
              </p:grpSpPr>
              <p:sp>
                <p:nvSpPr>
                  <p:cNvPr id="9391" name="AutoShape 957"/>
                  <p:cNvSpPr/>
                  <p:nvPr/>
                </p:nvSpPr>
                <p:spPr>
                  <a:xfrm>
                    <a:off x="3201120" y="2822040"/>
                    <a:ext cx="136800" cy="4068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5840" rIns="90000" bIns="-1584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392" name="AutoShape 958"/>
                  <p:cNvSpPr/>
                  <p:nvPr/>
                </p:nvSpPr>
                <p:spPr>
                  <a:xfrm>
                    <a:off x="3203280" y="2826360"/>
                    <a:ext cx="132120" cy="3204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393" name="Rectangle 959"/>
                <p:cNvSpPr/>
                <p:nvPr/>
              </p:nvSpPr>
              <p:spPr>
                <a:xfrm>
                  <a:off x="3075840" y="2919240"/>
                  <a:ext cx="141480" cy="126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2040" rIns="90000" bIns="-320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394" name="Group 960"/>
                <p:cNvGrpSpPr/>
                <p:nvPr/>
              </p:nvGrpSpPr>
              <p:grpSpPr>
                <a:xfrm>
                  <a:off x="3201120" y="2910600"/>
                  <a:ext cx="136800" cy="36360"/>
                  <a:chOff x="3201120" y="2910600"/>
                  <a:chExt cx="136800" cy="36360"/>
                </a:xfrm>
              </p:grpSpPr>
              <p:sp>
                <p:nvSpPr>
                  <p:cNvPr id="9395" name="AutoShape 961"/>
                  <p:cNvSpPr/>
                  <p:nvPr/>
                </p:nvSpPr>
                <p:spPr>
                  <a:xfrm>
                    <a:off x="3201120" y="2910600"/>
                    <a:ext cx="136800" cy="3636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8720" rIns="90000" bIns="-18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396" name="AutoShape 962"/>
                  <p:cNvSpPr/>
                  <p:nvPr/>
                </p:nvSpPr>
                <p:spPr>
                  <a:xfrm>
                    <a:off x="3203640" y="2914920"/>
                    <a:ext cx="132120" cy="2772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200" rIns="90000" bIns="-252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397" name="Rectangle 963"/>
                <p:cNvSpPr/>
                <p:nvPr/>
              </p:nvSpPr>
              <p:spPr>
                <a:xfrm>
                  <a:off x="3075840" y="3009960"/>
                  <a:ext cx="141480" cy="126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2040" rIns="90000" bIns="-320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398" name="Rectangle 964"/>
                <p:cNvSpPr/>
                <p:nvPr/>
              </p:nvSpPr>
              <p:spPr>
                <a:xfrm>
                  <a:off x="3078000" y="3092040"/>
                  <a:ext cx="141480" cy="126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2040" rIns="90000" bIns="-320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399" name="Group 965"/>
                <p:cNvGrpSpPr/>
                <p:nvPr/>
              </p:nvGrpSpPr>
              <p:grpSpPr>
                <a:xfrm>
                  <a:off x="3198600" y="3089520"/>
                  <a:ext cx="136800" cy="36360"/>
                  <a:chOff x="3198600" y="3089520"/>
                  <a:chExt cx="136800" cy="36360"/>
                </a:xfrm>
              </p:grpSpPr>
              <p:sp>
                <p:nvSpPr>
                  <p:cNvPr id="9400" name="AutoShape 966"/>
                  <p:cNvSpPr/>
                  <p:nvPr/>
                </p:nvSpPr>
                <p:spPr>
                  <a:xfrm>
                    <a:off x="3198600" y="3089520"/>
                    <a:ext cx="136800" cy="3636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8720" rIns="90000" bIns="-18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401" name="AutoShape 967"/>
                  <p:cNvSpPr/>
                  <p:nvPr/>
                </p:nvSpPr>
                <p:spPr>
                  <a:xfrm>
                    <a:off x="3201120" y="3089520"/>
                    <a:ext cx="132120" cy="3204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402" name="Freeform 968"/>
                <p:cNvSpPr/>
                <p:nvPr/>
              </p:nvSpPr>
              <p:spPr>
                <a:xfrm>
                  <a:off x="3329280" y="3009960"/>
                  <a:ext cx="61920" cy="51120"/>
                </a:xfrm>
                <a:custGeom>
                  <a:avLst/>
                  <a:gdLst>
                    <a:gd name="textAreaLeft" fmla="*/ 0 w 61920"/>
                    <a:gd name="textAreaRight" fmla="*/ 62280 w 61920"/>
                    <a:gd name="textAreaTop" fmla="*/ 0 h 51120"/>
                    <a:gd name="textAreaBottom" fmla="*/ 51480 h 51120"/>
                    <a:gd name="GluePoint1X" fmla="*/ 2 w 328"/>
                    <a:gd name="GluePoint1Y" fmla="*/ 0 h 226"/>
                    <a:gd name="GluePoint2X" fmla="*/ 14 w 328"/>
                    <a:gd name="GluePoint2Y" fmla="*/ 10 h 226"/>
                    <a:gd name="GluePoint3X" fmla="*/ 14 w 328"/>
                    <a:gd name="GluePoint3Y" fmla="*/ 17 h 226"/>
                    <a:gd name="GluePoint4X" fmla="*/ 0 w 328"/>
                    <a:gd name="GluePoint4Y" fmla="*/ 7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6480" rIns="90000" bIns="64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403" name="Group 969"/>
                <p:cNvGrpSpPr/>
                <p:nvPr/>
              </p:nvGrpSpPr>
              <p:grpSpPr>
                <a:xfrm>
                  <a:off x="3198600" y="3003480"/>
                  <a:ext cx="139320" cy="36360"/>
                  <a:chOff x="3198600" y="3003480"/>
                  <a:chExt cx="139320" cy="36360"/>
                </a:xfrm>
              </p:grpSpPr>
              <p:sp>
                <p:nvSpPr>
                  <p:cNvPr id="9404" name="AutoShape 970"/>
                  <p:cNvSpPr/>
                  <p:nvPr/>
                </p:nvSpPr>
                <p:spPr>
                  <a:xfrm>
                    <a:off x="3198600" y="3003480"/>
                    <a:ext cx="138960" cy="3636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8720" rIns="90000" bIns="-18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405" name="AutoShape 971"/>
                  <p:cNvSpPr/>
                  <p:nvPr/>
                </p:nvSpPr>
                <p:spPr>
                  <a:xfrm>
                    <a:off x="3201120" y="3007800"/>
                    <a:ext cx="136800" cy="2772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200" rIns="90000" bIns="-252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406" name="Rectangle 972"/>
                <p:cNvSpPr/>
                <p:nvPr/>
              </p:nvSpPr>
              <p:spPr>
                <a:xfrm>
                  <a:off x="3319200" y="2757600"/>
                  <a:ext cx="16200" cy="623160"/>
                </a:xfrm>
                <a:prstGeom prst="rect">
                  <a:avLst/>
                </a:prstGeom>
                <a:gradFill rotWithShape="0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07" name="Freeform 973"/>
                <p:cNvSpPr/>
                <p:nvPr/>
              </p:nvSpPr>
              <p:spPr>
                <a:xfrm>
                  <a:off x="3335040" y="2915280"/>
                  <a:ext cx="55800" cy="57600"/>
                </a:xfrm>
                <a:custGeom>
                  <a:avLst/>
                  <a:gdLst>
                    <a:gd name="textAreaLeft" fmla="*/ 0 w 55800"/>
                    <a:gd name="textAreaRight" fmla="*/ 56160 w 55800"/>
                    <a:gd name="textAreaTop" fmla="*/ 0 h 57600"/>
                    <a:gd name="textAreaBottom" fmla="*/ 57960 h 57600"/>
                    <a:gd name="GluePoint1X" fmla="*/ 2 w 296"/>
                    <a:gd name="GluePoint1Y" fmla="*/ 0 h 256"/>
                    <a:gd name="GluePoint2X" fmla="*/ 14 w 296"/>
                    <a:gd name="GluePoint2Y" fmla="*/ 10 h 256"/>
                    <a:gd name="GluePoint3X" fmla="*/ 14 w 296"/>
                    <a:gd name="GluePoint3Y" fmla="*/ 19 h 256"/>
                    <a:gd name="GluePoint4X" fmla="*/ 0 w 296"/>
                    <a:gd name="GluePoint4Y" fmla="*/ 7 h 256"/>
                    <a:gd name="GluePoint5X" fmla="*/ 2 w 296"/>
                    <a:gd name="GluePoint5Y" fmla="*/ 0 h 25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2960" rIns="90000" bIns="129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08" name="Freeform 974"/>
                <p:cNvSpPr/>
                <p:nvPr/>
              </p:nvSpPr>
              <p:spPr>
                <a:xfrm>
                  <a:off x="3335760" y="2826000"/>
                  <a:ext cx="57600" cy="65160"/>
                </a:xfrm>
                <a:custGeom>
                  <a:avLst/>
                  <a:gdLst>
                    <a:gd name="textAreaLeft" fmla="*/ 0 w 57600"/>
                    <a:gd name="textAreaRight" fmla="*/ 57960 w 57600"/>
                    <a:gd name="textAreaTop" fmla="*/ 0 h 65160"/>
                    <a:gd name="textAreaBottom" fmla="*/ 65520 h 65160"/>
                    <a:gd name="GluePoint1X" fmla="*/ 0 w 304"/>
                    <a:gd name="GluePoint1Y" fmla="*/ 0 h 288"/>
                    <a:gd name="GluePoint2X" fmla="*/ 14 w 304"/>
                    <a:gd name="GluePoint2Y" fmla="*/ 13 h 288"/>
                    <a:gd name="GluePoint3X" fmla="*/ 13 w 304"/>
                    <a:gd name="GluePoint3Y" fmla="*/ 23 h 288"/>
                    <a:gd name="GluePoint4X" fmla="*/ 2 w 304"/>
                    <a:gd name="GluePoint4Y" fmla="*/ 10 h 288"/>
                    <a:gd name="GluePoint5X" fmla="*/ 0 w 304"/>
                    <a:gd name="GluePoint5Y" fmla="*/ 0 h 2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0520" rIns="90000" bIns="205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09" name="Oval 975"/>
                <p:cNvSpPr/>
                <p:nvPr/>
              </p:nvSpPr>
              <p:spPr>
                <a:xfrm>
                  <a:off x="3382920" y="3353040"/>
                  <a:ext cx="11520" cy="25560"/>
                </a:xfrm>
                <a:prstGeom prst="ellipse">
                  <a:avLst/>
                </a:pr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6640" rIns="90000" bIns="-266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10" name="Freeform 976"/>
                <p:cNvSpPr/>
                <p:nvPr/>
              </p:nvSpPr>
              <p:spPr>
                <a:xfrm>
                  <a:off x="3332520" y="3353760"/>
                  <a:ext cx="57600" cy="54360"/>
                </a:xfrm>
                <a:custGeom>
                  <a:avLst/>
                  <a:gdLst>
                    <a:gd name="textAreaLeft" fmla="*/ 0 w 57600"/>
                    <a:gd name="textAreaRight" fmla="*/ 57960 w 57600"/>
                    <a:gd name="textAreaTop" fmla="*/ 0 h 54360"/>
                    <a:gd name="textAreaBottom" fmla="*/ 54720 h 54360"/>
                    <a:gd name="GluePoint1X" fmla="*/ 0 w 306"/>
                    <a:gd name="GluePoint1Y" fmla="*/ 9 h 240"/>
                    <a:gd name="GluePoint2X" fmla="*/ 2 w 306"/>
                    <a:gd name="GluePoint2Y" fmla="*/ 19 h 240"/>
                    <a:gd name="GluePoint3X" fmla="*/ 14 w 306"/>
                    <a:gd name="GluePoint3Y" fmla="*/ 9 h 240"/>
                    <a:gd name="GluePoint4X" fmla="*/ 14 w 306"/>
                    <a:gd name="GluePoint4Y" fmla="*/ 0 h 240"/>
                    <a:gd name="GluePoint5X" fmla="*/ 0 w 306"/>
                    <a:gd name="GluePoint5Y" fmla="*/ 9 h 24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720" rIns="90000" bIns="97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11" name="AutoShape 977"/>
                <p:cNvSpPr/>
                <p:nvPr/>
              </p:nvSpPr>
              <p:spPr>
                <a:xfrm>
                  <a:off x="3056760" y="3370320"/>
                  <a:ext cx="283320" cy="406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840" rIns="90000" bIns="-15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12" name="AutoShape 978"/>
                <p:cNvSpPr/>
                <p:nvPr/>
              </p:nvSpPr>
              <p:spPr>
                <a:xfrm>
                  <a:off x="3073320" y="3381120"/>
                  <a:ext cx="252720" cy="212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9520" rIns="90000" bIns="-295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13" name="Oval 979"/>
                <p:cNvSpPr/>
                <p:nvPr/>
              </p:nvSpPr>
              <p:spPr>
                <a:xfrm>
                  <a:off x="3097080" y="3290400"/>
                  <a:ext cx="37440" cy="385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7280" rIns="90000" bIns="-172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14" name="Oval 980"/>
                <p:cNvSpPr/>
                <p:nvPr/>
              </p:nvSpPr>
              <p:spPr>
                <a:xfrm>
                  <a:off x="3139560" y="3290400"/>
                  <a:ext cx="37440" cy="38520"/>
                </a:xfrm>
                <a:prstGeom prst="ellipse">
                  <a:avLst/>
                </a:prstGeom>
                <a:solidFill>
                  <a:srgbClr val="FF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7280" rIns="90000" bIns="-17280" anchor="ctr">
                  <a:noAutofit/>
                </a:bodyPr>
                <a:p>
                  <a:endParaRPr lang="en-US" sz="1800" b="0" u="none" strike="noStrike">
                    <a:solidFill>
                      <a:srgbClr val="FF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15" name="Oval 981"/>
                <p:cNvSpPr/>
                <p:nvPr/>
              </p:nvSpPr>
              <p:spPr>
                <a:xfrm>
                  <a:off x="3179880" y="3290400"/>
                  <a:ext cx="37440" cy="385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7280" rIns="90000" bIns="-172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16" name="Rectangle 982"/>
                <p:cNvSpPr/>
                <p:nvPr/>
              </p:nvSpPr>
              <p:spPr>
                <a:xfrm>
                  <a:off x="3276720" y="3141720"/>
                  <a:ext cx="18720" cy="20664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9417" name="Group 950"/>
              <p:cNvGrpSpPr/>
              <p:nvPr/>
            </p:nvGrpSpPr>
            <p:grpSpPr>
              <a:xfrm>
                <a:off x="8746560" y="2784600"/>
                <a:ext cx="337680" cy="653400"/>
                <a:chOff x="8746560" y="2784600"/>
                <a:chExt cx="337680" cy="653400"/>
              </a:xfrm>
            </p:grpSpPr>
            <p:sp>
              <p:nvSpPr>
                <p:cNvPr id="9418" name="Freeform 951"/>
                <p:cNvSpPr/>
                <p:nvPr/>
              </p:nvSpPr>
              <p:spPr>
                <a:xfrm>
                  <a:off x="9014040" y="2785680"/>
                  <a:ext cx="66960" cy="62352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623520"/>
                    <a:gd name="textAreaBottom" fmla="*/ 623880 h 623520"/>
                    <a:gd name="GluePoint1X" fmla="*/ 3 w 354"/>
                    <a:gd name="GluePoint1Y" fmla="*/ 0 h 2742"/>
                    <a:gd name="GluePoint2X" fmla="*/ 15 w 354"/>
                    <a:gd name="GluePoint2Y" fmla="*/ 27 h 2742"/>
                    <a:gd name="GluePoint3X" fmla="*/ 15 w 354"/>
                    <a:gd name="GluePoint3Y" fmla="*/ 205 h 2742"/>
                    <a:gd name="GluePoint4X" fmla="*/ 0 w 354"/>
                    <a:gd name="GluePoint4Y" fmla="*/ 215 h 2742"/>
                    <a:gd name="GluePoint5X" fmla="*/ 3 w 354"/>
                    <a:gd name="GluePoint5Y" fmla="*/ 0 h 274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19" name="Rectangle 952"/>
                <p:cNvSpPr/>
                <p:nvPr/>
              </p:nvSpPr>
              <p:spPr>
                <a:xfrm>
                  <a:off x="8763120" y="2784600"/>
                  <a:ext cx="247680" cy="62316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20" name="Freeform 953"/>
                <p:cNvSpPr/>
                <p:nvPr/>
              </p:nvSpPr>
              <p:spPr>
                <a:xfrm>
                  <a:off x="9026640" y="2822760"/>
                  <a:ext cx="39600" cy="576720"/>
                </a:xfrm>
                <a:custGeom>
                  <a:avLst/>
                  <a:gdLst>
                    <a:gd name="textAreaLeft" fmla="*/ 0 w 39600"/>
                    <a:gd name="textAreaRight" fmla="*/ 39960 w 39600"/>
                    <a:gd name="textAreaTop" fmla="*/ 0 h 576720"/>
                    <a:gd name="textAreaBottom" fmla="*/ 577080 h 576720"/>
                    <a:gd name="GluePoint1X" fmla="*/ 2 w 211"/>
                    <a:gd name="GluePoint1Y" fmla="*/ 0 h 2537"/>
                    <a:gd name="GluePoint2X" fmla="*/ 9 w 211"/>
                    <a:gd name="GluePoint2Y" fmla="*/ 18 h 2537"/>
                    <a:gd name="GluePoint3X" fmla="*/ 2 w 211"/>
                    <a:gd name="GluePoint3Y" fmla="*/ 196 h 2537"/>
                    <a:gd name="GluePoint4X" fmla="*/ 2 w 211"/>
                    <a:gd name="GluePoint4Y" fmla="*/ 0 h 253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21" name="Freeform 954"/>
                <p:cNvSpPr/>
                <p:nvPr/>
              </p:nvSpPr>
              <p:spPr>
                <a:xfrm>
                  <a:off x="9018000" y="3114720"/>
                  <a:ext cx="61920" cy="51120"/>
                </a:xfrm>
                <a:custGeom>
                  <a:avLst/>
                  <a:gdLst>
                    <a:gd name="textAreaLeft" fmla="*/ 0 w 61920"/>
                    <a:gd name="textAreaRight" fmla="*/ 62280 w 61920"/>
                    <a:gd name="textAreaTop" fmla="*/ 0 h 51120"/>
                    <a:gd name="textAreaBottom" fmla="*/ 51480 h 51120"/>
                    <a:gd name="GluePoint1X" fmla="*/ 2 w 328"/>
                    <a:gd name="GluePoint1Y" fmla="*/ 0 h 226"/>
                    <a:gd name="GluePoint2X" fmla="*/ 14 w 328"/>
                    <a:gd name="GluePoint2Y" fmla="*/ 11 h 226"/>
                    <a:gd name="GluePoint3X" fmla="*/ 14 w 328"/>
                    <a:gd name="GluePoint3Y" fmla="*/ 19 h 226"/>
                    <a:gd name="GluePoint4X" fmla="*/ 0 w 328"/>
                    <a:gd name="GluePoint4Y" fmla="*/ 8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6480" rIns="90000" bIns="64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22" name="Rectangle 955"/>
                <p:cNvSpPr/>
                <p:nvPr/>
              </p:nvSpPr>
              <p:spPr>
                <a:xfrm>
                  <a:off x="8763120" y="2855520"/>
                  <a:ext cx="141480" cy="126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2040" rIns="90000" bIns="-320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423" name="Group 956"/>
                <p:cNvGrpSpPr/>
                <p:nvPr/>
              </p:nvGrpSpPr>
              <p:grpSpPr>
                <a:xfrm>
                  <a:off x="8890560" y="2849040"/>
                  <a:ext cx="136800" cy="40680"/>
                  <a:chOff x="8890560" y="2849040"/>
                  <a:chExt cx="136800" cy="40680"/>
                </a:xfrm>
              </p:grpSpPr>
              <p:sp>
                <p:nvSpPr>
                  <p:cNvPr id="9424" name="AutoShape 957"/>
                  <p:cNvSpPr/>
                  <p:nvPr/>
                </p:nvSpPr>
                <p:spPr>
                  <a:xfrm>
                    <a:off x="8890560" y="2849040"/>
                    <a:ext cx="136800" cy="4068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5840" rIns="90000" bIns="-1584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425" name="AutoShape 958"/>
                  <p:cNvSpPr/>
                  <p:nvPr/>
                </p:nvSpPr>
                <p:spPr>
                  <a:xfrm>
                    <a:off x="8893080" y="2853360"/>
                    <a:ext cx="132120" cy="3204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426" name="Rectangle 959"/>
                <p:cNvSpPr/>
                <p:nvPr/>
              </p:nvSpPr>
              <p:spPr>
                <a:xfrm>
                  <a:off x="8765280" y="2946240"/>
                  <a:ext cx="141480" cy="126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2040" rIns="90000" bIns="-320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427" name="Group 960"/>
                <p:cNvGrpSpPr/>
                <p:nvPr/>
              </p:nvGrpSpPr>
              <p:grpSpPr>
                <a:xfrm>
                  <a:off x="8890560" y="2937600"/>
                  <a:ext cx="136800" cy="36360"/>
                  <a:chOff x="8890560" y="2937600"/>
                  <a:chExt cx="136800" cy="36360"/>
                </a:xfrm>
              </p:grpSpPr>
              <p:sp>
                <p:nvSpPr>
                  <p:cNvPr id="9428" name="AutoShape 961"/>
                  <p:cNvSpPr/>
                  <p:nvPr/>
                </p:nvSpPr>
                <p:spPr>
                  <a:xfrm>
                    <a:off x="8890560" y="2937600"/>
                    <a:ext cx="136800" cy="3636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8720" rIns="90000" bIns="-18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429" name="AutoShape 962"/>
                  <p:cNvSpPr/>
                  <p:nvPr/>
                </p:nvSpPr>
                <p:spPr>
                  <a:xfrm>
                    <a:off x="8893080" y="2941920"/>
                    <a:ext cx="132120" cy="2772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200" rIns="90000" bIns="-252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430" name="Rectangle 963"/>
                <p:cNvSpPr/>
                <p:nvPr/>
              </p:nvSpPr>
              <p:spPr>
                <a:xfrm>
                  <a:off x="8765280" y="3036960"/>
                  <a:ext cx="141480" cy="126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2040" rIns="90000" bIns="-320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31" name="Rectangle 964"/>
                <p:cNvSpPr/>
                <p:nvPr/>
              </p:nvSpPr>
              <p:spPr>
                <a:xfrm>
                  <a:off x="8767800" y="3119040"/>
                  <a:ext cx="141480" cy="126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2040" rIns="90000" bIns="-320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432" name="Group 965"/>
                <p:cNvGrpSpPr/>
                <p:nvPr/>
              </p:nvGrpSpPr>
              <p:grpSpPr>
                <a:xfrm>
                  <a:off x="8888400" y="3116520"/>
                  <a:ext cx="136800" cy="36360"/>
                  <a:chOff x="8888400" y="3116520"/>
                  <a:chExt cx="136800" cy="36360"/>
                </a:xfrm>
              </p:grpSpPr>
              <p:sp>
                <p:nvSpPr>
                  <p:cNvPr id="9433" name="AutoShape 966"/>
                  <p:cNvSpPr/>
                  <p:nvPr/>
                </p:nvSpPr>
                <p:spPr>
                  <a:xfrm>
                    <a:off x="8888400" y="3116520"/>
                    <a:ext cx="136800" cy="3636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8720" rIns="90000" bIns="-18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434" name="AutoShape 967"/>
                  <p:cNvSpPr/>
                  <p:nvPr/>
                </p:nvSpPr>
                <p:spPr>
                  <a:xfrm>
                    <a:off x="8890560" y="3116520"/>
                    <a:ext cx="132120" cy="3204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435" name="Freeform 968"/>
                <p:cNvSpPr/>
                <p:nvPr/>
              </p:nvSpPr>
              <p:spPr>
                <a:xfrm>
                  <a:off x="9018720" y="3036960"/>
                  <a:ext cx="61920" cy="51120"/>
                </a:xfrm>
                <a:custGeom>
                  <a:avLst/>
                  <a:gdLst>
                    <a:gd name="textAreaLeft" fmla="*/ 0 w 61920"/>
                    <a:gd name="textAreaRight" fmla="*/ 62280 w 61920"/>
                    <a:gd name="textAreaTop" fmla="*/ 0 h 51120"/>
                    <a:gd name="textAreaBottom" fmla="*/ 51480 h 51120"/>
                    <a:gd name="GluePoint1X" fmla="*/ 2 w 328"/>
                    <a:gd name="GluePoint1Y" fmla="*/ 0 h 226"/>
                    <a:gd name="GluePoint2X" fmla="*/ 14 w 328"/>
                    <a:gd name="GluePoint2Y" fmla="*/ 10 h 226"/>
                    <a:gd name="GluePoint3X" fmla="*/ 14 w 328"/>
                    <a:gd name="GluePoint3Y" fmla="*/ 17 h 226"/>
                    <a:gd name="GluePoint4X" fmla="*/ 0 w 328"/>
                    <a:gd name="GluePoint4Y" fmla="*/ 7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6480" rIns="90000" bIns="64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436" name="Group 969"/>
                <p:cNvGrpSpPr/>
                <p:nvPr/>
              </p:nvGrpSpPr>
              <p:grpSpPr>
                <a:xfrm>
                  <a:off x="8888400" y="3030120"/>
                  <a:ext cx="138960" cy="36360"/>
                  <a:chOff x="8888400" y="3030120"/>
                  <a:chExt cx="138960" cy="36360"/>
                </a:xfrm>
              </p:grpSpPr>
              <p:sp>
                <p:nvSpPr>
                  <p:cNvPr id="9437" name="AutoShape 970"/>
                  <p:cNvSpPr/>
                  <p:nvPr/>
                </p:nvSpPr>
                <p:spPr>
                  <a:xfrm>
                    <a:off x="8888400" y="3030120"/>
                    <a:ext cx="138960" cy="3636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8720" rIns="90000" bIns="-18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438" name="AutoShape 971"/>
                  <p:cNvSpPr/>
                  <p:nvPr/>
                </p:nvSpPr>
                <p:spPr>
                  <a:xfrm>
                    <a:off x="8890560" y="3034800"/>
                    <a:ext cx="136800" cy="2772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200" rIns="90000" bIns="-252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439" name="Rectangle 972"/>
                <p:cNvSpPr/>
                <p:nvPr/>
              </p:nvSpPr>
              <p:spPr>
                <a:xfrm>
                  <a:off x="9009000" y="2784600"/>
                  <a:ext cx="16200" cy="623160"/>
                </a:xfrm>
                <a:prstGeom prst="rect">
                  <a:avLst/>
                </a:prstGeom>
                <a:gradFill rotWithShape="0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0" name="Freeform 973"/>
                <p:cNvSpPr/>
                <p:nvPr/>
              </p:nvSpPr>
              <p:spPr>
                <a:xfrm>
                  <a:off x="9024480" y="2942280"/>
                  <a:ext cx="55800" cy="57600"/>
                </a:xfrm>
                <a:custGeom>
                  <a:avLst/>
                  <a:gdLst>
                    <a:gd name="textAreaLeft" fmla="*/ 0 w 55800"/>
                    <a:gd name="textAreaRight" fmla="*/ 56160 w 55800"/>
                    <a:gd name="textAreaTop" fmla="*/ 0 h 57600"/>
                    <a:gd name="textAreaBottom" fmla="*/ 57960 h 57600"/>
                    <a:gd name="GluePoint1X" fmla="*/ 2 w 296"/>
                    <a:gd name="GluePoint1Y" fmla="*/ 0 h 256"/>
                    <a:gd name="GluePoint2X" fmla="*/ 14 w 296"/>
                    <a:gd name="GluePoint2Y" fmla="*/ 10 h 256"/>
                    <a:gd name="GluePoint3X" fmla="*/ 14 w 296"/>
                    <a:gd name="GluePoint3Y" fmla="*/ 19 h 256"/>
                    <a:gd name="GluePoint4X" fmla="*/ 0 w 296"/>
                    <a:gd name="GluePoint4Y" fmla="*/ 7 h 256"/>
                    <a:gd name="GluePoint5X" fmla="*/ 2 w 296"/>
                    <a:gd name="GluePoint5Y" fmla="*/ 0 h 25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2960" rIns="90000" bIns="129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1" name="Freeform 974"/>
                <p:cNvSpPr/>
                <p:nvPr/>
              </p:nvSpPr>
              <p:spPr>
                <a:xfrm>
                  <a:off x="9025200" y="2853000"/>
                  <a:ext cx="57600" cy="65160"/>
                </a:xfrm>
                <a:custGeom>
                  <a:avLst/>
                  <a:gdLst>
                    <a:gd name="textAreaLeft" fmla="*/ 0 w 57600"/>
                    <a:gd name="textAreaRight" fmla="*/ 57960 w 57600"/>
                    <a:gd name="textAreaTop" fmla="*/ 0 h 65160"/>
                    <a:gd name="textAreaBottom" fmla="*/ 65520 h 65160"/>
                    <a:gd name="GluePoint1X" fmla="*/ 0 w 304"/>
                    <a:gd name="GluePoint1Y" fmla="*/ 0 h 288"/>
                    <a:gd name="GluePoint2X" fmla="*/ 14 w 304"/>
                    <a:gd name="GluePoint2Y" fmla="*/ 13 h 288"/>
                    <a:gd name="GluePoint3X" fmla="*/ 13 w 304"/>
                    <a:gd name="GluePoint3Y" fmla="*/ 23 h 288"/>
                    <a:gd name="GluePoint4X" fmla="*/ 2 w 304"/>
                    <a:gd name="GluePoint4Y" fmla="*/ 10 h 288"/>
                    <a:gd name="GluePoint5X" fmla="*/ 0 w 304"/>
                    <a:gd name="GluePoint5Y" fmla="*/ 0 h 2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0520" rIns="90000" bIns="205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2" name="Oval 975"/>
                <p:cNvSpPr/>
                <p:nvPr/>
              </p:nvSpPr>
              <p:spPr>
                <a:xfrm>
                  <a:off x="9072720" y="3379680"/>
                  <a:ext cx="11520" cy="25560"/>
                </a:xfrm>
                <a:prstGeom prst="ellipse">
                  <a:avLst/>
                </a:pr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6640" rIns="90000" bIns="-266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3" name="Freeform 976"/>
                <p:cNvSpPr/>
                <p:nvPr/>
              </p:nvSpPr>
              <p:spPr>
                <a:xfrm>
                  <a:off x="9022320" y="3380760"/>
                  <a:ext cx="57600" cy="54360"/>
                </a:xfrm>
                <a:custGeom>
                  <a:avLst/>
                  <a:gdLst>
                    <a:gd name="textAreaLeft" fmla="*/ 0 w 57600"/>
                    <a:gd name="textAreaRight" fmla="*/ 57960 w 57600"/>
                    <a:gd name="textAreaTop" fmla="*/ 0 h 54360"/>
                    <a:gd name="textAreaBottom" fmla="*/ 54720 h 54360"/>
                    <a:gd name="GluePoint1X" fmla="*/ 0 w 306"/>
                    <a:gd name="GluePoint1Y" fmla="*/ 9 h 240"/>
                    <a:gd name="GluePoint2X" fmla="*/ 2 w 306"/>
                    <a:gd name="GluePoint2Y" fmla="*/ 19 h 240"/>
                    <a:gd name="GluePoint3X" fmla="*/ 14 w 306"/>
                    <a:gd name="GluePoint3Y" fmla="*/ 9 h 240"/>
                    <a:gd name="GluePoint4X" fmla="*/ 14 w 306"/>
                    <a:gd name="GluePoint4Y" fmla="*/ 0 h 240"/>
                    <a:gd name="GluePoint5X" fmla="*/ 0 w 306"/>
                    <a:gd name="GluePoint5Y" fmla="*/ 9 h 24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9720" rIns="90000" bIns="97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4" name="AutoShape 977"/>
                <p:cNvSpPr/>
                <p:nvPr/>
              </p:nvSpPr>
              <p:spPr>
                <a:xfrm>
                  <a:off x="8746560" y="3397320"/>
                  <a:ext cx="283320" cy="406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840" rIns="90000" bIns="-15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5" name="AutoShape 978"/>
                <p:cNvSpPr/>
                <p:nvPr/>
              </p:nvSpPr>
              <p:spPr>
                <a:xfrm>
                  <a:off x="8763120" y="3408120"/>
                  <a:ext cx="252720" cy="212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9520" rIns="90000" bIns="-295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6" name="Oval 979"/>
                <p:cNvSpPr/>
                <p:nvPr/>
              </p:nvSpPr>
              <p:spPr>
                <a:xfrm>
                  <a:off x="8786520" y="3317400"/>
                  <a:ext cx="37440" cy="385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7280" rIns="90000" bIns="-172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7" name="Oval 980"/>
                <p:cNvSpPr/>
                <p:nvPr/>
              </p:nvSpPr>
              <p:spPr>
                <a:xfrm>
                  <a:off x="8829360" y="3317400"/>
                  <a:ext cx="37440" cy="38520"/>
                </a:xfrm>
                <a:prstGeom prst="ellipse">
                  <a:avLst/>
                </a:prstGeom>
                <a:solidFill>
                  <a:srgbClr val="FF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7280" rIns="90000" bIns="-17280" anchor="ctr">
                  <a:noAutofit/>
                </a:bodyPr>
                <a:p>
                  <a:endParaRPr lang="en-US" sz="1800" b="0" u="none" strike="noStrike">
                    <a:solidFill>
                      <a:srgbClr val="FF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8" name="Oval 981"/>
                <p:cNvSpPr/>
                <p:nvPr/>
              </p:nvSpPr>
              <p:spPr>
                <a:xfrm>
                  <a:off x="8869320" y="3317400"/>
                  <a:ext cx="37440" cy="385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7280" rIns="90000" bIns="-172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9" name="Rectangle 982"/>
                <p:cNvSpPr/>
                <p:nvPr/>
              </p:nvSpPr>
              <p:spPr>
                <a:xfrm>
                  <a:off x="8966520" y="3168720"/>
                  <a:ext cx="18720" cy="20664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9450" name="Freeform 2"/>
            <p:cNvSpPr/>
            <p:nvPr/>
          </p:nvSpPr>
          <p:spPr>
            <a:xfrm>
              <a:off x="4195800" y="5726880"/>
              <a:ext cx="4026960" cy="939600"/>
            </a:xfrm>
            <a:custGeom>
              <a:avLst/>
              <a:gdLst>
                <a:gd name="textAreaLeft" fmla="*/ 0 w 4026960"/>
                <a:gd name="textAreaRight" fmla="*/ 4027320 w 4026960"/>
                <a:gd name="textAreaTop" fmla="*/ 0 h 939600"/>
                <a:gd name="textAreaBottom" fmla="*/ 939960 h 939600"/>
                <a:gd name="GluePoint1X" fmla="*/ 648763 w 10001"/>
                <a:gd name="GluePoint1Y" fmla="*/ 34777612 h 10125"/>
                <a:gd name="GluePoint2X" fmla="*/ 115976403 w 10001"/>
                <a:gd name="GluePoint2Y" fmla="*/ 13733703 h 10125"/>
                <a:gd name="GluePoint3X" fmla="*/ 507700960 w 10001"/>
                <a:gd name="GluePoint3Y" fmla="*/ 8662125 h 10125"/>
                <a:gd name="GluePoint4X" fmla="*/ 810212713 w 10001"/>
                <a:gd name="GluePoint4Y" fmla="*/ 0 h 10125"/>
                <a:gd name="GluePoint5X" fmla="*/ 1090015738 w 10001"/>
                <a:gd name="GluePoint5Y" fmla="*/ 8687929 h 10125"/>
                <a:gd name="GluePoint6X" fmla="*/ 1310938763 w 10001"/>
                <a:gd name="GluePoint6Y" fmla="*/ 4279362 h 10125"/>
                <a:gd name="GluePoint7X" fmla="*/ 1620263134 w 10001"/>
                <a:gd name="GluePoint7Y" fmla="*/ 25736690 h 10125"/>
                <a:gd name="GluePoint8X" fmla="*/ 1394798364 w 10001"/>
                <a:gd name="GluePoint8Y" fmla="*/ 58525268 h 10125"/>
                <a:gd name="GluePoint9X" fmla="*/ 1134622140 w 10001"/>
                <a:gd name="GluePoint9Y" fmla="*/ 80266624 h 10125"/>
                <a:gd name="GluePoint10X" fmla="*/ 860820276 w 10001"/>
                <a:gd name="GluePoint10Y" fmla="*/ 76142271 h 10125"/>
                <a:gd name="GluePoint11X" fmla="*/ 708996782 w 10001"/>
                <a:gd name="GluePoint11Y" fmla="*/ 85346835 h 10125"/>
                <a:gd name="GluePoint12X" fmla="*/ 509322667 w 10001"/>
                <a:gd name="GluePoint12Y" fmla="*/ 86268164 h 10125"/>
                <a:gd name="GluePoint13X" fmla="*/ 353443899 w 10001"/>
                <a:gd name="GluePoint13Y" fmla="*/ 67979516 h 10125"/>
                <a:gd name="GluePoint14X" fmla="*/ 192536914 w 10001"/>
                <a:gd name="GluePoint14Y" fmla="*/ 64535347 h 10125"/>
                <a:gd name="GluePoint15X" fmla="*/ 648763 w 10001"/>
                <a:gd name="GluePoint15Y" fmla="*/ 34777612 h 101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451" name="Straight Connector 370"/>
            <p:cNvCxnSpPr/>
            <p:nvPr/>
          </p:nvCxnSpPr>
          <p:spPr>
            <a:xfrm flipV="1">
              <a:off x="4866120" y="5877720"/>
              <a:ext cx="1316520" cy="1321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9452" name="Straight Connector 371"/>
            <p:cNvCxnSpPr/>
            <p:nvPr/>
          </p:nvCxnSpPr>
          <p:spPr>
            <a:xfrm>
              <a:off x="4754880" y="6064920"/>
              <a:ext cx="2259360" cy="2988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9453" name="Straight Connector 372"/>
            <p:cNvCxnSpPr/>
            <p:nvPr/>
          </p:nvCxnSpPr>
          <p:spPr>
            <a:xfrm>
              <a:off x="4767840" y="6169680"/>
              <a:ext cx="714600" cy="2764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9454" name="Straight Connector 373"/>
            <p:cNvCxnSpPr/>
            <p:nvPr/>
          </p:nvCxnSpPr>
          <p:spPr>
            <a:xfrm flipV="1">
              <a:off x="5785200" y="6363360"/>
              <a:ext cx="1248120" cy="828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9455" name="Straight Connector 374"/>
            <p:cNvCxnSpPr/>
            <p:nvPr/>
          </p:nvCxnSpPr>
          <p:spPr>
            <a:xfrm>
              <a:off x="6445800" y="5910840"/>
              <a:ext cx="1057320" cy="1242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9456" name="Straight Connector 375"/>
            <p:cNvCxnSpPr/>
            <p:nvPr/>
          </p:nvCxnSpPr>
          <p:spPr>
            <a:xfrm flipV="1">
              <a:off x="5729760" y="6064920"/>
              <a:ext cx="1791000" cy="2988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9457" name="Straight Connector 376"/>
            <p:cNvCxnSpPr/>
            <p:nvPr/>
          </p:nvCxnSpPr>
          <p:spPr>
            <a:xfrm flipV="1">
              <a:off x="7056720" y="6093720"/>
              <a:ext cx="589320" cy="2700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9458" name="Straight Connector 377"/>
            <p:cNvCxnSpPr/>
            <p:nvPr/>
          </p:nvCxnSpPr>
          <p:spPr>
            <a:xfrm>
              <a:off x="6199560" y="5877720"/>
              <a:ext cx="814680" cy="40176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grpSp>
          <p:nvGrpSpPr>
            <p:cNvPr id="9459" name="Group 378"/>
            <p:cNvGrpSpPr/>
            <p:nvPr/>
          </p:nvGrpSpPr>
          <p:grpSpPr>
            <a:xfrm>
              <a:off x="3129480" y="2980440"/>
              <a:ext cx="6977880" cy="1087560"/>
              <a:chOff x="3129480" y="2980440"/>
              <a:chExt cx="6977880" cy="1087560"/>
            </a:xfrm>
          </p:grpSpPr>
          <p:sp>
            <p:nvSpPr>
              <p:cNvPr id="9460" name="TextBox 399"/>
              <p:cNvSpPr/>
              <p:nvPr/>
            </p:nvSpPr>
            <p:spPr>
              <a:xfrm>
                <a:off x="9307080" y="3606120"/>
                <a:ext cx="615960" cy="461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63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ts val="1463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plane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61" name="TextBox 400"/>
              <p:cNvSpPr/>
              <p:nvPr/>
            </p:nvSpPr>
            <p:spPr>
              <a:xfrm>
                <a:off x="9329040" y="2980440"/>
                <a:ext cx="714960" cy="461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463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control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ts val="1463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plane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9462" name="Straight Connector 639"/>
              <p:cNvCxnSpPr/>
              <p:nvPr/>
            </p:nvCxnSpPr>
            <p:spPr>
              <a:xfrm flipV="1">
                <a:off x="3129480" y="3556080"/>
                <a:ext cx="6978240" cy="1260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prstDash val="dash"/>
                <a:round/>
              </a:ln>
            </p:spPr>
          </p:cxnSp>
        </p:grpSp>
        <p:grpSp>
          <p:nvGrpSpPr>
            <p:cNvPr id="9463" name="Group 379"/>
            <p:cNvGrpSpPr/>
            <p:nvPr/>
          </p:nvGrpSpPr>
          <p:grpSpPr>
            <a:xfrm>
              <a:off x="4039200" y="2712600"/>
              <a:ext cx="4296240" cy="320400"/>
              <a:chOff x="4039200" y="2712600"/>
              <a:chExt cx="4296240" cy="320400"/>
            </a:xfrm>
          </p:grpSpPr>
          <p:grpSp>
            <p:nvGrpSpPr>
              <p:cNvPr id="9464" name="Group 401"/>
              <p:cNvGrpSpPr/>
              <p:nvPr/>
            </p:nvGrpSpPr>
            <p:grpSpPr>
              <a:xfrm>
                <a:off x="4039200" y="2714400"/>
                <a:ext cx="349200" cy="317160"/>
                <a:chOff x="4039200" y="2714400"/>
                <a:chExt cx="349200" cy="317160"/>
              </a:xfrm>
            </p:grpSpPr>
            <p:sp>
              <p:nvSpPr>
                <p:cNvPr id="9465" name="Rectangle 633"/>
                <p:cNvSpPr/>
                <p:nvPr/>
              </p:nvSpPr>
              <p:spPr>
                <a:xfrm>
                  <a:off x="4044240" y="2714400"/>
                  <a:ext cx="344160" cy="31716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466" name="Straight Connector 634"/>
                <p:cNvCxnSpPr/>
                <p:nvPr/>
              </p:nvCxnSpPr>
              <p:spPr>
                <a:xfrm>
                  <a:off x="4039200" y="2802960"/>
                  <a:ext cx="344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67" name="Straight Connector 635"/>
                <p:cNvCxnSpPr/>
                <p:nvPr/>
              </p:nvCxnSpPr>
              <p:spPr>
                <a:xfrm>
                  <a:off x="4039200" y="2863440"/>
                  <a:ext cx="344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68" name="Straight Connector 636"/>
                <p:cNvCxnSpPr/>
                <p:nvPr/>
              </p:nvCxnSpPr>
              <p:spPr>
                <a:xfrm flipV="1">
                  <a:off x="4215600" y="2802960"/>
                  <a:ext cx="360" cy="2289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  <p:grpSp>
            <p:nvGrpSpPr>
              <p:cNvPr id="9469" name="Group 406"/>
              <p:cNvGrpSpPr/>
              <p:nvPr/>
            </p:nvGrpSpPr>
            <p:grpSpPr>
              <a:xfrm>
                <a:off x="4954320" y="2712600"/>
                <a:ext cx="350640" cy="317160"/>
                <a:chOff x="4954320" y="2712600"/>
                <a:chExt cx="350640" cy="317160"/>
              </a:xfrm>
            </p:grpSpPr>
            <p:sp>
              <p:nvSpPr>
                <p:cNvPr id="9470" name="Rectangle 629"/>
                <p:cNvSpPr/>
                <p:nvPr/>
              </p:nvSpPr>
              <p:spPr>
                <a:xfrm>
                  <a:off x="4959360" y="2712600"/>
                  <a:ext cx="345600" cy="31716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471" name="Straight Connector 630"/>
                <p:cNvCxnSpPr/>
                <p:nvPr/>
              </p:nvCxnSpPr>
              <p:spPr>
                <a:xfrm>
                  <a:off x="4954320" y="2801160"/>
                  <a:ext cx="3466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72" name="Straight Connector 631"/>
                <p:cNvCxnSpPr/>
                <p:nvPr/>
              </p:nvCxnSpPr>
              <p:spPr>
                <a:xfrm>
                  <a:off x="4954320" y="2861640"/>
                  <a:ext cx="3466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73" name="Straight Connector 632"/>
                <p:cNvCxnSpPr/>
                <p:nvPr/>
              </p:nvCxnSpPr>
              <p:spPr>
                <a:xfrm flipH="1" flipV="1">
                  <a:off x="5130720" y="2801160"/>
                  <a:ext cx="1800" cy="2289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  <p:grpSp>
            <p:nvGrpSpPr>
              <p:cNvPr id="9474" name="Group 411"/>
              <p:cNvGrpSpPr/>
              <p:nvPr/>
            </p:nvGrpSpPr>
            <p:grpSpPr>
              <a:xfrm>
                <a:off x="5787720" y="2712600"/>
                <a:ext cx="350640" cy="317160"/>
                <a:chOff x="5787720" y="2712600"/>
                <a:chExt cx="350640" cy="317160"/>
              </a:xfrm>
            </p:grpSpPr>
            <p:sp>
              <p:nvSpPr>
                <p:cNvPr id="9475" name="Rectangle 625"/>
                <p:cNvSpPr/>
                <p:nvPr/>
              </p:nvSpPr>
              <p:spPr>
                <a:xfrm>
                  <a:off x="5792760" y="2712600"/>
                  <a:ext cx="345600" cy="31716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476" name="Straight Connector 626"/>
                <p:cNvCxnSpPr/>
                <p:nvPr/>
              </p:nvCxnSpPr>
              <p:spPr>
                <a:xfrm>
                  <a:off x="5787720" y="2801160"/>
                  <a:ext cx="3466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77" name="Straight Connector 627"/>
                <p:cNvCxnSpPr/>
                <p:nvPr/>
              </p:nvCxnSpPr>
              <p:spPr>
                <a:xfrm>
                  <a:off x="5787720" y="2861640"/>
                  <a:ext cx="3466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78" name="Straight Connector 628"/>
                <p:cNvCxnSpPr/>
                <p:nvPr/>
              </p:nvCxnSpPr>
              <p:spPr>
                <a:xfrm flipH="1" flipV="1">
                  <a:off x="5964120" y="2801160"/>
                  <a:ext cx="1800" cy="2289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  <p:grpSp>
            <p:nvGrpSpPr>
              <p:cNvPr id="9479" name="Group 416"/>
              <p:cNvGrpSpPr/>
              <p:nvPr/>
            </p:nvGrpSpPr>
            <p:grpSpPr>
              <a:xfrm>
                <a:off x="6980040" y="2715480"/>
                <a:ext cx="349200" cy="317520"/>
                <a:chOff x="6980040" y="2715480"/>
                <a:chExt cx="349200" cy="317520"/>
              </a:xfrm>
            </p:grpSpPr>
            <p:sp>
              <p:nvSpPr>
                <p:cNvPr id="9480" name="Rectangle 621"/>
                <p:cNvSpPr/>
                <p:nvPr/>
              </p:nvSpPr>
              <p:spPr>
                <a:xfrm>
                  <a:off x="6985080" y="2715480"/>
                  <a:ext cx="344160" cy="31716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481" name="Straight Connector 622"/>
                <p:cNvCxnSpPr/>
                <p:nvPr/>
              </p:nvCxnSpPr>
              <p:spPr>
                <a:xfrm>
                  <a:off x="6980040" y="2804400"/>
                  <a:ext cx="344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82" name="Straight Connector 623"/>
                <p:cNvCxnSpPr/>
                <p:nvPr/>
              </p:nvCxnSpPr>
              <p:spPr>
                <a:xfrm>
                  <a:off x="6980040" y="2864520"/>
                  <a:ext cx="344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83" name="Straight Connector 624"/>
                <p:cNvCxnSpPr/>
                <p:nvPr/>
              </p:nvCxnSpPr>
              <p:spPr>
                <a:xfrm flipV="1">
                  <a:off x="7156440" y="2804400"/>
                  <a:ext cx="360" cy="2289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  <p:grpSp>
            <p:nvGrpSpPr>
              <p:cNvPr id="9484" name="Group 421"/>
              <p:cNvGrpSpPr/>
              <p:nvPr/>
            </p:nvGrpSpPr>
            <p:grpSpPr>
              <a:xfrm>
                <a:off x="7984800" y="2712600"/>
                <a:ext cx="350640" cy="317160"/>
                <a:chOff x="7984800" y="2712600"/>
                <a:chExt cx="350640" cy="317160"/>
              </a:xfrm>
            </p:grpSpPr>
            <p:sp>
              <p:nvSpPr>
                <p:cNvPr id="9485" name="Rectangle 617"/>
                <p:cNvSpPr/>
                <p:nvPr/>
              </p:nvSpPr>
              <p:spPr>
                <a:xfrm>
                  <a:off x="7989840" y="2712600"/>
                  <a:ext cx="345600" cy="31716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486" name="Straight Connector 618"/>
                <p:cNvCxnSpPr/>
                <p:nvPr/>
              </p:nvCxnSpPr>
              <p:spPr>
                <a:xfrm>
                  <a:off x="7984800" y="2801160"/>
                  <a:ext cx="3466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87" name="Straight Connector 619"/>
                <p:cNvCxnSpPr/>
                <p:nvPr/>
              </p:nvCxnSpPr>
              <p:spPr>
                <a:xfrm>
                  <a:off x="7984800" y="2861640"/>
                  <a:ext cx="3466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488" name="Straight Connector 620"/>
                <p:cNvCxnSpPr/>
                <p:nvPr/>
              </p:nvCxnSpPr>
              <p:spPr>
                <a:xfrm flipH="1" flipV="1">
                  <a:off x="8161200" y="2801160"/>
                  <a:ext cx="1800" cy="2289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</p:grpSp>
        <p:grpSp>
          <p:nvGrpSpPr>
            <p:cNvPr id="9489" name="Group 380"/>
            <p:cNvGrpSpPr/>
            <p:nvPr/>
          </p:nvGrpSpPr>
          <p:grpSpPr>
            <a:xfrm>
              <a:off x="3459600" y="3687120"/>
              <a:ext cx="5211360" cy="2739240"/>
              <a:chOff x="3459600" y="3687120"/>
              <a:chExt cx="5211360" cy="2739240"/>
            </a:xfrm>
          </p:grpSpPr>
          <p:sp>
            <p:nvSpPr>
              <p:cNvPr id="9490" name="Freeform 502"/>
              <p:cNvSpPr/>
              <p:nvPr/>
            </p:nvSpPr>
            <p:spPr>
              <a:xfrm>
                <a:off x="3480120" y="5307120"/>
                <a:ext cx="1280520" cy="758880"/>
              </a:xfrm>
              <a:custGeom>
                <a:avLst/>
                <a:gdLst>
                  <a:gd name="textAreaLeft" fmla="*/ 0 w 1280520"/>
                  <a:gd name="textAreaRight" fmla="*/ 1280880 w 1280520"/>
                  <a:gd name="textAreaTop" fmla="*/ 0 h 758880"/>
                  <a:gd name="textAreaBottom" fmla="*/ 759240 h 758880"/>
                  <a:gd name="GluePoint1X" fmla="*/ 965179 w 1280499"/>
                  <a:gd name="GluePoint1Y" fmla="*/ 759828 h 759828"/>
                  <a:gd name="GluePoint2X" fmla="*/ 0 w 1280499"/>
                  <a:gd name="GluePoint2Y" fmla="*/ 0 h 759828"/>
                  <a:gd name="GluePoint3X" fmla="*/ 999231 w 1280499"/>
                  <a:gd name="GluePoint3Y" fmla="*/ 13701 h 759828"/>
                  <a:gd name="GluePoint4X" fmla="*/ 1280499 w 1280499"/>
                  <a:gd name="GluePoint4Y" fmla="*/ 723135 h 759828"/>
                  <a:gd name="GluePoint5X" fmla="*/ 965179 w 1280499"/>
                  <a:gd name="GluePoint5Y" fmla="*/ 759828 h 75982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280499" h="759828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2F2F2"/>
                  </a:gs>
                  <a:gs pos="100000">
                    <a:srgbClr val="BFBFBF"/>
                  </a:gs>
                </a:gsLst>
                <a:lin ang="16200000"/>
              </a:gradFill>
              <a:ln w="9525">
                <a:solidFill>
                  <a:srgbClr val="BFBFB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491" name="Freeform 503"/>
              <p:cNvSpPr/>
              <p:nvPr/>
            </p:nvSpPr>
            <p:spPr>
              <a:xfrm>
                <a:off x="7805880" y="5406120"/>
                <a:ext cx="865080" cy="553320"/>
              </a:xfrm>
              <a:custGeom>
                <a:avLst/>
                <a:gdLst>
                  <a:gd name="textAreaLeft" fmla="*/ 0 w 865080"/>
                  <a:gd name="textAreaRight" fmla="*/ 865440 w 865080"/>
                  <a:gd name="textAreaTop" fmla="*/ 0 h 553320"/>
                  <a:gd name="textAreaBottom" fmla="*/ 553680 h 553320"/>
                  <a:gd name="GluePoint1X" fmla="*/ 0 w 866251"/>
                  <a:gd name="GluePoint1Y" fmla="*/ 540783 h 553361"/>
                  <a:gd name="GluePoint2X" fmla="*/ 345787 w 866251"/>
                  <a:gd name="GluePoint2Y" fmla="*/ 13939 h 553361"/>
                  <a:gd name="GluePoint3X" fmla="*/ 866251 w 866251"/>
                  <a:gd name="GluePoint3Y" fmla="*/ 563 h 553361"/>
                  <a:gd name="GluePoint4X" fmla="*/ 173695 w 866251"/>
                  <a:gd name="GluePoint4Y" fmla="*/ 553361 h 553361"/>
                  <a:gd name="GluePoint5X" fmla="*/ 0 w 866251"/>
                  <a:gd name="GluePoint5Y" fmla="*/ 540783 h 55336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866251" h="55336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2F2F2">
                      <a:alpha val="55000"/>
                    </a:srgbClr>
                  </a:gs>
                  <a:gs pos="100000">
                    <a:srgbClr val="BFBFBF"/>
                  </a:gs>
                </a:gsLst>
                <a:lin ang="16200000"/>
              </a:gradFill>
              <a:ln w="9525">
                <a:solidFill>
                  <a:srgbClr val="BFBFB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492" name="Freeform 504"/>
              <p:cNvSpPr/>
              <p:nvPr/>
            </p:nvSpPr>
            <p:spPr>
              <a:xfrm>
                <a:off x="6981480" y="5427000"/>
                <a:ext cx="675000" cy="896400"/>
              </a:xfrm>
              <a:custGeom>
                <a:avLst/>
                <a:gdLst>
                  <a:gd name="textAreaLeft" fmla="*/ 0 w 675000"/>
                  <a:gd name="textAreaRight" fmla="*/ 675360 w 675000"/>
                  <a:gd name="textAreaTop" fmla="*/ 0 h 896400"/>
                  <a:gd name="textAreaBottom" fmla="*/ 896760 h 896400"/>
                  <a:gd name="GluePoint1X" fmla="*/ 0 w 675040"/>
                  <a:gd name="GluePoint1Y" fmla="*/ 894029 h 896577"/>
                  <a:gd name="GluePoint2X" fmla="*/ 186623 w 675040"/>
                  <a:gd name="GluePoint2Y" fmla="*/ 1724 h 896577"/>
                  <a:gd name="GluePoint3X" fmla="*/ 675040 w 675040"/>
                  <a:gd name="GluePoint3Y" fmla="*/ 0 h 896577"/>
                  <a:gd name="GluePoint4X" fmla="*/ 179079 w 675040"/>
                  <a:gd name="GluePoint4Y" fmla="*/ 886531 h 896577"/>
                  <a:gd name="GluePoint5X" fmla="*/ 0 w 675040"/>
                  <a:gd name="GluePoint5Y" fmla="*/ 894029 h 896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675040" h="896577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2F2F2">
                      <a:alpha val="55000"/>
                    </a:srgbClr>
                  </a:gs>
                  <a:gs pos="100000">
                    <a:srgbClr val="BFBFBF"/>
                  </a:gs>
                </a:gsLst>
                <a:lin ang="16200000"/>
              </a:gradFill>
              <a:ln w="9525">
                <a:solidFill>
                  <a:srgbClr val="BFBFB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493" name="Freeform 505"/>
              <p:cNvSpPr/>
              <p:nvPr/>
            </p:nvSpPr>
            <p:spPr>
              <a:xfrm>
                <a:off x="5944320" y="5447520"/>
                <a:ext cx="514080" cy="401400"/>
              </a:xfrm>
              <a:custGeom>
                <a:avLst/>
                <a:gdLst>
                  <a:gd name="textAreaLeft" fmla="*/ 0 w 514080"/>
                  <a:gd name="textAreaRight" fmla="*/ 514440 w 514080"/>
                  <a:gd name="textAreaTop" fmla="*/ 0 h 401400"/>
                  <a:gd name="textAreaBottom" fmla="*/ 401760 h 401400"/>
                  <a:gd name="GluePoint1X" fmla="*/ 100781 w 514180"/>
                  <a:gd name="GluePoint1Y" fmla="*/ 402193 h 402193"/>
                  <a:gd name="GluePoint2X" fmla="*/ 0 w 514180"/>
                  <a:gd name="GluePoint2Y" fmla="*/ 0 h 402193"/>
                  <a:gd name="GluePoint3X" fmla="*/ 514180 w 514180"/>
                  <a:gd name="GluePoint3Y" fmla="*/ 10891 h 402193"/>
                  <a:gd name="GluePoint4X" fmla="*/ 404259 w 514180"/>
                  <a:gd name="GluePoint4Y" fmla="*/ 386400 h 402193"/>
                  <a:gd name="GluePoint5X" fmla="*/ 100781 w 514180"/>
                  <a:gd name="GluePoint5Y" fmla="*/ 402193 h 40219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514180" h="402193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2F2F2">
                      <a:alpha val="55000"/>
                    </a:srgbClr>
                  </a:gs>
                  <a:gs pos="100000">
                    <a:srgbClr val="BFBFBF"/>
                  </a:gs>
                </a:gsLst>
                <a:lin ang="16200000"/>
              </a:gradFill>
              <a:ln w="9525">
                <a:solidFill>
                  <a:srgbClr val="BFBFB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494" name="Freeform 506"/>
              <p:cNvSpPr/>
              <p:nvPr/>
            </p:nvSpPr>
            <p:spPr>
              <a:xfrm>
                <a:off x="5164560" y="5411160"/>
                <a:ext cx="573480" cy="1015200"/>
              </a:xfrm>
              <a:custGeom>
                <a:avLst/>
                <a:gdLst>
                  <a:gd name="textAreaLeft" fmla="*/ 0 w 573480"/>
                  <a:gd name="textAreaRight" fmla="*/ 573840 w 573480"/>
                  <a:gd name="textAreaTop" fmla="*/ 0 h 1015200"/>
                  <a:gd name="textAreaBottom" fmla="*/ 1015560 h 1015200"/>
                  <a:gd name="GluePoint1X" fmla="*/ 333190 w 574100"/>
                  <a:gd name="GluePoint1Y" fmla="*/ 985695 h 1015244"/>
                  <a:gd name="GluePoint2X" fmla="*/ 0 w 574100"/>
                  <a:gd name="GluePoint2Y" fmla="*/ 4757 h 1015244"/>
                  <a:gd name="GluePoint3X" fmla="*/ 502783 w 574100"/>
                  <a:gd name="GluePoint3Y" fmla="*/ 0 h 1015244"/>
                  <a:gd name="GluePoint4X" fmla="*/ 574100 w 574100"/>
                  <a:gd name="GluePoint4Y" fmla="*/ 1014877 h 1015244"/>
                  <a:gd name="GluePoint5X" fmla="*/ 333190 w 574100"/>
                  <a:gd name="GluePoint5Y" fmla="*/ 985695 h 101524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574100" h="1015244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2F2F2">
                      <a:alpha val="55000"/>
                    </a:srgbClr>
                  </a:gs>
                  <a:gs pos="100000">
                    <a:srgbClr val="BFBFBF"/>
                  </a:gs>
                </a:gsLst>
                <a:lin ang="16200000"/>
              </a:gradFill>
              <a:ln w="9525">
                <a:solidFill>
                  <a:srgbClr val="BFBFB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9495" name="Group 507"/>
              <p:cNvGrpSpPr/>
              <p:nvPr/>
            </p:nvGrpSpPr>
            <p:grpSpPr>
              <a:xfrm>
                <a:off x="3459600" y="3687120"/>
                <a:ext cx="1049400" cy="1739520"/>
                <a:chOff x="3459600" y="3687120"/>
                <a:chExt cx="1049400" cy="1739520"/>
              </a:xfrm>
            </p:grpSpPr>
            <p:sp>
              <p:nvSpPr>
                <p:cNvPr id="9496" name="Rectangle 592"/>
                <p:cNvSpPr/>
                <p:nvPr/>
              </p:nvSpPr>
              <p:spPr>
                <a:xfrm rot="10800000">
                  <a:off x="3471120" y="3935160"/>
                  <a:ext cx="1026720" cy="61056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>
                        <a:alpha val="62000"/>
                      </a:srgbClr>
                    </a:gs>
                    <a:gs pos="54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grpSp>
              <p:nvGrpSpPr>
                <p:cNvPr id="9497" name="Group 498"/>
                <p:cNvGrpSpPr/>
                <p:nvPr/>
              </p:nvGrpSpPr>
              <p:grpSpPr>
                <a:xfrm>
                  <a:off x="3462840" y="5066640"/>
                  <a:ext cx="1035000" cy="360000"/>
                  <a:chOff x="3462840" y="5066640"/>
                  <a:chExt cx="1035000" cy="360000"/>
                </a:xfrm>
              </p:grpSpPr>
              <p:sp>
                <p:nvSpPr>
                  <p:cNvPr id="9498" name="Oval 607"/>
                  <p:cNvSpPr/>
                  <p:nvPr/>
                </p:nvSpPr>
                <p:spPr>
                  <a:xfrm>
                    <a:off x="3462840" y="5187240"/>
                    <a:ext cx="1034640" cy="239400"/>
                  </a:xfrm>
                  <a:prstGeom prst="ellipse">
                    <a:avLst/>
                  </a:prstGeom>
                  <a:solidFill>
                    <a:srgbClr val="262699"/>
                  </a:solidFill>
                  <a:ln w="635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499" name="Rectangle 608"/>
                  <p:cNvSpPr/>
                  <p:nvPr/>
                </p:nvSpPr>
                <p:spPr>
                  <a:xfrm>
                    <a:off x="3462840" y="5187240"/>
                    <a:ext cx="1034640" cy="118800"/>
                  </a:xfrm>
                  <a:prstGeom prst="rect">
                    <a:avLst/>
                  </a:prstGeom>
                  <a:solidFill>
                    <a:srgbClr val="262699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00" name="Oval 609"/>
                  <p:cNvSpPr/>
                  <p:nvPr/>
                </p:nvSpPr>
                <p:spPr>
                  <a:xfrm>
                    <a:off x="3462840" y="5066640"/>
                    <a:ext cx="1034640" cy="239400"/>
                  </a:xfrm>
                  <a:prstGeom prst="ellipse">
                    <a:avLst/>
                  </a:prstGeom>
                  <a:solidFill>
                    <a:srgbClr val="8585E0">
                      <a:alpha val="70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01" name="Straight Connector 610"/>
                  <p:cNvCxnSpPr/>
                  <p:nvPr/>
                </p:nvCxnSpPr>
                <p:spPr>
                  <a:xfrm>
                    <a:off x="4497840" y="5186880"/>
                    <a:ext cx="360" cy="11952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02" name="Straight Connector 611"/>
                  <p:cNvCxnSpPr/>
                  <p:nvPr/>
                </p:nvCxnSpPr>
                <p:spPr>
                  <a:xfrm>
                    <a:off x="3462840" y="5186880"/>
                    <a:ext cx="360" cy="11952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sp>
              <p:nvSpPr>
                <p:cNvPr id="9503" name="Rectangle 594"/>
                <p:cNvSpPr/>
                <p:nvPr/>
              </p:nvSpPr>
              <p:spPr>
                <a:xfrm>
                  <a:off x="3480480" y="4681440"/>
                  <a:ext cx="1028520" cy="522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8585E0">
                        <a:alpha val="62000"/>
                      </a:srgbClr>
                    </a:gs>
                    <a:gs pos="54000">
                      <a:srgbClr val="ADADEB"/>
                    </a:gs>
                    <a:gs pos="100000">
                      <a:srgbClr val="FFFFFF"/>
                    </a:gs>
                  </a:gsLst>
                  <a:lin ang="162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504" name="Straight Connector 595"/>
                <p:cNvCxnSpPr/>
                <p:nvPr/>
              </p:nvCxnSpPr>
              <p:spPr>
                <a:xfrm>
                  <a:off x="3464280" y="3958200"/>
                  <a:ext cx="18000" cy="130212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cxnSp>
              <p:nvCxnSpPr>
                <p:cNvPr id="9505" name="Straight Connector 596"/>
                <p:cNvCxnSpPr/>
                <p:nvPr/>
              </p:nvCxnSpPr>
              <p:spPr>
                <a:xfrm flipH="1">
                  <a:off x="4497840" y="3948840"/>
                  <a:ext cx="6840" cy="127044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9506" name="Group 504"/>
                <p:cNvGrpSpPr/>
                <p:nvPr/>
              </p:nvGrpSpPr>
              <p:grpSpPr>
                <a:xfrm>
                  <a:off x="3459600" y="3687120"/>
                  <a:ext cx="1044720" cy="397800"/>
                  <a:chOff x="3459600" y="3687120"/>
                  <a:chExt cx="1044720" cy="397800"/>
                </a:xfrm>
              </p:grpSpPr>
              <p:sp>
                <p:nvSpPr>
                  <p:cNvPr id="9507" name="Oval 598"/>
                  <p:cNvSpPr/>
                  <p:nvPr/>
                </p:nvSpPr>
                <p:spPr>
                  <a:xfrm flipV="1">
                    <a:off x="3461400" y="3793320"/>
                    <a:ext cx="1041120" cy="29160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31000">
                        <a:srgbClr val="8585E0"/>
                      </a:gs>
                      <a:gs pos="100000">
                        <a:srgbClr val="D6D6F5"/>
                      </a:gs>
                    </a:gsLst>
                    <a:lin ang="5400000"/>
                  </a:gradFill>
                  <a:ln w="635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08" name="Rectangle 599"/>
                  <p:cNvSpPr/>
                  <p:nvPr/>
                </p:nvSpPr>
                <p:spPr>
                  <a:xfrm>
                    <a:off x="3459600" y="3836160"/>
                    <a:ext cx="1042560" cy="1044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ADADEB"/>
                      </a:gs>
                      <a:gs pos="54000">
                        <a:srgbClr val="8585E0"/>
                      </a:gs>
                      <a:gs pos="100000">
                        <a:srgbClr val="262699"/>
                      </a:gs>
                    </a:gsLst>
                    <a:lin ang="162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09" name="Oval 600"/>
                  <p:cNvSpPr/>
                  <p:nvPr/>
                </p:nvSpPr>
                <p:spPr>
                  <a:xfrm flipV="1">
                    <a:off x="3459600" y="3687120"/>
                    <a:ext cx="1041120" cy="29160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10" name="Freeform 601"/>
                  <p:cNvSpPr/>
                  <p:nvPr/>
                </p:nvSpPr>
                <p:spPr>
                  <a:xfrm>
                    <a:off x="3726360" y="3776040"/>
                    <a:ext cx="506160" cy="145800"/>
                  </a:xfrm>
                  <a:custGeom>
                    <a:avLst/>
                    <a:gdLst>
                      <a:gd name="textAreaLeft" fmla="*/ 0 w 506160"/>
                      <a:gd name="textAreaRight" fmla="*/ 506520 w 506160"/>
                      <a:gd name="textAreaTop" fmla="*/ 0 h 145800"/>
                      <a:gd name="textAreaBottom" fmla="*/ 146160 h 14580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11" name="Freeform 602"/>
                  <p:cNvSpPr/>
                  <p:nvPr/>
                </p:nvSpPr>
                <p:spPr>
                  <a:xfrm>
                    <a:off x="3674160" y="3737880"/>
                    <a:ext cx="612360" cy="102960"/>
                  </a:xfrm>
                  <a:custGeom>
                    <a:avLst/>
                    <a:gdLst>
                      <a:gd name="textAreaLeft" fmla="*/ 0 w 612360"/>
                      <a:gd name="textAreaRight" fmla="*/ 612720 w 612360"/>
                      <a:gd name="textAreaTop" fmla="*/ 0 h 102960"/>
                      <a:gd name="textAreaBottom" fmla="*/ 103320 h 1029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12" name="Freeform 603"/>
                  <p:cNvSpPr/>
                  <p:nvPr/>
                </p:nvSpPr>
                <p:spPr>
                  <a:xfrm>
                    <a:off x="4077360" y="3825000"/>
                    <a:ext cx="223560" cy="88560"/>
                  </a:xfrm>
                  <a:custGeom>
                    <a:avLst/>
                    <a:gdLst>
                      <a:gd name="textAreaLeft" fmla="*/ 0 w 223560"/>
                      <a:gd name="textAreaRight" fmla="*/ 223920 w 223560"/>
                      <a:gd name="textAreaTop" fmla="*/ 0 h 88560"/>
                      <a:gd name="textAreaBottom" fmla="*/ 88920 h 8856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3920" rIns="90000" bIns="439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13" name="Freeform 604"/>
                  <p:cNvSpPr/>
                  <p:nvPr/>
                </p:nvSpPr>
                <p:spPr>
                  <a:xfrm>
                    <a:off x="3663000" y="3826800"/>
                    <a:ext cx="221760" cy="87120"/>
                  </a:xfrm>
                  <a:custGeom>
                    <a:avLst/>
                    <a:gdLst>
                      <a:gd name="textAreaLeft" fmla="*/ 0 w 221760"/>
                      <a:gd name="textAreaRight" fmla="*/ 222120 w 221760"/>
                      <a:gd name="textAreaTop" fmla="*/ 0 h 87120"/>
                      <a:gd name="textAreaBottom" fmla="*/ 87480 h 8712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2480" rIns="90000" bIns="424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14" name="Straight Connector 605"/>
                  <p:cNvCxnSpPr/>
                  <p:nvPr/>
                </p:nvCxnSpPr>
                <p:spPr>
                  <a:xfrm flipH="1" flipV="1">
                    <a:off x="3459600" y="3832920"/>
                    <a:ext cx="1800" cy="11304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15" name="Straight Connector 606"/>
                  <p:cNvCxnSpPr/>
                  <p:nvPr/>
                </p:nvCxnSpPr>
                <p:spPr>
                  <a:xfrm flipH="1" flipV="1">
                    <a:off x="4502520" y="3829680"/>
                    <a:ext cx="2160" cy="11304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</p:grpSp>
          <p:grpSp>
            <p:nvGrpSpPr>
              <p:cNvPr id="9516" name="Group 508"/>
              <p:cNvGrpSpPr/>
              <p:nvPr/>
            </p:nvGrpSpPr>
            <p:grpSpPr>
              <a:xfrm>
                <a:off x="5169240" y="3839400"/>
                <a:ext cx="514440" cy="1669680"/>
                <a:chOff x="5169240" y="3839400"/>
                <a:chExt cx="514440" cy="1669680"/>
              </a:xfrm>
            </p:grpSpPr>
            <p:sp>
              <p:nvSpPr>
                <p:cNvPr id="9517" name="Rectangle 572"/>
                <p:cNvSpPr/>
                <p:nvPr/>
              </p:nvSpPr>
              <p:spPr>
                <a:xfrm rot="10800000">
                  <a:off x="5172840" y="3923640"/>
                  <a:ext cx="497880" cy="628200"/>
                </a:xfrm>
                <a:prstGeom prst="rect">
                  <a:avLst/>
                </a:prstGeom>
                <a:gradFill rotWithShape="0">
                  <a:gsLst>
                    <a:gs pos="1000">
                      <a:srgbClr val="262699">
                        <a:alpha val="62000"/>
                      </a:srgbClr>
                    </a:gs>
                    <a:gs pos="54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518" name="Straight Connector 573"/>
                <p:cNvCxnSpPr/>
                <p:nvPr/>
              </p:nvCxnSpPr>
              <p:spPr>
                <a:xfrm flipH="1">
                  <a:off x="5682240" y="3996360"/>
                  <a:ext cx="1800" cy="136584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9519" name="Group 552"/>
                <p:cNvGrpSpPr/>
                <p:nvPr/>
              </p:nvGrpSpPr>
              <p:grpSpPr>
                <a:xfrm>
                  <a:off x="5173920" y="5287320"/>
                  <a:ext cx="508320" cy="221760"/>
                  <a:chOff x="5173920" y="5287320"/>
                  <a:chExt cx="508320" cy="221760"/>
                </a:xfrm>
              </p:grpSpPr>
              <p:sp>
                <p:nvSpPr>
                  <p:cNvPr id="9520" name="Oval 587"/>
                  <p:cNvSpPr/>
                  <p:nvPr/>
                </p:nvSpPr>
                <p:spPr>
                  <a:xfrm>
                    <a:off x="5174280" y="5361840"/>
                    <a:ext cx="507600" cy="147240"/>
                  </a:xfrm>
                  <a:prstGeom prst="ellipse">
                    <a:avLst/>
                  </a:prstGeom>
                  <a:solidFill>
                    <a:srgbClr val="262699"/>
                  </a:solidFill>
                  <a:ln w="635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21" name="Rectangle 588"/>
                  <p:cNvSpPr/>
                  <p:nvPr/>
                </p:nvSpPr>
                <p:spPr>
                  <a:xfrm>
                    <a:off x="5174280" y="5361840"/>
                    <a:ext cx="507600" cy="72720"/>
                  </a:xfrm>
                  <a:prstGeom prst="rect">
                    <a:avLst/>
                  </a:prstGeom>
                  <a:solidFill>
                    <a:srgbClr val="262699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8080" rIns="90000" bIns="280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22" name="Oval 589"/>
                  <p:cNvSpPr/>
                  <p:nvPr/>
                </p:nvSpPr>
                <p:spPr>
                  <a:xfrm>
                    <a:off x="5174280" y="5287320"/>
                    <a:ext cx="507600" cy="147240"/>
                  </a:xfrm>
                  <a:prstGeom prst="ellipse">
                    <a:avLst/>
                  </a:prstGeom>
                  <a:solidFill>
                    <a:srgbClr val="ADADEB">
                      <a:alpha val="55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23" name="Straight Connector 590"/>
                  <p:cNvCxnSpPr/>
                  <p:nvPr/>
                </p:nvCxnSpPr>
                <p:spPr>
                  <a:xfrm>
                    <a:off x="5682240" y="5361840"/>
                    <a:ext cx="360" cy="7308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24" name="Straight Connector 591"/>
                  <p:cNvCxnSpPr/>
                  <p:nvPr/>
                </p:nvCxnSpPr>
                <p:spPr>
                  <a:xfrm>
                    <a:off x="5173920" y="5361840"/>
                    <a:ext cx="360" cy="7308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sp>
              <p:nvSpPr>
                <p:cNvPr id="9525" name="Rectangle 575"/>
                <p:cNvSpPr/>
                <p:nvPr/>
              </p:nvSpPr>
              <p:spPr>
                <a:xfrm>
                  <a:off x="5175720" y="4552200"/>
                  <a:ext cx="496440" cy="8125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>
                        <a:alpha val="62000"/>
                      </a:srgbClr>
                    </a:gs>
                    <a:gs pos="54000">
                      <a:srgbClr val="8585E0"/>
                    </a:gs>
                    <a:gs pos="100000">
                      <a:srgbClr val="FFFFFF"/>
                    </a:gs>
                  </a:gsLst>
                  <a:lin ang="162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526" name="Straight Connector 576"/>
                <p:cNvCxnSpPr/>
                <p:nvPr/>
              </p:nvCxnSpPr>
              <p:spPr>
                <a:xfrm flipH="1">
                  <a:off x="5169240" y="4004280"/>
                  <a:ext cx="3600" cy="145152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9527" name="Group 538"/>
                <p:cNvGrpSpPr/>
                <p:nvPr/>
              </p:nvGrpSpPr>
              <p:grpSpPr>
                <a:xfrm>
                  <a:off x="5172480" y="3839400"/>
                  <a:ext cx="503280" cy="247320"/>
                  <a:chOff x="5172480" y="3839400"/>
                  <a:chExt cx="503280" cy="247320"/>
                </a:xfrm>
              </p:grpSpPr>
              <p:sp>
                <p:nvSpPr>
                  <p:cNvPr id="9528" name="Oval 578"/>
                  <p:cNvSpPr/>
                  <p:nvPr/>
                </p:nvSpPr>
                <p:spPr>
                  <a:xfrm flipV="1">
                    <a:off x="5174280" y="3911040"/>
                    <a:ext cx="501120" cy="17568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31000">
                        <a:srgbClr val="8585E0"/>
                      </a:gs>
                      <a:gs pos="100000">
                        <a:srgbClr val="FFFFFF"/>
                      </a:gs>
                    </a:gsLst>
                    <a:lin ang="5400000"/>
                  </a:gradFill>
                  <a:ln w="635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29" name="Rectangle 579"/>
                  <p:cNvSpPr/>
                  <p:nvPr/>
                </p:nvSpPr>
                <p:spPr>
                  <a:xfrm>
                    <a:off x="5172840" y="3936240"/>
                    <a:ext cx="502920" cy="630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ADADEB"/>
                      </a:gs>
                      <a:gs pos="54000">
                        <a:srgbClr val="8585E0"/>
                      </a:gs>
                      <a:gs pos="100000">
                        <a:srgbClr val="262699"/>
                      </a:gs>
                    </a:gsLst>
                    <a:lin ang="162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30" name="Oval 580"/>
                  <p:cNvSpPr/>
                  <p:nvPr/>
                </p:nvSpPr>
                <p:spPr>
                  <a:xfrm flipV="1">
                    <a:off x="5172840" y="3839400"/>
                    <a:ext cx="501120" cy="1756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31" name="Freeform 581"/>
                  <p:cNvSpPr/>
                  <p:nvPr/>
                </p:nvSpPr>
                <p:spPr>
                  <a:xfrm>
                    <a:off x="5301360" y="3899880"/>
                    <a:ext cx="244080" cy="87120"/>
                  </a:xfrm>
                  <a:custGeom>
                    <a:avLst/>
                    <a:gdLst>
                      <a:gd name="textAreaLeft" fmla="*/ 0 w 244080"/>
                      <a:gd name="textAreaRight" fmla="*/ 244440 w 244080"/>
                      <a:gd name="textAreaTop" fmla="*/ 0 h 87120"/>
                      <a:gd name="textAreaBottom" fmla="*/ 87480 h 8712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2480" rIns="90000" bIns="424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32" name="Freeform 582"/>
                  <p:cNvSpPr/>
                  <p:nvPr/>
                </p:nvSpPr>
                <p:spPr>
                  <a:xfrm>
                    <a:off x="5275800" y="3875760"/>
                    <a:ext cx="294840" cy="61560"/>
                  </a:xfrm>
                  <a:custGeom>
                    <a:avLst/>
                    <a:gdLst>
                      <a:gd name="textAreaLeft" fmla="*/ 0 w 294840"/>
                      <a:gd name="textAreaRight" fmla="*/ 295200 w 294840"/>
                      <a:gd name="textAreaTop" fmla="*/ 0 h 61560"/>
                      <a:gd name="textAreaBottom" fmla="*/ 61920 h 615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6920" rIns="90000" bIns="169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33" name="Freeform 583"/>
                  <p:cNvSpPr/>
                  <p:nvPr/>
                </p:nvSpPr>
                <p:spPr>
                  <a:xfrm>
                    <a:off x="5469480" y="3928320"/>
                    <a:ext cx="109080" cy="53640"/>
                  </a:xfrm>
                  <a:custGeom>
                    <a:avLst/>
                    <a:gdLst>
                      <a:gd name="textAreaLeft" fmla="*/ 0 w 109080"/>
                      <a:gd name="textAreaRight" fmla="*/ 109440 w 109080"/>
                      <a:gd name="textAreaTop" fmla="*/ 0 h 53640"/>
                      <a:gd name="textAreaBottom" fmla="*/ 54000 h 5364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9000" rIns="90000" bIns="9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34" name="Freeform 584"/>
                  <p:cNvSpPr/>
                  <p:nvPr/>
                </p:nvSpPr>
                <p:spPr>
                  <a:xfrm>
                    <a:off x="5271120" y="3929760"/>
                    <a:ext cx="105840" cy="53640"/>
                  </a:xfrm>
                  <a:custGeom>
                    <a:avLst/>
                    <a:gdLst>
                      <a:gd name="textAreaLeft" fmla="*/ 0 w 105840"/>
                      <a:gd name="textAreaRight" fmla="*/ 106200 w 105840"/>
                      <a:gd name="textAreaTop" fmla="*/ 0 h 53640"/>
                      <a:gd name="textAreaBottom" fmla="*/ 54000 h 5364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9000" rIns="90000" bIns="9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35" name="Straight Connector 585"/>
                  <p:cNvCxnSpPr/>
                  <p:nvPr/>
                </p:nvCxnSpPr>
                <p:spPr>
                  <a:xfrm flipH="1" flipV="1">
                    <a:off x="5172480" y="3928320"/>
                    <a:ext cx="1800" cy="684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36" name="Straight Connector 586"/>
                  <p:cNvCxnSpPr/>
                  <p:nvPr/>
                </p:nvCxnSpPr>
                <p:spPr>
                  <a:xfrm flipH="1" flipV="1">
                    <a:off x="5673960" y="3931200"/>
                    <a:ext cx="2160" cy="687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</p:grpSp>
          <p:grpSp>
            <p:nvGrpSpPr>
              <p:cNvPr id="9537" name="Group 509"/>
              <p:cNvGrpSpPr/>
              <p:nvPr/>
            </p:nvGrpSpPr>
            <p:grpSpPr>
              <a:xfrm>
                <a:off x="5951880" y="3844080"/>
                <a:ext cx="514440" cy="1669680"/>
                <a:chOff x="5951880" y="3844080"/>
                <a:chExt cx="514440" cy="1669680"/>
              </a:xfrm>
            </p:grpSpPr>
            <p:sp>
              <p:nvSpPr>
                <p:cNvPr id="9538" name="Rectangle 552"/>
                <p:cNvSpPr/>
                <p:nvPr/>
              </p:nvSpPr>
              <p:spPr>
                <a:xfrm rot="10800000">
                  <a:off x="5955480" y="3928320"/>
                  <a:ext cx="497880" cy="628200"/>
                </a:xfrm>
                <a:prstGeom prst="rect">
                  <a:avLst/>
                </a:prstGeom>
                <a:gradFill rotWithShape="0">
                  <a:gsLst>
                    <a:gs pos="1000">
                      <a:srgbClr val="262699">
                        <a:alpha val="62000"/>
                      </a:srgbClr>
                    </a:gs>
                    <a:gs pos="54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539" name="Straight Connector 553"/>
                <p:cNvCxnSpPr/>
                <p:nvPr/>
              </p:nvCxnSpPr>
              <p:spPr>
                <a:xfrm flipH="1">
                  <a:off x="6464880" y="4001040"/>
                  <a:ext cx="1800" cy="136584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9540" name="Group 580"/>
                <p:cNvGrpSpPr/>
                <p:nvPr/>
              </p:nvGrpSpPr>
              <p:grpSpPr>
                <a:xfrm>
                  <a:off x="5956560" y="5292000"/>
                  <a:ext cx="508320" cy="221760"/>
                  <a:chOff x="5956560" y="5292000"/>
                  <a:chExt cx="508320" cy="221760"/>
                </a:xfrm>
              </p:grpSpPr>
              <p:sp>
                <p:nvSpPr>
                  <p:cNvPr id="9541" name="Oval 567"/>
                  <p:cNvSpPr/>
                  <p:nvPr/>
                </p:nvSpPr>
                <p:spPr>
                  <a:xfrm>
                    <a:off x="5956920" y="5366520"/>
                    <a:ext cx="507600" cy="147240"/>
                  </a:xfrm>
                  <a:prstGeom prst="ellipse">
                    <a:avLst/>
                  </a:prstGeom>
                  <a:solidFill>
                    <a:srgbClr val="262699"/>
                  </a:solidFill>
                  <a:ln w="635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42" name="Rectangle 568"/>
                  <p:cNvSpPr/>
                  <p:nvPr/>
                </p:nvSpPr>
                <p:spPr>
                  <a:xfrm>
                    <a:off x="5956920" y="5366520"/>
                    <a:ext cx="507600" cy="72720"/>
                  </a:xfrm>
                  <a:prstGeom prst="rect">
                    <a:avLst/>
                  </a:prstGeom>
                  <a:solidFill>
                    <a:srgbClr val="262699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8080" rIns="90000" bIns="280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43" name="Oval 569"/>
                  <p:cNvSpPr/>
                  <p:nvPr/>
                </p:nvSpPr>
                <p:spPr>
                  <a:xfrm>
                    <a:off x="5956920" y="5292000"/>
                    <a:ext cx="507600" cy="147240"/>
                  </a:xfrm>
                  <a:prstGeom prst="ellipse">
                    <a:avLst/>
                  </a:prstGeom>
                  <a:solidFill>
                    <a:srgbClr val="ADADEB">
                      <a:alpha val="55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44" name="Straight Connector 570"/>
                  <p:cNvCxnSpPr/>
                  <p:nvPr/>
                </p:nvCxnSpPr>
                <p:spPr>
                  <a:xfrm>
                    <a:off x="6464880" y="5366520"/>
                    <a:ext cx="360" cy="7344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45" name="Straight Connector 571"/>
                  <p:cNvCxnSpPr/>
                  <p:nvPr/>
                </p:nvCxnSpPr>
                <p:spPr>
                  <a:xfrm>
                    <a:off x="5956560" y="5366520"/>
                    <a:ext cx="360" cy="7344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sp>
              <p:nvSpPr>
                <p:cNvPr id="9546" name="Rectangle 555"/>
                <p:cNvSpPr/>
                <p:nvPr/>
              </p:nvSpPr>
              <p:spPr>
                <a:xfrm>
                  <a:off x="5958360" y="4556880"/>
                  <a:ext cx="496440" cy="8125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>
                        <a:alpha val="62000"/>
                      </a:srgbClr>
                    </a:gs>
                    <a:gs pos="54000">
                      <a:srgbClr val="8585E0"/>
                    </a:gs>
                    <a:gs pos="100000">
                      <a:srgbClr val="FFFFFF"/>
                    </a:gs>
                  </a:gsLst>
                  <a:lin ang="162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547" name="Straight Connector 556"/>
                <p:cNvCxnSpPr/>
                <p:nvPr/>
              </p:nvCxnSpPr>
              <p:spPr>
                <a:xfrm flipH="1">
                  <a:off x="5951880" y="4008960"/>
                  <a:ext cx="3600" cy="145152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9548" name="Group 568"/>
                <p:cNvGrpSpPr/>
                <p:nvPr/>
              </p:nvGrpSpPr>
              <p:grpSpPr>
                <a:xfrm>
                  <a:off x="5955120" y="3844080"/>
                  <a:ext cx="503280" cy="247320"/>
                  <a:chOff x="5955120" y="3844080"/>
                  <a:chExt cx="503280" cy="247320"/>
                </a:xfrm>
              </p:grpSpPr>
              <p:sp>
                <p:nvSpPr>
                  <p:cNvPr id="9549" name="Oval 558"/>
                  <p:cNvSpPr/>
                  <p:nvPr/>
                </p:nvSpPr>
                <p:spPr>
                  <a:xfrm flipV="1">
                    <a:off x="5956920" y="3915720"/>
                    <a:ext cx="501120" cy="17568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31000">
                        <a:srgbClr val="8585E0"/>
                      </a:gs>
                      <a:gs pos="100000">
                        <a:srgbClr val="FFFFFF"/>
                      </a:gs>
                    </a:gsLst>
                    <a:lin ang="5400000"/>
                  </a:gradFill>
                  <a:ln w="635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50" name="Rectangle 559"/>
                  <p:cNvSpPr/>
                  <p:nvPr/>
                </p:nvSpPr>
                <p:spPr>
                  <a:xfrm>
                    <a:off x="5955120" y="3940920"/>
                    <a:ext cx="502920" cy="630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ADADEB"/>
                      </a:gs>
                      <a:gs pos="54000">
                        <a:srgbClr val="8585E0"/>
                      </a:gs>
                      <a:gs pos="100000">
                        <a:srgbClr val="262699"/>
                      </a:gs>
                    </a:gsLst>
                    <a:lin ang="162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51" name="Oval 560"/>
                  <p:cNvSpPr/>
                  <p:nvPr/>
                </p:nvSpPr>
                <p:spPr>
                  <a:xfrm flipV="1">
                    <a:off x="5955120" y="3844080"/>
                    <a:ext cx="501120" cy="1756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52" name="Freeform 561"/>
                  <p:cNvSpPr/>
                  <p:nvPr/>
                </p:nvSpPr>
                <p:spPr>
                  <a:xfrm>
                    <a:off x="6084000" y="3904560"/>
                    <a:ext cx="244080" cy="87120"/>
                  </a:xfrm>
                  <a:custGeom>
                    <a:avLst/>
                    <a:gdLst>
                      <a:gd name="textAreaLeft" fmla="*/ 0 w 244080"/>
                      <a:gd name="textAreaRight" fmla="*/ 244440 w 244080"/>
                      <a:gd name="textAreaTop" fmla="*/ 0 h 87120"/>
                      <a:gd name="textAreaBottom" fmla="*/ 87480 h 8712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2480" rIns="90000" bIns="424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53" name="Freeform 562"/>
                  <p:cNvSpPr/>
                  <p:nvPr/>
                </p:nvSpPr>
                <p:spPr>
                  <a:xfrm>
                    <a:off x="6058440" y="3880800"/>
                    <a:ext cx="294840" cy="61560"/>
                  </a:xfrm>
                  <a:custGeom>
                    <a:avLst/>
                    <a:gdLst>
                      <a:gd name="textAreaLeft" fmla="*/ 0 w 294840"/>
                      <a:gd name="textAreaRight" fmla="*/ 295200 w 294840"/>
                      <a:gd name="textAreaTop" fmla="*/ 0 h 61560"/>
                      <a:gd name="textAreaBottom" fmla="*/ 61920 h 615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6920" rIns="90000" bIns="169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54" name="Freeform 563"/>
                  <p:cNvSpPr/>
                  <p:nvPr/>
                </p:nvSpPr>
                <p:spPr>
                  <a:xfrm>
                    <a:off x="6252120" y="3933000"/>
                    <a:ext cx="109080" cy="53640"/>
                  </a:xfrm>
                  <a:custGeom>
                    <a:avLst/>
                    <a:gdLst>
                      <a:gd name="textAreaLeft" fmla="*/ 0 w 109080"/>
                      <a:gd name="textAreaRight" fmla="*/ 109440 w 109080"/>
                      <a:gd name="textAreaTop" fmla="*/ 0 h 53640"/>
                      <a:gd name="textAreaBottom" fmla="*/ 54000 h 5364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9000" rIns="90000" bIns="9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55" name="Freeform 564"/>
                  <p:cNvSpPr/>
                  <p:nvPr/>
                </p:nvSpPr>
                <p:spPr>
                  <a:xfrm>
                    <a:off x="6053760" y="3934800"/>
                    <a:ext cx="105840" cy="53640"/>
                  </a:xfrm>
                  <a:custGeom>
                    <a:avLst/>
                    <a:gdLst>
                      <a:gd name="textAreaLeft" fmla="*/ 0 w 105840"/>
                      <a:gd name="textAreaRight" fmla="*/ 106200 w 105840"/>
                      <a:gd name="textAreaTop" fmla="*/ 0 h 53640"/>
                      <a:gd name="textAreaBottom" fmla="*/ 54000 h 5364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9000" rIns="90000" bIns="9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56" name="Straight Connector 565"/>
                  <p:cNvCxnSpPr/>
                  <p:nvPr/>
                </p:nvCxnSpPr>
                <p:spPr>
                  <a:xfrm flipH="1" flipV="1">
                    <a:off x="5955120" y="3933000"/>
                    <a:ext cx="1800" cy="684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57" name="Straight Connector 566"/>
                  <p:cNvCxnSpPr/>
                  <p:nvPr/>
                </p:nvCxnSpPr>
                <p:spPr>
                  <a:xfrm flipH="1" flipV="1">
                    <a:off x="6456600" y="3936240"/>
                    <a:ext cx="2160" cy="6840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</p:grpSp>
          <p:grpSp>
            <p:nvGrpSpPr>
              <p:cNvPr id="9558" name="Group 510"/>
              <p:cNvGrpSpPr/>
              <p:nvPr/>
            </p:nvGrpSpPr>
            <p:grpSpPr>
              <a:xfrm>
                <a:off x="7155360" y="3826800"/>
                <a:ext cx="514080" cy="1669680"/>
                <a:chOff x="7155360" y="3826800"/>
                <a:chExt cx="514080" cy="1669680"/>
              </a:xfrm>
            </p:grpSpPr>
            <p:sp>
              <p:nvSpPr>
                <p:cNvPr id="9559" name="Rectangle 532"/>
                <p:cNvSpPr/>
                <p:nvPr/>
              </p:nvSpPr>
              <p:spPr>
                <a:xfrm rot="10800000">
                  <a:off x="7158600" y="3911040"/>
                  <a:ext cx="497880" cy="628200"/>
                </a:xfrm>
                <a:prstGeom prst="rect">
                  <a:avLst/>
                </a:prstGeom>
                <a:gradFill rotWithShape="0">
                  <a:gsLst>
                    <a:gs pos="1000">
                      <a:srgbClr val="262699">
                        <a:alpha val="62000"/>
                      </a:srgbClr>
                    </a:gs>
                    <a:gs pos="54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560" name="Straight Connector 533"/>
                <p:cNvCxnSpPr/>
                <p:nvPr/>
              </p:nvCxnSpPr>
              <p:spPr>
                <a:xfrm flipH="1">
                  <a:off x="7668000" y="3983760"/>
                  <a:ext cx="1800" cy="136548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9561" name="Group 607"/>
                <p:cNvGrpSpPr/>
                <p:nvPr/>
              </p:nvGrpSpPr>
              <p:grpSpPr>
                <a:xfrm>
                  <a:off x="7160040" y="5274360"/>
                  <a:ext cx="507960" cy="222120"/>
                  <a:chOff x="7160040" y="5274360"/>
                  <a:chExt cx="507960" cy="222120"/>
                </a:xfrm>
              </p:grpSpPr>
              <p:sp>
                <p:nvSpPr>
                  <p:cNvPr id="9562" name="Oval 547"/>
                  <p:cNvSpPr/>
                  <p:nvPr/>
                </p:nvSpPr>
                <p:spPr>
                  <a:xfrm>
                    <a:off x="7160040" y="5349240"/>
                    <a:ext cx="507600" cy="147240"/>
                  </a:xfrm>
                  <a:prstGeom prst="ellipse">
                    <a:avLst/>
                  </a:prstGeom>
                  <a:solidFill>
                    <a:srgbClr val="262699"/>
                  </a:solidFill>
                  <a:ln w="635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63" name="Rectangle 548"/>
                  <p:cNvSpPr/>
                  <p:nvPr/>
                </p:nvSpPr>
                <p:spPr>
                  <a:xfrm>
                    <a:off x="7160040" y="5349240"/>
                    <a:ext cx="507600" cy="72720"/>
                  </a:xfrm>
                  <a:prstGeom prst="rect">
                    <a:avLst/>
                  </a:prstGeom>
                  <a:solidFill>
                    <a:srgbClr val="262699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8080" rIns="90000" bIns="280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64" name="Oval 549"/>
                  <p:cNvSpPr/>
                  <p:nvPr/>
                </p:nvSpPr>
                <p:spPr>
                  <a:xfrm>
                    <a:off x="7160040" y="5274360"/>
                    <a:ext cx="507600" cy="147240"/>
                  </a:xfrm>
                  <a:prstGeom prst="ellipse">
                    <a:avLst/>
                  </a:prstGeom>
                  <a:solidFill>
                    <a:srgbClr val="ADADEB">
                      <a:alpha val="55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65" name="Straight Connector 550"/>
                  <p:cNvCxnSpPr/>
                  <p:nvPr/>
                </p:nvCxnSpPr>
                <p:spPr>
                  <a:xfrm>
                    <a:off x="7668000" y="5348880"/>
                    <a:ext cx="360" cy="7344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66" name="Straight Connector 551"/>
                  <p:cNvCxnSpPr/>
                  <p:nvPr/>
                </p:nvCxnSpPr>
                <p:spPr>
                  <a:xfrm>
                    <a:off x="7160040" y="5348880"/>
                    <a:ext cx="360" cy="7344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sp>
              <p:nvSpPr>
                <p:cNvPr id="9567" name="Rectangle 535"/>
                <p:cNvSpPr/>
                <p:nvPr/>
              </p:nvSpPr>
              <p:spPr>
                <a:xfrm>
                  <a:off x="7161840" y="4539600"/>
                  <a:ext cx="496440" cy="8125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>
                        <a:alpha val="62000"/>
                      </a:srgbClr>
                    </a:gs>
                    <a:gs pos="54000">
                      <a:srgbClr val="8585E0"/>
                    </a:gs>
                    <a:gs pos="100000">
                      <a:srgbClr val="FFFFFF"/>
                    </a:gs>
                  </a:gsLst>
                  <a:lin ang="162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568" name="Straight Connector 536"/>
                <p:cNvCxnSpPr/>
                <p:nvPr/>
              </p:nvCxnSpPr>
              <p:spPr>
                <a:xfrm flipH="1">
                  <a:off x="7155360" y="3991680"/>
                  <a:ext cx="3600" cy="14511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9569" name="Group 595"/>
                <p:cNvGrpSpPr/>
                <p:nvPr/>
              </p:nvGrpSpPr>
              <p:grpSpPr>
                <a:xfrm>
                  <a:off x="7158600" y="3826800"/>
                  <a:ext cx="502920" cy="246960"/>
                  <a:chOff x="7158600" y="3826800"/>
                  <a:chExt cx="502920" cy="246960"/>
                </a:xfrm>
              </p:grpSpPr>
              <p:sp>
                <p:nvSpPr>
                  <p:cNvPr id="9570" name="Oval 538"/>
                  <p:cNvSpPr/>
                  <p:nvPr/>
                </p:nvSpPr>
                <p:spPr>
                  <a:xfrm flipV="1">
                    <a:off x="7160040" y="3898080"/>
                    <a:ext cx="501120" cy="17568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31000">
                        <a:srgbClr val="8585E0"/>
                      </a:gs>
                      <a:gs pos="100000">
                        <a:srgbClr val="FFFFFF"/>
                      </a:gs>
                    </a:gsLst>
                    <a:lin ang="5400000"/>
                  </a:gradFill>
                  <a:ln w="635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71" name="Rectangle 539"/>
                  <p:cNvSpPr/>
                  <p:nvPr/>
                </p:nvSpPr>
                <p:spPr>
                  <a:xfrm>
                    <a:off x="7158600" y="3923640"/>
                    <a:ext cx="502920" cy="630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ADADEB"/>
                      </a:gs>
                      <a:gs pos="54000">
                        <a:srgbClr val="8585E0"/>
                      </a:gs>
                      <a:gs pos="100000">
                        <a:srgbClr val="262699"/>
                      </a:gs>
                    </a:gsLst>
                    <a:lin ang="162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72" name="Oval 540"/>
                  <p:cNvSpPr/>
                  <p:nvPr/>
                </p:nvSpPr>
                <p:spPr>
                  <a:xfrm flipV="1">
                    <a:off x="7158600" y="3826800"/>
                    <a:ext cx="501120" cy="1756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73" name="Freeform 541"/>
                  <p:cNvSpPr/>
                  <p:nvPr/>
                </p:nvSpPr>
                <p:spPr>
                  <a:xfrm>
                    <a:off x="7287120" y="3886920"/>
                    <a:ext cx="244080" cy="87120"/>
                  </a:xfrm>
                  <a:custGeom>
                    <a:avLst/>
                    <a:gdLst>
                      <a:gd name="textAreaLeft" fmla="*/ 0 w 244080"/>
                      <a:gd name="textAreaRight" fmla="*/ 244440 w 244080"/>
                      <a:gd name="textAreaTop" fmla="*/ 0 h 87120"/>
                      <a:gd name="textAreaBottom" fmla="*/ 87480 h 8712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2480" rIns="90000" bIns="424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74" name="Freeform 542"/>
                  <p:cNvSpPr/>
                  <p:nvPr/>
                </p:nvSpPr>
                <p:spPr>
                  <a:xfrm>
                    <a:off x="7261920" y="3863160"/>
                    <a:ext cx="294840" cy="61560"/>
                  </a:xfrm>
                  <a:custGeom>
                    <a:avLst/>
                    <a:gdLst>
                      <a:gd name="textAreaLeft" fmla="*/ 0 w 294840"/>
                      <a:gd name="textAreaRight" fmla="*/ 295200 w 294840"/>
                      <a:gd name="textAreaTop" fmla="*/ 0 h 61560"/>
                      <a:gd name="textAreaBottom" fmla="*/ 61920 h 6156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6920" rIns="90000" bIns="169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75" name="Freeform 543"/>
                  <p:cNvSpPr/>
                  <p:nvPr/>
                </p:nvSpPr>
                <p:spPr>
                  <a:xfrm>
                    <a:off x="7455600" y="3915720"/>
                    <a:ext cx="109080" cy="53640"/>
                  </a:xfrm>
                  <a:custGeom>
                    <a:avLst/>
                    <a:gdLst>
                      <a:gd name="textAreaLeft" fmla="*/ 0 w 109080"/>
                      <a:gd name="textAreaRight" fmla="*/ 109440 w 109080"/>
                      <a:gd name="textAreaTop" fmla="*/ 0 h 53640"/>
                      <a:gd name="textAreaBottom" fmla="*/ 54000 h 5364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9000" rIns="90000" bIns="9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76" name="Freeform 544"/>
                  <p:cNvSpPr/>
                  <p:nvPr/>
                </p:nvSpPr>
                <p:spPr>
                  <a:xfrm>
                    <a:off x="7256880" y="3917160"/>
                    <a:ext cx="105840" cy="53640"/>
                  </a:xfrm>
                  <a:custGeom>
                    <a:avLst/>
                    <a:gdLst>
                      <a:gd name="textAreaLeft" fmla="*/ 0 w 105840"/>
                      <a:gd name="textAreaRight" fmla="*/ 106200 w 105840"/>
                      <a:gd name="textAreaTop" fmla="*/ 0 h 53640"/>
                      <a:gd name="textAreaBottom" fmla="*/ 54000 h 5364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9000" rIns="90000" bIns="9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77" name="Straight Connector 545"/>
                  <p:cNvCxnSpPr/>
                  <p:nvPr/>
                </p:nvCxnSpPr>
                <p:spPr>
                  <a:xfrm flipH="1" flipV="1">
                    <a:off x="7158600" y="3915360"/>
                    <a:ext cx="1800" cy="687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78" name="Straight Connector 546"/>
                  <p:cNvCxnSpPr/>
                  <p:nvPr/>
                </p:nvCxnSpPr>
                <p:spPr>
                  <a:xfrm flipH="1" flipV="1">
                    <a:off x="7660080" y="3918600"/>
                    <a:ext cx="1800" cy="687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</p:grpSp>
          <p:grpSp>
            <p:nvGrpSpPr>
              <p:cNvPr id="9579" name="Group 511"/>
              <p:cNvGrpSpPr/>
              <p:nvPr/>
            </p:nvGrpSpPr>
            <p:grpSpPr>
              <a:xfrm>
                <a:off x="8150760" y="3813840"/>
                <a:ext cx="514080" cy="1671480"/>
                <a:chOff x="8150760" y="3813840"/>
                <a:chExt cx="514080" cy="1671480"/>
              </a:xfrm>
            </p:grpSpPr>
            <p:sp>
              <p:nvSpPr>
                <p:cNvPr id="9580" name="Rectangle 512"/>
                <p:cNvSpPr/>
                <p:nvPr/>
              </p:nvSpPr>
              <p:spPr>
                <a:xfrm rot="10800000">
                  <a:off x="8154000" y="3898080"/>
                  <a:ext cx="497880" cy="628920"/>
                </a:xfrm>
                <a:prstGeom prst="rect">
                  <a:avLst/>
                </a:prstGeom>
                <a:gradFill rotWithShape="0">
                  <a:gsLst>
                    <a:gs pos="1000">
                      <a:srgbClr val="262699">
                        <a:alpha val="62000"/>
                      </a:srgbClr>
                    </a:gs>
                    <a:gs pos="54000">
                      <a:srgbClr val="8585E0"/>
                    </a:gs>
                    <a:gs pos="100000">
                      <a:srgbClr val="FFFFFF"/>
                    </a:gs>
                  </a:gsLst>
                  <a:lin ang="54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581" name="Straight Connector 513"/>
                <p:cNvCxnSpPr/>
                <p:nvPr/>
              </p:nvCxnSpPr>
              <p:spPr>
                <a:xfrm flipH="1">
                  <a:off x="8663400" y="3971160"/>
                  <a:ext cx="1800" cy="136692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9582" name="Group 634"/>
                <p:cNvGrpSpPr/>
                <p:nvPr/>
              </p:nvGrpSpPr>
              <p:grpSpPr>
                <a:xfrm>
                  <a:off x="8155440" y="5263560"/>
                  <a:ext cx="507960" cy="221760"/>
                  <a:chOff x="8155440" y="5263560"/>
                  <a:chExt cx="507960" cy="221760"/>
                </a:xfrm>
              </p:grpSpPr>
              <p:sp>
                <p:nvSpPr>
                  <p:cNvPr id="9583" name="Oval 527"/>
                  <p:cNvSpPr/>
                  <p:nvPr/>
                </p:nvSpPr>
                <p:spPr>
                  <a:xfrm>
                    <a:off x="8155440" y="5338080"/>
                    <a:ext cx="507600" cy="147240"/>
                  </a:xfrm>
                  <a:prstGeom prst="ellipse">
                    <a:avLst/>
                  </a:prstGeom>
                  <a:solidFill>
                    <a:srgbClr val="262699"/>
                  </a:solidFill>
                  <a:ln w="6350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84" name="Rectangle 528"/>
                  <p:cNvSpPr/>
                  <p:nvPr/>
                </p:nvSpPr>
                <p:spPr>
                  <a:xfrm>
                    <a:off x="8155440" y="5338080"/>
                    <a:ext cx="507600" cy="72720"/>
                  </a:xfrm>
                  <a:prstGeom prst="rect">
                    <a:avLst/>
                  </a:prstGeom>
                  <a:solidFill>
                    <a:srgbClr val="262699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28080" rIns="90000" bIns="280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85" name="Oval 529"/>
                  <p:cNvSpPr/>
                  <p:nvPr/>
                </p:nvSpPr>
                <p:spPr>
                  <a:xfrm>
                    <a:off x="8155440" y="5263560"/>
                    <a:ext cx="507600" cy="147240"/>
                  </a:xfrm>
                  <a:prstGeom prst="ellipse">
                    <a:avLst/>
                  </a:prstGeom>
                  <a:solidFill>
                    <a:srgbClr val="ADADEB">
                      <a:alpha val="55000"/>
                    </a:srgbClr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86" name="Straight Connector 530"/>
                  <p:cNvCxnSpPr/>
                  <p:nvPr/>
                </p:nvCxnSpPr>
                <p:spPr>
                  <a:xfrm>
                    <a:off x="8663400" y="5337720"/>
                    <a:ext cx="360" cy="7344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87" name="Straight Connector 531"/>
                  <p:cNvCxnSpPr/>
                  <p:nvPr/>
                </p:nvCxnSpPr>
                <p:spPr>
                  <a:xfrm>
                    <a:off x="8155440" y="5337720"/>
                    <a:ext cx="360" cy="7344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  <p:sp>
              <p:nvSpPr>
                <p:cNvPr id="9588" name="Rectangle 515"/>
                <p:cNvSpPr/>
                <p:nvPr/>
              </p:nvSpPr>
              <p:spPr>
                <a:xfrm>
                  <a:off x="8157240" y="4528440"/>
                  <a:ext cx="496440" cy="81252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>
                        <a:alpha val="62000"/>
                      </a:srgbClr>
                    </a:gs>
                    <a:gs pos="54000">
                      <a:srgbClr val="8585E0"/>
                    </a:gs>
                    <a:gs pos="100000">
                      <a:srgbClr val="FFFFFF"/>
                    </a:gs>
                  </a:gsLst>
                  <a:lin ang="16200000"/>
                </a:gra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589" name="Straight Connector 516"/>
                <p:cNvCxnSpPr/>
                <p:nvPr/>
              </p:nvCxnSpPr>
              <p:spPr>
                <a:xfrm flipH="1">
                  <a:off x="8150760" y="3979080"/>
                  <a:ext cx="3240" cy="1452960"/>
                </a:xfrm>
                <a:prstGeom prst="straightConnector1">
                  <a:avLst/>
                </a:prstGeom>
                <a:ln w="3175">
                  <a:solidFill>
                    <a:srgbClr val="000000"/>
                  </a:solidFill>
                  <a:prstDash val="sysDash"/>
                  <a:round/>
                </a:ln>
              </p:spPr>
            </p:cxnSp>
            <p:grpSp>
              <p:nvGrpSpPr>
                <p:cNvPr id="9590" name="Group 622"/>
                <p:cNvGrpSpPr/>
                <p:nvPr/>
              </p:nvGrpSpPr>
              <p:grpSpPr>
                <a:xfrm>
                  <a:off x="8153640" y="3813840"/>
                  <a:ext cx="503280" cy="248760"/>
                  <a:chOff x="8153640" y="3813840"/>
                  <a:chExt cx="503280" cy="248760"/>
                </a:xfrm>
              </p:grpSpPr>
              <p:sp>
                <p:nvSpPr>
                  <p:cNvPr id="9591" name="Oval 518"/>
                  <p:cNvSpPr/>
                  <p:nvPr/>
                </p:nvSpPr>
                <p:spPr>
                  <a:xfrm flipV="1">
                    <a:off x="8155440" y="3884760"/>
                    <a:ext cx="501120" cy="17748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262699"/>
                      </a:gs>
                      <a:gs pos="31000">
                        <a:srgbClr val="8585E0"/>
                      </a:gs>
                      <a:gs pos="100000">
                        <a:srgbClr val="FFFFFF"/>
                      </a:gs>
                    </a:gsLst>
                    <a:lin ang="5400000"/>
                  </a:gradFill>
                  <a:ln w="635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92" name="Rectangle 519"/>
                  <p:cNvSpPr/>
                  <p:nvPr/>
                </p:nvSpPr>
                <p:spPr>
                  <a:xfrm>
                    <a:off x="8154000" y="3911040"/>
                    <a:ext cx="502920" cy="630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ADADEB"/>
                      </a:gs>
                      <a:gs pos="54000">
                        <a:srgbClr val="8585E0"/>
                      </a:gs>
                      <a:gs pos="100000">
                        <a:srgbClr val="262699"/>
                      </a:gs>
                    </a:gsLst>
                    <a:lin ang="16200000"/>
                  </a:gradFill>
                  <a:ln w="2540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93" name="Oval 520"/>
                  <p:cNvSpPr/>
                  <p:nvPr/>
                </p:nvSpPr>
                <p:spPr>
                  <a:xfrm flipV="1">
                    <a:off x="8154000" y="3813480"/>
                    <a:ext cx="501120" cy="1774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94" name="Freeform 521"/>
                  <p:cNvSpPr/>
                  <p:nvPr/>
                </p:nvSpPr>
                <p:spPr>
                  <a:xfrm>
                    <a:off x="8282520" y="3874320"/>
                    <a:ext cx="244080" cy="88560"/>
                  </a:xfrm>
                  <a:custGeom>
                    <a:avLst/>
                    <a:gdLst>
                      <a:gd name="textAreaLeft" fmla="*/ 0 w 244080"/>
                      <a:gd name="textAreaRight" fmla="*/ 244440 w 244080"/>
                      <a:gd name="textAreaTop" fmla="*/ 0 h 88560"/>
                      <a:gd name="textAreaBottom" fmla="*/ 88920 h 88560"/>
                      <a:gd name="GluePoint1X" fmla="*/ 1537780 w 3076069"/>
                      <a:gd name="GluePoint1Y" fmla="*/ 750825 h 1321259"/>
                      <a:gd name="GluePoint2X" fmla="*/ 313981 w 3076069"/>
                      <a:gd name="GluePoint2Y" fmla="*/ 1321259 h 1321259"/>
                      <a:gd name="GluePoint3X" fmla="*/ 0 w 3076069"/>
                      <a:gd name="GluePoint3Y" fmla="*/ 1228607 h 1321259"/>
                      <a:gd name="GluePoint4X" fmla="*/ 962613 w 3076069"/>
                      <a:gd name="GluePoint4Y" fmla="*/ 837478 h 1321259"/>
                      <a:gd name="GluePoint5X" fmla="*/ 935005 w 3076069"/>
                      <a:gd name="GluePoint5Y" fmla="*/ 450949 h 1321259"/>
                      <a:gd name="GluePoint6X" fmla="*/ 212596 w 3076069"/>
                      <a:gd name="GluePoint6Y" fmla="*/ 119640 h 1321259"/>
                      <a:gd name="GluePoint7X" fmla="*/ 456466 w 3076069"/>
                      <a:gd name="GluePoint7Y" fmla="*/ 50617 h 1321259"/>
                      <a:gd name="GluePoint8X" fmla="*/ 1528577 w 3076069"/>
                      <a:gd name="GluePoint8Y" fmla="*/ 501566 h 1321259"/>
                      <a:gd name="GluePoint9X" fmla="*/ 2623695 w 3076069"/>
                      <a:gd name="GluePoint9Y" fmla="*/ 0 h 1321259"/>
                      <a:gd name="GluePoint10X" fmla="*/ 2927383 w 3076069"/>
                      <a:gd name="GluePoint10Y" fmla="*/ 96632 h 1321259"/>
                      <a:gd name="GluePoint11X" fmla="*/ 2131352 w 3076069"/>
                      <a:gd name="GluePoint11Y" fmla="*/ 432543 h 1321259"/>
                      <a:gd name="GluePoint12X" fmla="*/ 2292399 w 3076069"/>
                      <a:gd name="GluePoint12Y" fmla="*/ 920305 h 1321259"/>
                      <a:gd name="GluePoint13X" fmla="*/ 3076069 w 3076069"/>
                      <a:gd name="GluePoint13Y" fmla="*/ 1228607 h 1321259"/>
                      <a:gd name="GluePoint14X" fmla="*/ 2808172 w 3076069"/>
                      <a:gd name="GluePoint14Y" fmla="*/ 1316375 h 1321259"/>
                      <a:gd name="GluePoint15X" fmla="*/ 1537780 w 3076069"/>
                      <a:gd name="GluePoint15Y" fmla="*/ 750825 h 1321259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</a:cxnLst>
                    <a:rect l="textAreaLeft" t="textAreaTop" r="textAreaRight" b="textAreaBottom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585E0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3920" rIns="90000" bIns="4392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95" name="Freeform 522"/>
                  <p:cNvSpPr/>
                  <p:nvPr/>
                </p:nvSpPr>
                <p:spPr>
                  <a:xfrm>
                    <a:off x="8257320" y="3850560"/>
                    <a:ext cx="294840" cy="63000"/>
                  </a:xfrm>
                  <a:custGeom>
                    <a:avLst/>
                    <a:gdLst>
                      <a:gd name="textAreaLeft" fmla="*/ 0 w 294840"/>
                      <a:gd name="textAreaRight" fmla="*/ 295200 w 294840"/>
                      <a:gd name="textAreaTop" fmla="*/ 0 h 63000"/>
                      <a:gd name="textAreaBottom" fmla="*/ 63360 h 63000"/>
                      <a:gd name="GluePoint1X" fmla="*/ 0 w 3723451"/>
                      <a:gd name="GluePoint1Y" fmla="*/ 228246 h 932950"/>
                      <a:gd name="GluePoint2X" fmla="*/ 655168 w 3723451"/>
                      <a:gd name="GluePoint2Y" fmla="*/ 2690 h 932950"/>
                      <a:gd name="GluePoint3X" fmla="*/ 1855778 w 3723451"/>
                      <a:gd name="GluePoint3Y" fmla="*/ 520562 h 932950"/>
                      <a:gd name="GluePoint4X" fmla="*/ 3001174 w 3723451"/>
                      <a:gd name="GluePoint4Y" fmla="*/ 0 h 932950"/>
                      <a:gd name="GluePoint5X" fmla="*/ 3723451 w 3723451"/>
                      <a:gd name="GluePoint5Y" fmla="*/ 207149 h 932950"/>
                      <a:gd name="GluePoint6X" fmla="*/ 3186079 w 3723451"/>
                      <a:gd name="GluePoint6Y" fmla="*/ 461874 h 932950"/>
                      <a:gd name="GluePoint7X" fmla="*/ 3013067 w 3723451"/>
                      <a:gd name="GluePoint7Y" fmla="*/ 393200 h 932950"/>
                      <a:gd name="GluePoint8X" fmla="*/ 1876873 w 3723451"/>
                      <a:gd name="GluePoint8Y" fmla="*/ 932950 h 932950"/>
                      <a:gd name="GluePoint9X" fmla="*/ 711613 w 3723451"/>
                      <a:gd name="GluePoint9Y" fmla="*/ 413055 h 932950"/>
                      <a:gd name="GluePoint10X" fmla="*/ 523214 w 3723451"/>
                      <a:gd name="GluePoint10Y" fmla="*/ 469166 h 932950"/>
                      <a:gd name="GluePoint11X" fmla="*/ 0 w 3723451"/>
                      <a:gd name="GluePoint11Y" fmla="*/ 228246 h 93295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18360" rIns="90000" bIns="183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96" name="Freeform 523"/>
                  <p:cNvSpPr/>
                  <p:nvPr/>
                </p:nvSpPr>
                <p:spPr>
                  <a:xfrm>
                    <a:off x="8451000" y="3904560"/>
                    <a:ext cx="109080" cy="53640"/>
                  </a:xfrm>
                  <a:custGeom>
                    <a:avLst/>
                    <a:gdLst>
                      <a:gd name="textAreaLeft" fmla="*/ 0 w 109080"/>
                      <a:gd name="textAreaRight" fmla="*/ 109440 w 109080"/>
                      <a:gd name="textAreaTop" fmla="*/ 0 h 53640"/>
                      <a:gd name="textAreaBottom" fmla="*/ 54000 h 53640"/>
                      <a:gd name="GluePoint1X" fmla="*/ 0 w 1366596"/>
                      <a:gd name="GluePoint1Y" fmla="*/ 0 h 809868"/>
                      <a:gd name="GluePoint2X" fmla="*/ 1366596 w 1366596"/>
                      <a:gd name="GluePoint2Y" fmla="*/ 625807 h 809868"/>
                      <a:gd name="GluePoint3X" fmla="*/ 865050 w 1366596"/>
                      <a:gd name="GluePoint3Y" fmla="*/ 809868 h 809868"/>
                      <a:gd name="GluePoint4X" fmla="*/ 4601 w 1366596"/>
                      <a:gd name="GluePoint4Y" fmla="*/ 427942 h 809868"/>
                      <a:gd name="GluePoint5X" fmla="*/ 0 w 1366596"/>
                      <a:gd name="GluePoint5Y" fmla="*/ 0 h 809868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9000" rIns="90000" bIns="9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597" name="Freeform 524"/>
                  <p:cNvSpPr/>
                  <p:nvPr/>
                </p:nvSpPr>
                <p:spPr>
                  <a:xfrm>
                    <a:off x="8252280" y="3906000"/>
                    <a:ext cx="105840" cy="52200"/>
                  </a:xfrm>
                  <a:custGeom>
                    <a:avLst/>
                    <a:gdLst>
                      <a:gd name="textAreaLeft" fmla="*/ 0 w 105840"/>
                      <a:gd name="textAreaRight" fmla="*/ 106200 w 105840"/>
                      <a:gd name="textAreaTop" fmla="*/ 0 h 52200"/>
                      <a:gd name="textAreaBottom" fmla="*/ 52560 h 52200"/>
                      <a:gd name="GluePoint1X" fmla="*/ 1329786 w 1348191"/>
                      <a:gd name="GluePoint1Y" fmla="*/ 0 h 791462"/>
                      <a:gd name="GluePoint2X" fmla="*/ 1348191 w 1348191"/>
                      <a:gd name="GluePoint2Y" fmla="*/ 381926 h 791462"/>
                      <a:gd name="GluePoint3X" fmla="*/ 487742 w 1348191"/>
                      <a:gd name="GluePoint3Y" fmla="*/ 791462 h 791462"/>
                      <a:gd name="GluePoint4X" fmla="*/ 0 w 1348191"/>
                      <a:gd name="GluePoint4Y" fmla="*/ 612002 h 791462"/>
                      <a:gd name="GluePoint5X" fmla="*/ 1329786 w 1348191"/>
                      <a:gd name="GluePoint5Y" fmla="*/ 0 h 79146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 w="9525">
                    <a:noFill/>
                  </a:ln>
                  <a:effectLst>
                    <a:outerShdw blurRad="39960" dir="5400000" dist="23040" rotWithShape="0">
                      <a:srgbClr val="000000">
                        <a:alpha val="3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7560" rIns="90000" bIns="75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cxnSp>
                <p:nvCxnSpPr>
                  <p:cNvPr id="9598" name="Straight Connector 525"/>
                  <p:cNvCxnSpPr/>
                  <p:nvPr/>
                </p:nvCxnSpPr>
                <p:spPr>
                  <a:xfrm flipH="1" flipV="1">
                    <a:off x="8153640" y="3902760"/>
                    <a:ext cx="2160" cy="687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  <p:cxnSp>
                <p:nvCxnSpPr>
                  <p:cNvPr id="9599" name="Straight Connector 526"/>
                  <p:cNvCxnSpPr/>
                  <p:nvPr/>
                </p:nvCxnSpPr>
                <p:spPr>
                  <a:xfrm flipH="1" flipV="1">
                    <a:off x="8655480" y="3907440"/>
                    <a:ext cx="1800" cy="68760"/>
                  </a:xfrm>
                  <a:prstGeom prst="straightConnector1">
                    <a:avLst/>
                  </a:prstGeom>
                  <a:ln w="6350">
                    <a:solidFill>
                      <a:srgbClr val="000000"/>
                    </a:solidFill>
                    <a:round/>
                  </a:ln>
                </p:spPr>
              </p:cxnSp>
            </p:grpSp>
          </p:grpSp>
        </p:grpSp>
        <p:grpSp>
          <p:nvGrpSpPr>
            <p:cNvPr id="9600" name="Group 381"/>
            <p:cNvGrpSpPr/>
            <p:nvPr/>
          </p:nvGrpSpPr>
          <p:grpSpPr>
            <a:xfrm>
              <a:off x="3985200" y="2453040"/>
              <a:ext cx="4414680" cy="2314800"/>
              <a:chOff x="3985200" y="2453040"/>
              <a:chExt cx="4414680" cy="2314800"/>
            </a:xfrm>
          </p:grpSpPr>
          <p:sp>
            <p:nvSpPr>
              <p:cNvPr id="9601" name="Freeform 497"/>
              <p:cNvSpPr/>
              <p:nvPr/>
            </p:nvSpPr>
            <p:spPr>
              <a:xfrm>
                <a:off x="3985200" y="2457360"/>
                <a:ext cx="297360" cy="1742760"/>
              </a:xfrm>
              <a:custGeom>
                <a:avLst/>
                <a:gdLst>
                  <a:gd name="textAreaLeft" fmla="*/ 0 w 297360"/>
                  <a:gd name="textAreaRight" fmla="*/ 297720 w 297360"/>
                  <a:gd name="textAreaTop" fmla="*/ 0 h 1742760"/>
                  <a:gd name="textAreaBottom" fmla="*/ 1743120 h 1742760"/>
                  <a:gd name="GluePoint1X" fmla="*/ 228538 w 228538"/>
                  <a:gd name="GluePoint1Y" fmla="*/ 0 h 2022548"/>
                  <a:gd name="GluePoint2X" fmla="*/ 0 w 228538"/>
                  <a:gd name="GluePoint2Y" fmla="*/ 6607 h 2022548"/>
                  <a:gd name="GluePoint3X" fmla="*/ 0 w 228538"/>
                  <a:gd name="GluePoint3Y" fmla="*/ 2022548 h 20225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228538" h="202254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noFill/>
              <a:ln w="31750">
                <a:solidFill>
                  <a:srgbClr val="CC0000"/>
                </a:solidFill>
                <a:round/>
                <a:headEnd len="med" type="triangle" w="med"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CC0000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02" name="Freeform 498"/>
              <p:cNvSpPr/>
              <p:nvPr/>
            </p:nvSpPr>
            <p:spPr>
              <a:xfrm flipH="1">
                <a:off x="8013960" y="2453040"/>
                <a:ext cx="385560" cy="2300040"/>
              </a:xfrm>
              <a:custGeom>
                <a:avLst/>
                <a:gdLst>
                  <a:gd name="textAreaLeft" fmla="*/ -360 w 385560"/>
                  <a:gd name="textAreaRight" fmla="*/ 385560 w 385560"/>
                  <a:gd name="textAreaTop" fmla="*/ 0 h 2300040"/>
                  <a:gd name="textAreaBottom" fmla="*/ 2300400 h 2300040"/>
                  <a:gd name="GluePoint1X" fmla="*/ 307275 w 307275"/>
                  <a:gd name="GluePoint1Y" fmla="*/ 0 h 2117725"/>
                  <a:gd name="GluePoint2X" fmla="*/ 0 w 307275"/>
                  <a:gd name="GluePoint2Y" fmla="*/ 0 h 2117725"/>
                  <a:gd name="GluePoint3X" fmla="*/ 0 w 307275"/>
                  <a:gd name="GluePoint3Y" fmla="*/ 2117725 h 211772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07275" h="211772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noFill/>
              <a:ln w="31750">
                <a:solidFill>
                  <a:srgbClr val="CC0000"/>
                </a:solidFill>
                <a:round/>
                <a:headEnd len="med" type="triangle" w="med"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9603" name="Straight Arrow Connector 499"/>
              <p:cNvCxnSpPr/>
              <p:nvPr/>
            </p:nvCxnSpPr>
            <p:spPr>
              <a:xfrm flipV="1">
                <a:off x="7394760" y="2705400"/>
                <a:ext cx="8640" cy="2062800"/>
              </a:xfrm>
              <a:prstGeom prst="straightConnector1">
                <a:avLst/>
              </a:prstGeom>
              <a:ln w="31750">
                <a:solidFill>
                  <a:srgbClr val="CC0000"/>
                </a:solidFill>
                <a:round/>
                <a:headEnd len="med" type="triangle" w="med"/>
                <a:tailEnd len="med" type="triangle" w="med"/>
              </a:ln>
            </p:spPr>
          </p:cxnSp>
          <p:cxnSp>
            <p:nvCxnSpPr>
              <p:cNvPr id="9604" name="Straight Arrow Connector 500"/>
              <p:cNvCxnSpPr/>
              <p:nvPr/>
            </p:nvCxnSpPr>
            <p:spPr>
              <a:xfrm flipV="1">
                <a:off x="6201720" y="2725920"/>
                <a:ext cx="18720" cy="2037600"/>
              </a:xfrm>
              <a:prstGeom prst="straightConnector1">
                <a:avLst/>
              </a:prstGeom>
              <a:ln w="31750">
                <a:solidFill>
                  <a:srgbClr val="CC0000"/>
                </a:solidFill>
                <a:round/>
                <a:headEnd len="med" type="triangle" w="med"/>
                <a:tailEnd len="med" type="triangle" w="med"/>
              </a:ln>
            </p:spPr>
          </p:cxnSp>
          <p:cxnSp>
            <p:nvCxnSpPr>
              <p:cNvPr id="9605" name="Straight Arrow Connector 501"/>
              <p:cNvCxnSpPr/>
              <p:nvPr/>
            </p:nvCxnSpPr>
            <p:spPr>
              <a:xfrm flipH="1" flipV="1">
                <a:off x="5410440" y="2779920"/>
                <a:ext cx="9360" cy="1983600"/>
              </a:xfrm>
              <a:prstGeom prst="straightConnector1">
                <a:avLst/>
              </a:prstGeom>
              <a:ln w="31750">
                <a:solidFill>
                  <a:srgbClr val="CC0000"/>
                </a:solidFill>
                <a:round/>
                <a:headEnd len="med" type="triangle" w="med"/>
                <a:tailEnd len="med" type="triangle" w="med"/>
              </a:ln>
            </p:spPr>
          </p:cxnSp>
        </p:grpSp>
        <p:grpSp>
          <p:nvGrpSpPr>
            <p:cNvPr id="9606" name="Group 347"/>
            <p:cNvGrpSpPr/>
            <p:nvPr/>
          </p:nvGrpSpPr>
          <p:grpSpPr>
            <a:xfrm>
              <a:off x="7459560" y="5920920"/>
              <a:ext cx="588960" cy="242280"/>
              <a:chOff x="7459560" y="5920920"/>
              <a:chExt cx="588960" cy="242280"/>
            </a:xfrm>
          </p:grpSpPr>
          <p:sp>
            <p:nvSpPr>
              <p:cNvPr id="9607" name="Oval 488"/>
              <p:cNvSpPr/>
              <p:nvPr/>
            </p:nvSpPr>
            <p:spPr>
              <a:xfrm flipV="1">
                <a:off x="7461360" y="5986080"/>
                <a:ext cx="586800" cy="17676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08" name="Rectangle 489"/>
              <p:cNvSpPr/>
              <p:nvPr/>
            </p:nvSpPr>
            <p:spPr>
              <a:xfrm>
                <a:off x="7459560" y="6012000"/>
                <a:ext cx="588600" cy="637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9080" rIns="90000" bIns="19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09" name="Oval 490"/>
              <p:cNvSpPr/>
              <p:nvPr/>
            </p:nvSpPr>
            <p:spPr>
              <a:xfrm flipV="1">
                <a:off x="7459560" y="5920560"/>
                <a:ext cx="586800" cy="17676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10" name="Freeform 491"/>
              <p:cNvSpPr/>
              <p:nvPr/>
            </p:nvSpPr>
            <p:spPr>
              <a:xfrm>
                <a:off x="7610400" y="5975280"/>
                <a:ext cx="285840" cy="88920"/>
              </a:xfrm>
              <a:custGeom>
                <a:avLst/>
                <a:gdLst>
                  <a:gd name="textAreaLeft" fmla="*/ 0 w 285840"/>
                  <a:gd name="textAreaRight" fmla="*/ 286200 w 285840"/>
                  <a:gd name="textAreaTop" fmla="*/ 0 h 88920"/>
                  <a:gd name="textAreaBottom" fmla="*/ 89280 h 8892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4280" rIns="90000" bIns="44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11" name="Freeform 492"/>
              <p:cNvSpPr/>
              <p:nvPr/>
            </p:nvSpPr>
            <p:spPr>
              <a:xfrm>
                <a:off x="7580520" y="5952960"/>
                <a:ext cx="345240" cy="61200"/>
              </a:xfrm>
              <a:custGeom>
                <a:avLst/>
                <a:gdLst>
                  <a:gd name="textAreaLeft" fmla="*/ 0 w 345240"/>
                  <a:gd name="textAreaRight" fmla="*/ 345600 w 345240"/>
                  <a:gd name="textAreaTop" fmla="*/ 0 h 61200"/>
                  <a:gd name="textAreaBottom" fmla="*/ 61560 h 6120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12" name="Freeform 493"/>
              <p:cNvSpPr/>
              <p:nvPr/>
            </p:nvSpPr>
            <p:spPr>
              <a:xfrm>
                <a:off x="7807320" y="6005160"/>
                <a:ext cx="127080" cy="53280"/>
              </a:xfrm>
              <a:custGeom>
                <a:avLst/>
                <a:gdLst>
                  <a:gd name="textAreaLeft" fmla="*/ 0 w 127080"/>
                  <a:gd name="textAreaRight" fmla="*/ 127440 w 127080"/>
                  <a:gd name="textAreaTop" fmla="*/ 0 h 53280"/>
                  <a:gd name="textAreaBottom" fmla="*/ 53640 h 5328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13" name="Freeform 494"/>
              <p:cNvSpPr/>
              <p:nvPr/>
            </p:nvSpPr>
            <p:spPr>
              <a:xfrm>
                <a:off x="7574040" y="6006600"/>
                <a:ext cx="125280" cy="53280"/>
              </a:xfrm>
              <a:custGeom>
                <a:avLst/>
                <a:gdLst>
                  <a:gd name="textAreaLeft" fmla="*/ 0 w 125280"/>
                  <a:gd name="textAreaRight" fmla="*/ 125640 w 125280"/>
                  <a:gd name="textAreaTop" fmla="*/ 0 h 53280"/>
                  <a:gd name="textAreaBottom" fmla="*/ 53640 h 532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9614" name="Straight Connector 495"/>
              <p:cNvCxnSpPr/>
              <p:nvPr/>
            </p:nvCxnSpPr>
            <p:spPr>
              <a:xfrm flipH="1" flipV="1">
                <a:off x="7459560" y="6010200"/>
                <a:ext cx="2160" cy="687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9615" name="Straight Connector 496"/>
              <p:cNvCxnSpPr/>
              <p:nvPr/>
            </p:nvCxnSpPr>
            <p:spPr>
              <a:xfrm flipH="1" flipV="1">
                <a:off x="8046720" y="6009120"/>
                <a:ext cx="2160" cy="684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9616" name="Group 347"/>
            <p:cNvGrpSpPr/>
            <p:nvPr/>
          </p:nvGrpSpPr>
          <p:grpSpPr>
            <a:xfrm>
              <a:off x="5978520" y="5779080"/>
              <a:ext cx="588960" cy="242280"/>
              <a:chOff x="5978520" y="5779080"/>
              <a:chExt cx="588960" cy="242280"/>
            </a:xfrm>
          </p:grpSpPr>
          <p:sp>
            <p:nvSpPr>
              <p:cNvPr id="9617" name="Oval 479"/>
              <p:cNvSpPr/>
              <p:nvPr/>
            </p:nvSpPr>
            <p:spPr>
              <a:xfrm flipV="1">
                <a:off x="5980320" y="5844240"/>
                <a:ext cx="586800" cy="17676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18" name="Rectangle 480"/>
              <p:cNvSpPr/>
              <p:nvPr/>
            </p:nvSpPr>
            <p:spPr>
              <a:xfrm>
                <a:off x="5978520" y="5869800"/>
                <a:ext cx="588600" cy="637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9080" rIns="90000" bIns="19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19" name="Oval 481"/>
              <p:cNvSpPr/>
              <p:nvPr/>
            </p:nvSpPr>
            <p:spPr>
              <a:xfrm flipV="1">
                <a:off x="5978520" y="5778720"/>
                <a:ext cx="586800" cy="17676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20" name="Freeform 482"/>
              <p:cNvSpPr/>
              <p:nvPr/>
            </p:nvSpPr>
            <p:spPr>
              <a:xfrm>
                <a:off x="6129360" y="5833080"/>
                <a:ext cx="285840" cy="88920"/>
              </a:xfrm>
              <a:custGeom>
                <a:avLst/>
                <a:gdLst>
                  <a:gd name="textAreaLeft" fmla="*/ 0 w 285840"/>
                  <a:gd name="textAreaRight" fmla="*/ 286200 w 285840"/>
                  <a:gd name="textAreaTop" fmla="*/ 0 h 88920"/>
                  <a:gd name="textAreaBottom" fmla="*/ 89280 h 8892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4280" rIns="90000" bIns="44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21" name="Freeform 483"/>
              <p:cNvSpPr/>
              <p:nvPr/>
            </p:nvSpPr>
            <p:spPr>
              <a:xfrm>
                <a:off x="6099480" y="5810760"/>
                <a:ext cx="345240" cy="61200"/>
              </a:xfrm>
              <a:custGeom>
                <a:avLst/>
                <a:gdLst>
                  <a:gd name="textAreaLeft" fmla="*/ 0 w 345240"/>
                  <a:gd name="textAreaRight" fmla="*/ 345600 w 345240"/>
                  <a:gd name="textAreaTop" fmla="*/ 0 h 61200"/>
                  <a:gd name="textAreaBottom" fmla="*/ 61560 h 6120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22" name="Freeform 484"/>
              <p:cNvSpPr/>
              <p:nvPr/>
            </p:nvSpPr>
            <p:spPr>
              <a:xfrm>
                <a:off x="6325920" y="5863320"/>
                <a:ext cx="127080" cy="53280"/>
              </a:xfrm>
              <a:custGeom>
                <a:avLst/>
                <a:gdLst>
                  <a:gd name="textAreaLeft" fmla="*/ 0 w 127080"/>
                  <a:gd name="textAreaRight" fmla="*/ 127440 w 127080"/>
                  <a:gd name="textAreaTop" fmla="*/ 0 h 53280"/>
                  <a:gd name="textAreaBottom" fmla="*/ 53640 h 5328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23" name="Freeform 485"/>
              <p:cNvSpPr/>
              <p:nvPr/>
            </p:nvSpPr>
            <p:spPr>
              <a:xfrm>
                <a:off x="6092640" y="5864400"/>
                <a:ext cx="125280" cy="53280"/>
              </a:xfrm>
              <a:custGeom>
                <a:avLst/>
                <a:gdLst>
                  <a:gd name="textAreaLeft" fmla="*/ 0 w 125280"/>
                  <a:gd name="textAreaRight" fmla="*/ 125640 w 125280"/>
                  <a:gd name="textAreaTop" fmla="*/ 0 h 53280"/>
                  <a:gd name="textAreaBottom" fmla="*/ 53640 h 532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9624" name="Straight Connector 486"/>
              <p:cNvCxnSpPr/>
              <p:nvPr/>
            </p:nvCxnSpPr>
            <p:spPr>
              <a:xfrm flipH="1" flipV="1">
                <a:off x="5978520" y="5868360"/>
                <a:ext cx="1800" cy="684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9625" name="Straight Connector 487"/>
              <p:cNvCxnSpPr/>
              <p:nvPr/>
            </p:nvCxnSpPr>
            <p:spPr>
              <a:xfrm flipH="1" flipV="1">
                <a:off x="6565680" y="5866920"/>
                <a:ext cx="2160" cy="684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9626" name="Group 347"/>
            <p:cNvGrpSpPr/>
            <p:nvPr/>
          </p:nvGrpSpPr>
          <p:grpSpPr>
            <a:xfrm>
              <a:off x="4451400" y="5972760"/>
              <a:ext cx="588960" cy="242280"/>
              <a:chOff x="4451400" y="5972760"/>
              <a:chExt cx="588960" cy="242280"/>
            </a:xfrm>
          </p:grpSpPr>
          <p:sp>
            <p:nvSpPr>
              <p:cNvPr id="9627" name="Oval 470"/>
              <p:cNvSpPr/>
              <p:nvPr/>
            </p:nvSpPr>
            <p:spPr>
              <a:xfrm flipV="1">
                <a:off x="4453200" y="6037920"/>
                <a:ext cx="586800" cy="17676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28" name="Rectangle 471"/>
              <p:cNvSpPr/>
              <p:nvPr/>
            </p:nvSpPr>
            <p:spPr>
              <a:xfrm>
                <a:off x="4451400" y="6063480"/>
                <a:ext cx="588600" cy="637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9080" rIns="90000" bIns="19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29" name="Oval 472"/>
              <p:cNvSpPr/>
              <p:nvPr/>
            </p:nvSpPr>
            <p:spPr>
              <a:xfrm flipV="1">
                <a:off x="4451400" y="5972400"/>
                <a:ext cx="586800" cy="17676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30" name="Freeform 473"/>
              <p:cNvSpPr/>
              <p:nvPr/>
            </p:nvSpPr>
            <p:spPr>
              <a:xfrm>
                <a:off x="4602240" y="6026760"/>
                <a:ext cx="285840" cy="88920"/>
              </a:xfrm>
              <a:custGeom>
                <a:avLst/>
                <a:gdLst>
                  <a:gd name="textAreaLeft" fmla="*/ 0 w 285840"/>
                  <a:gd name="textAreaRight" fmla="*/ 286200 w 285840"/>
                  <a:gd name="textAreaTop" fmla="*/ 0 h 88920"/>
                  <a:gd name="textAreaBottom" fmla="*/ 89280 h 8892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4280" rIns="90000" bIns="44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31" name="Freeform 474"/>
              <p:cNvSpPr/>
              <p:nvPr/>
            </p:nvSpPr>
            <p:spPr>
              <a:xfrm>
                <a:off x="4572360" y="6004440"/>
                <a:ext cx="345240" cy="61200"/>
              </a:xfrm>
              <a:custGeom>
                <a:avLst/>
                <a:gdLst>
                  <a:gd name="textAreaLeft" fmla="*/ 0 w 345240"/>
                  <a:gd name="textAreaRight" fmla="*/ 345600 w 345240"/>
                  <a:gd name="textAreaTop" fmla="*/ 0 h 61200"/>
                  <a:gd name="textAreaBottom" fmla="*/ 61560 h 6120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32" name="Freeform 475"/>
              <p:cNvSpPr/>
              <p:nvPr/>
            </p:nvSpPr>
            <p:spPr>
              <a:xfrm>
                <a:off x="4799160" y="6057000"/>
                <a:ext cx="127080" cy="53280"/>
              </a:xfrm>
              <a:custGeom>
                <a:avLst/>
                <a:gdLst>
                  <a:gd name="textAreaLeft" fmla="*/ 0 w 127080"/>
                  <a:gd name="textAreaRight" fmla="*/ 127440 w 127080"/>
                  <a:gd name="textAreaTop" fmla="*/ 0 h 53280"/>
                  <a:gd name="textAreaBottom" fmla="*/ 53640 h 5328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33" name="Freeform 476"/>
              <p:cNvSpPr/>
              <p:nvPr/>
            </p:nvSpPr>
            <p:spPr>
              <a:xfrm>
                <a:off x="4565880" y="6058440"/>
                <a:ext cx="125280" cy="53280"/>
              </a:xfrm>
              <a:custGeom>
                <a:avLst/>
                <a:gdLst>
                  <a:gd name="textAreaLeft" fmla="*/ 0 w 125280"/>
                  <a:gd name="textAreaRight" fmla="*/ 125640 w 125280"/>
                  <a:gd name="textAreaTop" fmla="*/ 0 h 53280"/>
                  <a:gd name="textAreaBottom" fmla="*/ 53640 h 532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9634" name="Straight Connector 477"/>
              <p:cNvCxnSpPr/>
              <p:nvPr/>
            </p:nvCxnSpPr>
            <p:spPr>
              <a:xfrm flipH="1" flipV="1">
                <a:off x="4451400" y="6062040"/>
                <a:ext cx="2160" cy="687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9635" name="Straight Connector 478"/>
              <p:cNvCxnSpPr/>
              <p:nvPr/>
            </p:nvCxnSpPr>
            <p:spPr>
              <a:xfrm flipH="1" flipV="1">
                <a:off x="5038560" y="6060600"/>
                <a:ext cx="2160" cy="687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9636" name="Group 347"/>
            <p:cNvGrpSpPr/>
            <p:nvPr/>
          </p:nvGrpSpPr>
          <p:grpSpPr>
            <a:xfrm>
              <a:off x="6769800" y="6239160"/>
              <a:ext cx="588960" cy="242280"/>
              <a:chOff x="6769800" y="6239160"/>
              <a:chExt cx="588960" cy="242280"/>
            </a:xfrm>
          </p:grpSpPr>
          <p:sp>
            <p:nvSpPr>
              <p:cNvPr id="9637" name="Oval 461"/>
              <p:cNvSpPr/>
              <p:nvPr/>
            </p:nvSpPr>
            <p:spPr>
              <a:xfrm flipV="1">
                <a:off x="6771600" y="6304320"/>
                <a:ext cx="586800" cy="17676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38" name="Rectangle 462"/>
              <p:cNvSpPr/>
              <p:nvPr/>
            </p:nvSpPr>
            <p:spPr>
              <a:xfrm>
                <a:off x="6770160" y="6329880"/>
                <a:ext cx="588600" cy="637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9080" rIns="90000" bIns="19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39" name="Oval 463"/>
              <p:cNvSpPr/>
              <p:nvPr/>
            </p:nvSpPr>
            <p:spPr>
              <a:xfrm flipV="1">
                <a:off x="6770160" y="6238800"/>
                <a:ext cx="586800" cy="17676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40" name="Freeform 464"/>
              <p:cNvSpPr/>
              <p:nvPr/>
            </p:nvSpPr>
            <p:spPr>
              <a:xfrm>
                <a:off x="6920640" y="6293160"/>
                <a:ext cx="285840" cy="88920"/>
              </a:xfrm>
              <a:custGeom>
                <a:avLst/>
                <a:gdLst>
                  <a:gd name="textAreaLeft" fmla="*/ 0 w 285840"/>
                  <a:gd name="textAreaRight" fmla="*/ 286200 w 285840"/>
                  <a:gd name="textAreaTop" fmla="*/ 0 h 88920"/>
                  <a:gd name="textAreaBottom" fmla="*/ 89280 h 8892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4280" rIns="90000" bIns="44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41" name="Freeform 465"/>
              <p:cNvSpPr/>
              <p:nvPr/>
            </p:nvSpPr>
            <p:spPr>
              <a:xfrm>
                <a:off x="6890760" y="6270840"/>
                <a:ext cx="345240" cy="61200"/>
              </a:xfrm>
              <a:custGeom>
                <a:avLst/>
                <a:gdLst>
                  <a:gd name="textAreaLeft" fmla="*/ 0 w 345240"/>
                  <a:gd name="textAreaRight" fmla="*/ 345600 w 345240"/>
                  <a:gd name="textAreaTop" fmla="*/ 0 h 61200"/>
                  <a:gd name="textAreaBottom" fmla="*/ 61560 h 6120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42" name="Freeform 466"/>
              <p:cNvSpPr/>
              <p:nvPr/>
            </p:nvSpPr>
            <p:spPr>
              <a:xfrm>
                <a:off x="7117560" y="6323400"/>
                <a:ext cx="127080" cy="53280"/>
              </a:xfrm>
              <a:custGeom>
                <a:avLst/>
                <a:gdLst>
                  <a:gd name="textAreaLeft" fmla="*/ 0 w 127080"/>
                  <a:gd name="textAreaRight" fmla="*/ 127440 w 127080"/>
                  <a:gd name="textAreaTop" fmla="*/ 0 h 53280"/>
                  <a:gd name="textAreaBottom" fmla="*/ 53640 h 5328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43" name="Freeform 467"/>
              <p:cNvSpPr/>
              <p:nvPr/>
            </p:nvSpPr>
            <p:spPr>
              <a:xfrm>
                <a:off x="6884280" y="6324480"/>
                <a:ext cx="125280" cy="53280"/>
              </a:xfrm>
              <a:custGeom>
                <a:avLst/>
                <a:gdLst>
                  <a:gd name="textAreaLeft" fmla="*/ 0 w 125280"/>
                  <a:gd name="textAreaRight" fmla="*/ 125640 w 125280"/>
                  <a:gd name="textAreaTop" fmla="*/ 0 h 53280"/>
                  <a:gd name="textAreaBottom" fmla="*/ 53640 h 532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9644" name="Straight Connector 468"/>
              <p:cNvCxnSpPr/>
              <p:nvPr/>
            </p:nvCxnSpPr>
            <p:spPr>
              <a:xfrm flipH="1" flipV="1">
                <a:off x="6769800" y="6328440"/>
                <a:ext cx="2160" cy="684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9645" name="Straight Connector 469"/>
              <p:cNvCxnSpPr/>
              <p:nvPr/>
            </p:nvCxnSpPr>
            <p:spPr>
              <a:xfrm flipH="1" flipV="1">
                <a:off x="7357320" y="6327000"/>
                <a:ext cx="1800" cy="687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9646" name="Group 347"/>
            <p:cNvGrpSpPr/>
            <p:nvPr/>
          </p:nvGrpSpPr>
          <p:grpSpPr>
            <a:xfrm>
              <a:off x="5307120" y="6331680"/>
              <a:ext cx="588960" cy="242280"/>
              <a:chOff x="5307120" y="6331680"/>
              <a:chExt cx="588960" cy="242280"/>
            </a:xfrm>
          </p:grpSpPr>
          <p:sp>
            <p:nvSpPr>
              <p:cNvPr id="9647" name="Oval 452"/>
              <p:cNvSpPr/>
              <p:nvPr/>
            </p:nvSpPr>
            <p:spPr>
              <a:xfrm flipV="1">
                <a:off x="5308920" y="6396840"/>
                <a:ext cx="586800" cy="17676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48" name="Rectangle 453"/>
              <p:cNvSpPr/>
              <p:nvPr/>
            </p:nvSpPr>
            <p:spPr>
              <a:xfrm>
                <a:off x="5307480" y="6422400"/>
                <a:ext cx="588600" cy="637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9080" rIns="90000" bIns="190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49" name="Oval 454"/>
              <p:cNvSpPr/>
              <p:nvPr/>
            </p:nvSpPr>
            <p:spPr>
              <a:xfrm flipV="1">
                <a:off x="5307480" y="6331320"/>
                <a:ext cx="586800" cy="17676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50" name="Freeform 455"/>
              <p:cNvSpPr/>
              <p:nvPr/>
            </p:nvSpPr>
            <p:spPr>
              <a:xfrm>
                <a:off x="5457960" y="6385680"/>
                <a:ext cx="285840" cy="88920"/>
              </a:xfrm>
              <a:custGeom>
                <a:avLst/>
                <a:gdLst>
                  <a:gd name="textAreaLeft" fmla="*/ 0 w 285840"/>
                  <a:gd name="textAreaRight" fmla="*/ 286200 w 285840"/>
                  <a:gd name="textAreaTop" fmla="*/ 0 h 88920"/>
                  <a:gd name="textAreaBottom" fmla="*/ 89280 h 8892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4280" rIns="90000" bIns="442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51" name="Freeform 456"/>
              <p:cNvSpPr/>
              <p:nvPr/>
            </p:nvSpPr>
            <p:spPr>
              <a:xfrm>
                <a:off x="5428080" y="6363360"/>
                <a:ext cx="345240" cy="61200"/>
              </a:xfrm>
              <a:custGeom>
                <a:avLst/>
                <a:gdLst>
                  <a:gd name="textAreaLeft" fmla="*/ 0 w 345240"/>
                  <a:gd name="textAreaRight" fmla="*/ 345600 w 345240"/>
                  <a:gd name="textAreaTop" fmla="*/ 0 h 61200"/>
                  <a:gd name="textAreaBottom" fmla="*/ 61560 h 6120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6560" rIns="90000" bIns="165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52" name="Freeform 457"/>
              <p:cNvSpPr/>
              <p:nvPr/>
            </p:nvSpPr>
            <p:spPr>
              <a:xfrm>
                <a:off x="5654880" y="6415920"/>
                <a:ext cx="127080" cy="53280"/>
              </a:xfrm>
              <a:custGeom>
                <a:avLst/>
                <a:gdLst>
                  <a:gd name="textAreaLeft" fmla="*/ 0 w 127080"/>
                  <a:gd name="textAreaRight" fmla="*/ 127440 w 127080"/>
                  <a:gd name="textAreaTop" fmla="*/ 0 h 53280"/>
                  <a:gd name="textAreaBottom" fmla="*/ 53640 h 5328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653" name="Freeform 458"/>
              <p:cNvSpPr/>
              <p:nvPr/>
            </p:nvSpPr>
            <p:spPr>
              <a:xfrm>
                <a:off x="5421600" y="6417360"/>
                <a:ext cx="125280" cy="53280"/>
              </a:xfrm>
              <a:custGeom>
                <a:avLst/>
                <a:gdLst>
                  <a:gd name="textAreaLeft" fmla="*/ 0 w 125280"/>
                  <a:gd name="textAreaRight" fmla="*/ 125640 w 125280"/>
                  <a:gd name="textAreaTop" fmla="*/ 0 h 53280"/>
                  <a:gd name="textAreaBottom" fmla="*/ 53640 h 532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8640" rIns="90000" bIns="86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9654" name="Straight Connector 459"/>
              <p:cNvCxnSpPr/>
              <p:nvPr/>
            </p:nvCxnSpPr>
            <p:spPr>
              <a:xfrm flipH="1" flipV="1">
                <a:off x="5307120" y="6420960"/>
                <a:ext cx="2160" cy="6840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9655" name="Straight Connector 460"/>
              <p:cNvCxnSpPr/>
              <p:nvPr/>
            </p:nvCxnSpPr>
            <p:spPr>
              <a:xfrm flipH="1" flipV="1">
                <a:off x="5894640" y="6419520"/>
                <a:ext cx="1800" cy="6876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9656" name="Group 387"/>
            <p:cNvGrpSpPr/>
            <p:nvPr/>
          </p:nvGrpSpPr>
          <p:grpSpPr>
            <a:xfrm>
              <a:off x="3529080" y="2197440"/>
              <a:ext cx="5095440" cy="2824920"/>
              <a:chOff x="3529080" y="2197440"/>
              <a:chExt cx="5095440" cy="2824920"/>
            </a:xfrm>
          </p:grpSpPr>
          <p:grpSp>
            <p:nvGrpSpPr>
              <p:cNvPr id="9657" name="Group 424"/>
              <p:cNvGrpSpPr/>
              <p:nvPr/>
            </p:nvGrpSpPr>
            <p:grpSpPr>
              <a:xfrm>
                <a:off x="4348800" y="2197440"/>
                <a:ext cx="3597120" cy="493200"/>
                <a:chOff x="4348800" y="2197440"/>
                <a:chExt cx="3597120" cy="493200"/>
              </a:xfrm>
            </p:grpSpPr>
            <p:sp>
              <p:nvSpPr>
                <p:cNvPr id="9658" name="Oval 449"/>
                <p:cNvSpPr/>
                <p:nvPr/>
              </p:nvSpPr>
              <p:spPr>
                <a:xfrm>
                  <a:off x="4366440" y="2197440"/>
                  <a:ext cx="3579480" cy="49176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659" name="Oval 450"/>
                <p:cNvSpPr/>
                <p:nvPr/>
              </p:nvSpPr>
              <p:spPr>
                <a:xfrm>
                  <a:off x="4348800" y="2198880"/>
                  <a:ext cx="3579480" cy="49176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660" name="TextBox 389"/>
                <p:cNvSpPr/>
                <p:nvPr/>
              </p:nvSpPr>
              <p:spPr>
                <a:xfrm>
                  <a:off x="5106600" y="2313000"/>
                  <a:ext cx="2036160" cy="27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ts val="1474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Remote Controller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9661" name="Group 425"/>
              <p:cNvGrpSpPr/>
              <p:nvPr/>
            </p:nvGrpSpPr>
            <p:grpSpPr>
              <a:xfrm>
                <a:off x="3529080" y="4207680"/>
                <a:ext cx="923400" cy="405720"/>
                <a:chOff x="3529080" y="4207680"/>
                <a:chExt cx="923400" cy="405720"/>
              </a:xfrm>
            </p:grpSpPr>
            <p:sp>
              <p:nvSpPr>
                <p:cNvPr id="9662" name="Oval 446"/>
                <p:cNvSpPr/>
                <p:nvPr/>
              </p:nvSpPr>
              <p:spPr>
                <a:xfrm>
                  <a:off x="3533760" y="4207680"/>
                  <a:ext cx="918720" cy="404280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663" name="Oval 447"/>
                <p:cNvSpPr/>
                <p:nvPr/>
              </p:nvSpPr>
              <p:spPr>
                <a:xfrm>
                  <a:off x="3529080" y="4209120"/>
                  <a:ext cx="918720" cy="404280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664" name="TextBox 389"/>
                <p:cNvSpPr/>
                <p:nvPr/>
              </p:nvSpPr>
              <p:spPr>
                <a:xfrm>
                  <a:off x="3736800" y="4303080"/>
                  <a:ext cx="497160" cy="27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ts val="1474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CA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9665" name="Group 426"/>
              <p:cNvGrpSpPr/>
              <p:nvPr/>
            </p:nvGrpSpPr>
            <p:grpSpPr>
              <a:xfrm>
                <a:off x="5193000" y="4744800"/>
                <a:ext cx="463320" cy="277560"/>
                <a:chOff x="5193000" y="4744800"/>
                <a:chExt cx="463320" cy="277560"/>
              </a:xfrm>
            </p:grpSpPr>
            <p:grpSp>
              <p:nvGrpSpPr>
                <p:cNvPr id="9666" name="Group 442"/>
                <p:cNvGrpSpPr/>
                <p:nvPr/>
              </p:nvGrpSpPr>
              <p:grpSpPr>
                <a:xfrm>
                  <a:off x="5193000" y="4749120"/>
                  <a:ext cx="463320" cy="262440"/>
                  <a:chOff x="5193000" y="4749120"/>
                  <a:chExt cx="463320" cy="262440"/>
                </a:xfrm>
              </p:grpSpPr>
              <p:sp>
                <p:nvSpPr>
                  <p:cNvPr id="9667" name="Oval 444"/>
                  <p:cNvSpPr/>
                  <p:nvPr/>
                </p:nvSpPr>
                <p:spPr>
                  <a:xfrm>
                    <a:off x="5207400" y="4749120"/>
                    <a:ext cx="439200" cy="261360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668" name="Oval 445"/>
                  <p:cNvSpPr/>
                  <p:nvPr/>
                </p:nvSpPr>
                <p:spPr>
                  <a:xfrm>
                    <a:off x="5193000" y="4758840"/>
                    <a:ext cx="463320" cy="252720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</p:grpSp>
            <p:sp>
              <p:nvSpPr>
                <p:cNvPr id="9669" name="TextBox 389"/>
                <p:cNvSpPr/>
                <p:nvPr/>
              </p:nvSpPr>
              <p:spPr>
                <a:xfrm>
                  <a:off x="5202360" y="4744800"/>
                  <a:ext cx="428760" cy="27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ts val="1474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9670" name="Group 427"/>
              <p:cNvGrpSpPr/>
              <p:nvPr/>
            </p:nvGrpSpPr>
            <p:grpSpPr>
              <a:xfrm>
                <a:off x="5973120" y="4742640"/>
                <a:ext cx="463320" cy="277560"/>
                <a:chOff x="5973120" y="4742640"/>
                <a:chExt cx="463320" cy="277560"/>
              </a:xfrm>
            </p:grpSpPr>
            <p:grpSp>
              <p:nvGrpSpPr>
                <p:cNvPr id="9671" name="Group 438"/>
                <p:cNvGrpSpPr/>
                <p:nvPr/>
              </p:nvGrpSpPr>
              <p:grpSpPr>
                <a:xfrm>
                  <a:off x="5973120" y="4746960"/>
                  <a:ext cx="463320" cy="262440"/>
                  <a:chOff x="5973120" y="4746960"/>
                  <a:chExt cx="463320" cy="262440"/>
                </a:xfrm>
              </p:grpSpPr>
              <p:sp>
                <p:nvSpPr>
                  <p:cNvPr id="9672" name="Oval 440"/>
                  <p:cNvSpPr/>
                  <p:nvPr/>
                </p:nvSpPr>
                <p:spPr>
                  <a:xfrm>
                    <a:off x="5987520" y="4746960"/>
                    <a:ext cx="439200" cy="261360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673" name="Oval 441"/>
                  <p:cNvSpPr/>
                  <p:nvPr/>
                </p:nvSpPr>
                <p:spPr>
                  <a:xfrm>
                    <a:off x="5973120" y="4756680"/>
                    <a:ext cx="463320" cy="252720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</p:grpSp>
            <p:sp>
              <p:nvSpPr>
                <p:cNvPr id="9674" name="TextBox 389"/>
                <p:cNvSpPr/>
                <p:nvPr/>
              </p:nvSpPr>
              <p:spPr>
                <a:xfrm>
                  <a:off x="5982480" y="4742640"/>
                  <a:ext cx="428760" cy="27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ts val="1474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9675" name="Group 428"/>
              <p:cNvGrpSpPr/>
              <p:nvPr/>
            </p:nvGrpSpPr>
            <p:grpSpPr>
              <a:xfrm>
                <a:off x="7173360" y="4740480"/>
                <a:ext cx="463320" cy="277560"/>
                <a:chOff x="7173360" y="4740480"/>
                <a:chExt cx="463320" cy="277560"/>
              </a:xfrm>
            </p:grpSpPr>
            <p:grpSp>
              <p:nvGrpSpPr>
                <p:cNvPr id="9676" name="Group 434"/>
                <p:cNvGrpSpPr/>
                <p:nvPr/>
              </p:nvGrpSpPr>
              <p:grpSpPr>
                <a:xfrm>
                  <a:off x="7173360" y="4744800"/>
                  <a:ext cx="463320" cy="262440"/>
                  <a:chOff x="7173360" y="4744800"/>
                  <a:chExt cx="463320" cy="262440"/>
                </a:xfrm>
              </p:grpSpPr>
              <p:sp>
                <p:nvSpPr>
                  <p:cNvPr id="9677" name="Oval 436"/>
                  <p:cNvSpPr/>
                  <p:nvPr/>
                </p:nvSpPr>
                <p:spPr>
                  <a:xfrm>
                    <a:off x="7187760" y="4744800"/>
                    <a:ext cx="439200" cy="261360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678" name="Oval 437"/>
                  <p:cNvSpPr/>
                  <p:nvPr/>
                </p:nvSpPr>
                <p:spPr>
                  <a:xfrm>
                    <a:off x="7173360" y="4754520"/>
                    <a:ext cx="463320" cy="252720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</p:grpSp>
            <p:sp>
              <p:nvSpPr>
                <p:cNvPr id="9679" name="TextBox 389"/>
                <p:cNvSpPr/>
                <p:nvPr/>
              </p:nvSpPr>
              <p:spPr>
                <a:xfrm>
                  <a:off x="7182720" y="4740480"/>
                  <a:ext cx="428760" cy="27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ts val="1474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9680" name="Group 429"/>
              <p:cNvGrpSpPr/>
              <p:nvPr/>
            </p:nvGrpSpPr>
            <p:grpSpPr>
              <a:xfrm>
                <a:off x="8161200" y="4738320"/>
                <a:ext cx="463320" cy="277560"/>
                <a:chOff x="8161200" y="4738320"/>
                <a:chExt cx="463320" cy="277560"/>
              </a:xfrm>
            </p:grpSpPr>
            <p:grpSp>
              <p:nvGrpSpPr>
                <p:cNvPr id="9681" name="Group 430"/>
                <p:cNvGrpSpPr/>
                <p:nvPr/>
              </p:nvGrpSpPr>
              <p:grpSpPr>
                <a:xfrm>
                  <a:off x="8161200" y="4742640"/>
                  <a:ext cx="463320" cy="262440"/>
                  <a:chOff x="8161200" y="4742640"/>
                  <a:chExt cx="463320" cy="262440"/>
                </a:xfrm>
              </p:grpSpPr>
              <p:sp>
                <p:nvSpPr>
                  <p:cNvPr id="9682" name="Oval 432"/>
                  <p:cNvSpPr/>
                  <p:nvPr/>
                </p:nvSpPr>
                <p:spPr>
                  <a:xfrm>
                    <a:off x="8175600" y="4742640"/>
                    <a:ext cx="439200" cy="261360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  <p:sp>
                <p:nvSpPr>
                  <p:cNvPr id="9683" name="Oval 433"/>
                  <p:cNvSpPr/>
                  <p:nvPr/>
                </p:nvSpPr>
                <p:spPr>
                  <a:xfrm>
                    <a:off x="8161200" y="4752360"/>
                    <a:ext cx="463320" cy="252720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Gill Sans MT"/>
                    </a:endParaRPr>
                  </a:p>
                </p:txBody>
              </p:sp>
            </p:grpSp>
            <p:sp>
              <p:nvSpPr>
                <p:cNvPr id="9684" name="TextBox 389"/>
                <p:cNvSpPr/>
                <p:nvPr/>
              </p:nvSpPr>
              <p:spPr>
                <a:xfrm>
                  <a:off x="8170560" y="4738320"/>
                  <a:ext cx="428760" cy="27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ts val="1474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685" name="Group 388"/>
            <p:cNvGrpSpPr/>
            <p:nvPr/>
          </p:nvGrpSpPr>
          <p:grpSpPr>
            <a:xfrm>
              <a:off x="3654000" y="4683240"/>
              <a:ext cx="4961880" cy="697320"/>
              <a:chOff x="3654000" y="4683240"/>
              <a:chExt cx="4961880" cy="697320"/>
            </a:xfrm>
          </p:grpSpPr>
          <p:grpSp>
            <p:nvGrpSpPr>
              <p:cNvPr id="9686" name="Group 554"/>
              <p:cNvGrpSpPr/>
              <p:nvPr/>
            </p:nvGrpSpPr>
            <p:grpSpPr>
              <a:xfrm>
                <a:off x="5203800" y="5047920"/>
                <a:ext cx="426600" cy="330480"/>
                <a:chOff x="5203800" y="5047920"/>
                <a:chExt cx="426600" cy="330480"/>
              </a:xfrm>
            </p:grpSpPr>
            <p:sp>
              <p:nvSpPr>
                <p:cNvPr id="9687" name="Rectangle 418"/>
                <p:cNvSpPr/>
                <p:nvPr/>
              </p:nvSpPr>
              <p:spPr>
                <a:xfrm>
                  <a:off x="5205240" y="5047920"/>
                  <a:ext cx="425160" cy="32832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688" name="Straight Connector 419"/>
                <p:cNvCxnSpPr/>
                <p:nvPr/>
              </p:nvCxnSpPr>
              <p:spPr>
                <a:xfrm>
                  <a:off x="5203800" y="513972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689" name="Straight Connector 420"/>
                <p:cNvCxnSpPr/>
                <p:nvPr/>
              </p:nvCxnSpPr>
              <p:spPr>
                <a:xfrm>
                  <a:off x="5203800" y="520344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690" name="Straight Connector 421"/>
                <p:cNvCxnSpPr/>
                <p:nvPr/>
              </p:nvCxnSpPr>
              <p:spPr>
                <a:xfrm flipH="1" flipV="1">
                  <a:off x="5405760" y="5139720"/>
                  <a:ext cx="180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691" name="Straight Connector 422"/>
                <p:cNvCxnSpPr/>
                <p:nvPr/>
              </p:nvCxnSpPr>
              <p:spPr>
                <a:xfrm flipH="1" flipV="1">
                  <a:off x="5486760" y="5141880"/>
                  <a:ext cx="180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692" name="Straight Connector 423"/>
                <p:cNvCxnSpPr/>
                <p:nvPr/>
              </p:nvCxnSpPr>
              <p:spPr>
                <a:xfrm flipH="1" flipV="1">
                  <a:off x="5561640" y="5141880"/>
                  <a:ext cx="216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  <p:grpSp>
            <p:nvGrpSpPr>
              <p:cNvPr id="9693" name="Group 554"/>
              <p:cNvGrpSpPr/>
              <p:nvPr/>
            </p:nvGrpSpPr>
            <p:grpSpPr>
              <a:xfrm>
                <a:off x="3654000" y="4683240"/>
                <a:ext cx="675000" cy="526320"/>
                <a:chOff x="3654000" y="4683240"/>
                <a:chExt cx="675000" cy="526320"/>
              </a:xfrm>
            </p:grpSpPr>
            <p:sp>
              <p:nvSpPr>
                <p:cNvPr id="9694" name="Rectangle 412"/>
                <p:cNvSpPr/>
                <p:nvPr/>
              </p:nvSpPr>
              <p:spPr>
                <a:xfrm>
                  <a:off x="3661560" y="4683240"/>
                  <a:ext cx="667440" cy="51984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695" name="Straight Connector 413"/>
                <p:cNvCxnSpPr/>
                <p:nvPr/>
              </p:nvCxnSpPr>
              <p:spPr>
                <a:xfrm>
                  <a:off x="3654000" y="4828680"/>
                  <a:ext cx="66816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696" name="Straight Connector 414"/>
                <p:cNvCxnSpPr/>
                <p:nvPr/>
              </p:nvCxnSpPr>
              <p:spPr>
                <a:xfrm>
                  <a:off x="3654000" y="4929480"/>
                  <a:ext cx="66816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697" name="Straight Connector 415"/>
                <p:cNvCxnSpPr/>
                <p:nvPr/>
              </p:nvCxnSpPr>
              <p:spPr>
                <a:xfrm flipH="1" flipV="1">
                  <a:off x="4046760" y="4828680"/>
                  <a:ext cx="2880" cy="37512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698" name="Straight Connector 416"/>
                <p:cNvCxnSpPr/>
                <p:nvPr/>
              </p:nvCxnSpPr>
              <p:spPr>
                <a:xfrm flipH="1" flipV="1">
                  <a:off x="3906720" y="4834800"/>
                  <a:ext cx="2880" cy="37512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699" name="Straight Connector 417"/>
                <p:cNvCxnSpPr/>
                <p:nvPr/>
              </p:nvCxnSpPr>
              <p:spPr>
                <a:xfrm flipH="1" flipV="1">
                  <a:off x="4197600" y="4833000"/>
                  <a:ext cx="2880" cy="37512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  <p:grpSp>
            <p:nvGrpSpPr>
              <p:cNvPr id="9700" name="Group 554"/>
              <p:cNvGrpSpPr/>
              <p:nvPr/>
            </p:nvGrpSpPr>
            <p:grpSpPr>
              <a:xfrm>
                <a:off x="5987520" y="5050080"/>
                <a:ext cx="429840" cy="330480"/>
                <a:chOff x="5987520" y="5050080"/>
                <a:chExt cx="429840" cy="330480"/>
              </a:xfrm>
            </p:grpSpPr>
            <p:sp>
              <p:nvSpPr>
                <p:cNvPr id="9701" name="Rectangle 406"/>
                <p:cNvSpPr/>
                <p:nvPr/>
              </p:nvSpPr>
              <p:spPr>
                <a:xfrm>
                  <a:off x="5992200" y="5050080"/>
                  <a:ext cx="425160" cy="32832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702" name="Straight Connector 407"/>
                <p:cNvCxnSpPr/>
                <p:nvPr/>
              </p:nvCxnSpPr>
              <p:spPr>
                <a:xfrm>
                  <a:off x="5987520" y="514188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03" name="Straight Connector 408"/>
                <p:cNvCxnSpPr/>
                <p:nvPr/>
              </p:nvCxnSpPr>
              <p:spPr>
                <a:xfrm>
                  <a:off x="5987520" y="520560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04" name="Straight Connector 409"/>
                <p:cNvCxnSpPr/>
                <p:nvPr/>
              </p:nvCxnSpPr>
              <p:spPr>
                <a:xfrm flipH="1" flipV="1">
                  <a:off x="6189120" y="5141880"/>
                  <a:ext cx="216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05" name="Straight Connector 410"/>
                <p:cNvCxnSpPr/>
                <p:nvPr/>
              </p:nvCxnSpPr>
              <p:spPr>
                <a:xfrm flipH="1" flipV="1">
                  <a:off x="6270120" y="5144040"/>
                  <a:ext cx="216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06" name="Straight Connector 411"/>
                <p:cNvCxnSpPr/>
                <p:nvPr/>
              </p:nvCxnSpPr>
              <p:spPr>
                <a:xfrm flipH="1" flipV="1">
                  <a:off x="6345360" y="5144040"/>
                  <a:ext cx="180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  <p:grpSp>
            <p:nvGrpSpPr>
              <p:cNvPr id="9707" name="Group 554"/>
              <p:cNvGrpSpPr/>
              <p:nvPr/>
            </p:nvGrpSpPr>
            <p:grpSpPr>
              <a:xfrm>
                <a:off x="7191720" y="5044680"/>
                <a:ext cx="430200" cy="330480"/>
                <a:chOff x="7191720" y="5044680"/>
                <a:chExt cx="430200" cy="330480"/>
              </a:xfrm>
            </p:grpSpPr>
            <p:sp>
              <p:nvSpPr>
                <p:cNvPr id="9708" name="Rectangle 400"/>
                <p:cNvSpPr/>
                <p:nvPr/>
              </p:nvSpPr>
              <p:spPr>
                <a:xfrm>
                  <a:off x="7196760" y="5044680"/>
                  <a:ext cx="425160" cy="32832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709" name="Straight Connector 401"/>
                <p:cNvCxnSpPr/>
                <p:nvPr/>
              </p:nvCxnSpPr>
              <p:spPr>
                <a:xfrm>
                  <a:off x="7191720" y="513648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10" name="Straight Connector 402"/>
                <p:cNvCxnSpPr/>
                <p:nvPr/>
              </p:nvCxnSpPr>
              <p:spPr>
                <a:xfrm>
                  <a:off x="7191720" y="520020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11" name="Straight Connector 403"/>
                <p:cNvCxnSpPr/>
                <p:nvPr/>
              </p:nvCxnSpPr>
              <p:spPr>
                <a:xfrm flipH="1" flipV="1">
                  <a:off x="7393680" y="5136480"/>
                  <a:ext cx="180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12" name="Straight Connector 404"/>
                <p:cNvCxnSpPr/>
                <p:nvPr/>
              </p:nvCxnSpPr>
              <p:spPr>
                <a:xfrm flipH="1" flipV="1">
                  <a:off x="7474680" y="5138640"/>
                  <a:ext cx="180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13" name="Straight Connector 405"/>
                <p:cNvCxnSpPr/>
                <p:nvPr/>
              </p:nvCxnSpPr>
              <p:spPr>
                <a:xfrm flipH="1" flipV="1">
                  <a:off x="7549920" y="5138640"/>
                  <a:ext cx="180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  <p:grpSp>
            <p:nvGrpSpPr>
              <p:cNvPr id="9714" name="Group 554"/>
              <p:cNvGrpSpPr/>
              <p:nvPr/>
            </p:nvGrpSpPr>
            <p:grpSpPr>
              <a:xfrm>
                <a:off x="8186040" y="5039280"/>
                <a:ext cx="429840" cy="330480"/>
                <a:chOff x="8186040" y="5039280"/>
                <a:chExt cx="429840" cy="330480"/>
              </a:xfrm>
            </p:grpSpPr>
            <p:sp>
              <p:nvSpPr>
                <p:cNvPr id="9715" name="Rectangle 394"/>
                <p:cNvSpPr/>
                <p:nvPr/>
              </p:nvSpPr>
              <p:spPr>
                <a:xfrm>
                  <a:off x="8190720" y="5039280"/>
                  <a:ext cx="425160" cy="32832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CC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716" name="Straight Connector 395"/>
                <p:cNvCxnSpPr/>
                <p:nvPr/>
              </p:nvCxnSpPr>
              <p:spPr>
                <a:xfrm>
                  <a:off x="8186040" y="513108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17" name="Straight Connector 396"/>
                <p:cNvCxnSpPr/>
                <p:nvPr/>
              </p:nvCxnSpPr>
              <p:spPr>
                <a:xfrm>
                  <a:off x="8186040" y="5194800"/>
                  <a:ext cx="425880" cy="36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18" name="Straight Connector 397"/>
                <p:cNvCxnSpPr/>
                <p:nvPr/>
              </p:nvCxnSpPr>
              <p:spPr>
                <a:xfrm flipH="1" flipV="1">
                  <a:off x="8387640" y="5131080"/>
                  <a:ext cx="216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19" name="Straight Connector 398"/>
                <p:cNvCxnSpPr/>
                <p:nvPr/>
              </p:nvCxnSpPr>
              <p:spPr>
                <a:xfrm flipH="1" flipV="1">
                  <a:off x="8468640" y="5133240"/>
                  <a:ext cx="216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  <p:cxnSp>
              <p:nvCxnSpPr>
                <p:cNvPr id="9720" name="Straight Connector 399"/>
                <p:cNvCxnSpPr/>
                <p:nvPr/>
              </p:nvCxnSpPr>
              <p:spPr>
                <a:xfrm flipH="1" flipV="1">
                  <a:off x="8543880" y="5133240"/>
                  <a:ext cx="1800" cy="236880"/>
                </a:xfrm>
                <a:prstGeom prst="straightConnector1">
                  <a:avLst/>
                </a:prstGeom>
                <a:ln w="3175">
                  <a:solidFill>
                    <a:srgbClr val="CC0000"/>
                  </a:solidFill>
                  <a:round/>
                </a:ln>
              </p:spPr>
            </p:cxnSp>
          </p:grpSp>
        </p:grpSp>
      </p:grpSp>
      <p:grpSp>
        <p:nvGrpSpPr>
          <p:cNvPr id="9721" name="Group 709"/>
          <p:cNvGrpSpPr/>
          <p:nvPr/>
        </p:nvGrpSpPr>
        <p:grpSpPr>
          <a:xfrm>
            <a:off x="200520" y="5099400"/>
            <a:ext cx="4111920" cy="1690560"/>
            <a:chOff x="200520" y="5099400"/>
            <a:chExt cx="4111920" cy="1690560"/>
          </a:xfrm>
        </p:grpSpPr>
        <p:sp>
          <p:nvSpPr>
            <p:cNvPr id="9722" name="TextBox 710"/>
            <p:cNvSpPr/>
            <p:nvPr/>
          </p:nvSpPr>
          <p:spPr>
            <a:xfrm>
              <a:off x="200520" y="5713200"/>
              <a:ext cx="4111920" cy="107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marL="233280" indent="-233280" defTabSz="914400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400" b="1" i="1" u="none" strike="noStrike">
                  <a:solidFill>
                    <a:srgbClr val="000090"/>
                  </a:solidFill>
                  <a:effectLst/>
                  <a:uFillTx/>
                  <a:latin typeface="Calibri"/>
                  <a:ea typeface="ＭＳ Ｐゴシック"/>
                </a:rPr>
                <a:t>1: 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generalized “flow-based” forwarding (e.g., OpenFlow)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723" name="Straight Connector 711"/>
            <p:cNvCxnSpPr>
              <a:stCxn id="9722" idx="0"/>
            </p:cNvCxnSpPr>
            <p:nvPr/>
          </p:nvCxnSpPr>
          <p:spPr>
            <a:xfrm flipV="1">
              <a:off x="2256480" y="5099400"/>
              <a:ext cx="1505880" cy="6141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grpSp>
        <p:nvGrpSpPr>
          <p:cNvPr id="9724" name="Group 712"/>
          <p:cNvGrpSpPr/>
          <p:nvPr/>
        </p:nvGrpSpPr>
        <p:grpSpPr>
          <a:xfrm>
            <a:off x="9193680" y="3631320"/>
            <a:ext cx="2831040" cy="1303200"/>
            <a:chOff x="9193680" y="3631320"/>
            <a:chExt cx="2831040" cy="1303200"/>
          </a:xfrm>
        </p:grpSpPr>
        <p:sp>
          <p:nvSpPr>
            <p:cNvPr id="9725" name="TextBox 713"/>
            <p:cNvSpPr/>
            <p:nvPr/>
          </p:nvSpPr>
          <p:spPr>
            <a:xfrm>
              <a:off x="9193680" y="4186080"/>
              <a:ext cx="2831040" cy="74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marL="233280" indent="-233280" defTabSz="914400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400" b="1" i="1" u="none" strike="noStrike">
                  <a:solidFill>
                    <a:srgbClr val="000090"/>
                  </a:solidFill>
                  <a:effectLst/>
                  <a:uFillTx/>
                  <a:latin typeface="Calibri"/>
                  <a:ea typeface="ＭＳ Ｐゴシック"/>
                </a:rPr>
                <a:t>2. 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control, data plane separation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726" name="Straight Connector 714"/>
            <p:cNvCxnSpPr>
              <a:stCxn id="9725" idx="0"/>
            </p:cNvCxnSpPr>
            <p:nvPr/>
          </p:nvCxnSpPr>
          <p:spPr>
            <a:xfrm flipH="1" flipV="1">
              <a:off x="10028520" y="3631320"/>
              <a:ext cx="581040" cy="5551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9727" name="TextBox 715"/>
          <p:cNvSpPr/>
          <p:nvPr/>
        </p:nvSpPr>
        <p:spPr>
          <a:xfrm>
            <a:off x="8661240" y="1214280"/>
            <a:ext cx="3326040" cy="10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33280" indent="-233280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1" i="1" u="none" strike="noStrike">
                <a:solidFill>
                  <a:srgbClr val="00009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r>
              <a:rPr lang="en-US" sz="2400" b="1" i="1" u="none" strike="noStrike">
                <a:solidFill>
                  <a:srgbClr val="000090"/>
                </a:solidFill>
                <a:effectLst/>
                <a:uFillTx/>
                <a:latin typeface="Calibri"/>
                <a:ea typeface="ＭＳ Ｐゴシック"/>
              </a:rPr>
              <a:t>.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control plane functions external to data-plane switches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28" name="Straight Connector 716"/>
          <p:cNvCxnSpPr/>
          <p:nvPr/>
        </p:nvCxnSpPr>
        <p:spPr>
          <a:xfrm flipV="1">
            <a:off x="8275320" y="1593360"/>
            <a:ext cx="618840" cy="64584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9729" name="Oval 717"/>
          <p:cNvSpPr/>
          <p:nvPr/>
        </p:nvSpPr>
        <p:spPr>
          <a:xfrm>
            <a:off x="3619080" y="1435320"/>
            <a:ext cx="725400" cy="342360"/>
          </a:xfrm>
          <a:prstGeom prst="ellipse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>
            <a:solidFill>
              <a:srgbClr val="00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9730" name="Oval 718"/>
          <p:cNvSpPr/>
          <p:nvPr/>
        </p:nvSpPr>
        <p:spPr>
          <a:xfrm>
            <a:off x="4618080" y="1426680"/>
            <a:ext cx="725400" cy="342360"/>
          </a:xfrm>
          <a:prstGeom prst="ellipse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>
            <a:solidFill>
              <a:srgbClr val="00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9731" name="Oval 719"/>
          <p:cNvSpPr/>
          <p:nvPr/>
        </p:nvSpPr>
        <p:spPr>
          <a:xfrm>
            <a:off x="7431480" y="1417680"/>
            <a:ext cx="725400" cy="342360"/>
          </a:xfrm>
          <a:prstGeom prst="ellipse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>
            <a:solidFill>
              <a:srgbClr val="00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9732" name="TextBox 720"/>
          <p:cNvSpPr/>
          <p:nvPr/>
        </p:nvSpPr>
        <p:spPr>
          <a:xfrm>
            <a:off x="6236640" y="1190880"/>
            <a:ext cx="5875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Arial"/>
                <a:ea typeface="ＭＳ Ｐゴシック"/>
              </a:rPr>
              <a:t>…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33" name="Straight Connector 724"/>
          <p:cNvCxnSpPr/>
          <p:nvPr/>
        </p:nvCxnSpPr>
        <p:spPr>
          <a:xfrm flipV="1">
            <a:off x="8228160" y="1594800"/>
            <a:ext cx="664200" cy="108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9734" name="TextBox 725"/>
          <p:cNvSpPr/>
          <p:nvPr/>
        </p:nvSpPr>
        <p:spPr>
          <a:xfrm>
            <a:off x="3616920" y="1431720"/>
            <a:ext cx="7257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routing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5" name="TextBox 726"/>
          <p:cNvSpPr/>
          <p:nvPr/>
        </p:nvSpPr>
        <p:spPr>
          <a:xfrm>
            <a:off x="4644360" y="1393560"/>
            <a:ext cx="8092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85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access control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6" name="TextBox 727"/>
          <p:cNvSpPr/>
          <p:nvPr/>
        </p:nvSpPr>
        <p:spPr>
          <a:xfrm>
            <a:off x="7403400" y="1382760"/>
            <a:ext cx="8092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85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load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85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balance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37" name="Group 733"/>
          <p:cNvGrpSpPr/>
          <p:nvPr/>
        </p:nvGrpSpPr>
        <p:grpSpPr>
          <a:xfrm>
            <a:off x="363240" y="1413360"/>
            <a:ext cx="3169080" cy="1077480"/>
            <a:chOff x="363240" y="1413360"/>
            <a:chExt cx="3169080" cy="1077480"/>
          </a:xfrm>
        </p:grpSpPr>
        <p:sp>
          <p:nvSpPr>
            <p:cNvPr id="9738" name="TextBox 722"/>
            <p:cNvSpPr/>
            <p:nvPr/>
          </p:nvSpPr>
          <p:spPr>
            <a:xfrm>
              <a:off x="363240" y="1413360"/>
              <a:ext cx="274788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marL="233280" indent="-233280" defTabSz="914400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400" b="1" i="1" u="none" strike="noStrike">
                  <a:solidFill>
                    <a:srgbClr val="000090"/>
                  </a:solidFill>
                  <a:effectLst/>
                  <a:uFillTx/>
                  <a:latin typeface="Calibri"/>
                  <a:ea typeface="ＭＳ Ｐゴシック"/>
                </a:rPr>
                <a:t>4. </a:t>
              </a:r>
              <a:r>
                <a:rPr lang="en-US" sz="2400" b="0" i="1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programmable control applications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739" name="Straight Connector 731"/>
            <p:cNvCxnSpPr/>
            <p:nvPr/>
          </p:nvCxnSpPr>
          <p:spPr>
            <a:xfrm>
              <a:off x="2655360" y="1615680"/>
              <a:ext cx="877320" cy="360"/>
            </a:xfrm>
            <a:prstGeom prst="straightConnector1">
              <a:avLst/>
            </a:prstGeom>
            <a:ln w="12700">
              <a:solidFill>
                <a:srgbClr val="000000"/>
              </a:solidFill>
            </a:ln>
          </p:spPr>
        </p:cxn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402" dur="indefinite" restart="never" nodeType="tmRoot">
          <p:childTnLst>
            <p:seq>
              <p:cTn id="2403" dur="indefinite" nodeType="mainSeq">
                <p:childTnLst>
                  <p:par>
                    <p:cTn id="2404" fill="hold">
                      <p:stCondLst>
                        <p:cond delay="indefinite"/>
                      </p:stCondLst>
                      <p:childTnLst>
                        <p:par>
                          <p:cTn id="2405" fill="hold">
                            <p:stCondLst>
                              <p:cond delay="0"/>
                            </p:stCondLst>
                            <p:childTnLst>
                              <p:par>
                                <p:cTn id="240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08" dur="500"/>
                                        <p:tgtEl>
                                          <p:spTgt spid="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9" fill="hold">
                      <p:stCondLst>
                        <p:cond delay="indefinite"/>
                      </p:stCondLst>
                      <p:childTnLst>
                        <p:par>
                          <p:cTn id="2410" fill="hold">
                            <p:stCondLst>
                              <p:cond delay="0"/>
                            </p:stCondLst>
                            <p:childTnLst>
                              <p:par>
                                <p:cTn id="241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13" dur="500"/>
                                        <p:tgtEl>
                                          <p:spTgt spid="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4" fill="hold">
                      <p:stCondLst>
                        <p:cond delay="indefinite"/>
                      </p:stCondLst>
                      <p:childTnLst>
                        <p:par>
                          <p:cTn id="2415" fill="hold">
                            <p:stCondLst>
                              <p:cond delay="0"/>
                            </p:stCondLst>
                            <p:childTnLst>
                              <p:par>
                                <p:cTn id="241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18" dur="500"/>
                                        <p:tgtEl>
                                          <p:spTgt spid="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21" dur="500"/>
                                        <p:tgtEl>
                                          <p:spTgt spid="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24" dur="500"/>
                                        <p:tgtEl>
                                          <p:spTgt spid="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5" fill="hold">
                      <p:stCondLst>
                        <p:cond delay="indefinite"/>
                      </p:stCondLst>
                      <p:childTnLst>
                        <p:par>
                          <p:cTn id="2426" fill="hold">
                            <p:stCondLst>
                              <p:cond delay="0"/>
                            </p:stCondLst>
                            <p:childTnLst>
                              <p:par>
                                <p:cTn id="242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29" dur="500"/>
                                        <p:tgtEl>
                                          <p:spTgt spid="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0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Software defined networking (SDN)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9741" name="PlaceHolder 2"/>
          <p:cNvSpPr>
            <a:spLocks noGrp="1"/>
          </p:cNvSpPr>
          <p:nvPr>
            <p:ph type="sldNum" idx="7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17A9F14C-3C20-4E3A-A3CC-6ED3B9D11F78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87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2" name="Content Placeholder 6"/>
          <p:cNvSpPr/>
          <p:nvPr/>
        </p:nvSpPr>
        <p:spPr>
          <a:xfrm>
            <a:off x="826560" y="1581480"/>
            <a:ext cx="5767560" cy="509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85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Data-plane switches: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5000"/>
              </a:lnSpc>
              <a:spcBef>
                <a:spcPts val="51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fast, simple, commodity switches implementing generalized data-plane forwarding (Section 4.4) in hardware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5000"/>
              </a:lnSpc>
              <a:spcBef>
                <a:spcPts val="51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flow (forwarding) table computed, installed under controller supervision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5000"/>
              </a:lnSpc>
              <a:spcBef>
                <a:spcPts val="51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API for table-based switch control (e.g., OpenFlow)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5040" lvl="1" indent="-235080" defTabSz="914400">
              <a:lnSpc>
                <a:spcPct val="95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defines what is controllable, what is not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5000"/>
              </a:lnSpc>
              <a:spcBef>
                <a:spcPts val="51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protocol for communicating with controller (e.g., OpenFlow)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43" name="Group 850"/>
          <p:cNvGrpSpPr/>
          <p:nvPr/>
        </p:nvGrpSpPr>
        <p:grpSpPr>
          <a:xfrm>
            <a:off x="6806520" y="1476000"/>
            <a:ext cx="4033080" cy="5161680"/>
            <a:chOff x="6806520" y="1476000"/>
            <a:chExt cx="4033080" cy="5161680"/>
          </a:xfrm>
        </p:grpSpPr>
        <p:sp>
          <p:nvSpPr>
            <p:cNvPr id="9744" name="TextBox 399"/>
            <p:cNvSpPr/>
            <p:nvPr/>
          </p:nvSpPr>
          <p:spPr>
            <a:xfrm>
              <a:off x="10170360" y="5502240"/>
              <a:ext cx="615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data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45" name="TextBox 400"/>
            <p:cNvSpPr/>
            <p:nvPr/>
          </p:nvSpPr>
          <p:spPr>
            <a:xfrm>
              <a:off x="10124640" y="3039840"/>
              <a:ext cx="714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control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746" name="Straight Connector 853"/>
            <p:cNvCxnSpPr/>
            <p:nvPr/>
          </p:nvCxnSpPr>
          <p:spPr>
            <a:xfrm flipV="1">
              <a:off x="7088760" y="5095080"/>
              <a:ext cx="2792160" cy="1476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  <p:cxnSp>
          <p:nvCxnSpPr>
            <p:cNvPr id="9747" name="Straight Connector 854"/>
            <p:cNvCxnSpPr/>
            <p:nvPr/>
          </p:nvCxnSpPr>
          <p:spPr>
            <a:xfrm flipV="1">
              <a:off x="7008480" y="3274920"/>
              <a:ext cx="3041640" cy="1872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  <p:grpSp>
          <p:nvGrpSpPr>
            <p:cNvPr id="9748" name="Group 855"/>
            <p:cNvGrpSpPr/>
            <p:nvPr/>
          </p:nvGrpSpPr>
          <p:grpSpPr>
            <a:xfrm>
              <a:off x="6981120" y="5391720"/>
              <a:ext cx="2979000" cy="973440"/>
              <a:chOff x="6981120" y="5391720"/>
              <a:chExt cx="2979000" cy="973440"/>
            </a:xfrm>
          </p:grpSpPr>
          <p:sp>
            <p:nvSpPr>
              <p:cNvPr id="9749" name="Freeform 2"/>
              <p:cNvSpPr/>
              <p:nvPr/>
            </p:nvSpPr>
            <p:spPr>
              <a:xfrm>
                <a:off x="6981120" y="5391720"/>
                <a:ext cx="2979000" cy="973440"/>
              </a:xfrm>
              <a:custGeom>
                <a:avLst/>
                <a:gdLst>
                  <a:gd name="textAreaLeft" fmla="*/ 0 w 2979000"/>
                  <a:gd name="textAreaRight" fmla="*/ 2979360 w 2979000"/>
                  <a:gd name="textAreaTop" fmla="*/ 0 h 973440"/>
                  <a:gd name="textAreaBottom" fmla="*/ 973800 h 973440"/>
                  <a:gd name="GluePoint1X" fmla="*/ 648763 w 10001"/>
                  <a:gd name="GluePoint1Y" fmla="*/ 34777612 h 10125"/>
                  <a:gd name="GluePoint2X" fmla="*/ 115976403 w 10001"/>
                  <a:gd name="GluePoint2Y" fmla="*/ 13733703 h 10125"/>
                  <a:gd name="GluePoint3X" fmla="*/ 507700960 w 10001"/>
                  <a:gd name="GluePoint3Y" fmla="*/ 8662125 h 10125"/>
                  <a:gd name="GluePoint4X" fmla="*/ 810212713 w 10001"/>
                  <a:gd name="GluePoint4Y" fmla="*/ 0 h 10125"/>
                  <a:gd name="GluePoint5X" fmla="*/ 1090015738 w 10001"/>
                  <a:gd name="GluePoint5Y" fmla="*/ 8687929 h 10125"/>
                  <a:gd name="GluePoint6X" fmla="*/ 1310938763 w 10001"/>
                  <a:gd name="GluePoint6Y" fmla="*/ 4279362 h 10125"/>
                  <a:gd name="GluePoint7X" fmla="*/ 1620263134 w 10001"/>
                  <a:gd name="GluePoint7Y" fmla="*/ 25736690 h 10125"/>
                  <a:gd name="GluePoint8X" fmla="*/ 1394798364 w 10001"/>
                  <a:gd name="GluePoint8Y" fmla="*/ 58525268 h 10125"/>
                  <a:gd name="GluePoint9X" fmla="*/ 1134622140 w 10001"/>
                  <a:gd name="GluePoint9Y" fmla="*/ 80266624 h 10125"/>
                  <a:gd name="GluePoint10X" fmla="*/ 860820276 w 10001"/>
                  <a:gd name="GluePoint10Y" fmla="*/ 76142271 h 10125"/>
                  <a:gd name="GluePoint11X" fmla="*/ 708996782 w 10001"/>
                  <a:gd name="GluePoint11Y" fmla="*/ 85346835 h 10125"/>
                  <a:gd name="GluePoint12X" fmla="*/ 509322667 w 10001"/>
                  <a:gd name="GluePoint12Y" fmla="*/ 86268164 h 10125"/>
                  <a:gd name="GluePoint13X" fmla="*/ 353443899 w 10001"/>
                  <a:gd name="GluePoint13Y" fmla="*/ 67979516 h 10125"/>
                  <a:gd name="GluePoint14X" fmla="*/ 192536914 w 10001"/>
                  <a:gd name="GluePoint14Y" fmla="*/ 64535347 h 10125"/>
                  <a:gd name="GluePoint15X" fmla="*/ 648763 w 10001"/>
                  <a:gd name="GluePoint15Y" fmla="*/ 34777612 h 1012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9CE0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9750" name="Straight Connector 912"/>
              <p:cNvCxnSpPr/>
              <p:nvPr/>
            </p:nvCxnSpPr>
            <p:spPr>
              <a:xfrm flipV="1">
                <a:off x="7476840" y="5547600"/>
                <a:ext cx="973800" cy="1371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751" name="Straight Connector 913"/>
              <p:cNvCxnSpPr/>
              <p:nvPr/>
            </p:nvCxnSpPr>
            <p:spPr>
              <a:xfrm>
                <a:off x="7394760" y="5741640"/>
                <a:ext cx="1671120" cy="30960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752" name="Straight Connector 914"/>
              <p:cNvCxnSpPr/>
              <p:nvPr/>
            </p:nvCxnSpPr>
            <p:spPr>
              <a:xfrm>
                <a:off x="7404120" y="5850360"/>
                <a:ext cx="528480" cy="2865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753" name="Straight Connector 915"/>
              <p:cNvCxnSpPr/>
              <p:nvPr/>
            </p:nvCxnSpPr>
            <p:spPr>
              <a:xfrm flipV="1">
                <a:off x="8156880" y="6050880"/>
                <a:ext cx="923040" cy="8604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754" name="Straight Connector 916"/>
              <p:cNvCxnSpPr/>
              <p:nvPr/>
            </p:nvCxnSpPr>
            <p:spPr>
              <a:xfrm>
                <a:off x="8645040" y="5582160"/>
                <a:ext cx="782640" cy="12888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755" name="Straight Connector 917"/>
              <p:cNvCxnSpPr/>
              <p:nvPr/>
            </p:nvCxnSpPr>
            <p:spPr>
              <a:xfrm flipV="1">
                <a:off x="8115480" y="5741640"/>
                <a:ext cx="1325160" cy="30960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756" name="Straight Connector 918"/>
              <p:cNvCxnSpPr/>
              <p:nvPr/>
            </p:nvCxnSpPr>
            <p:spPr>
              <a:xfrm flipV="1">
                <a:off x="9097200" y="5771520"/>
                <a:ext cx="436320" cy="27972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757" name="Straight Connector 919"/>
              <p:cNvCxnSpPr/>
              <p:nvPr/>
            </p:nvCxnSpPr>
            <p:spPr>
              <a:xfrm>
                <a:off x="8463240" y="5547600"/>
                <a:ext cx="602640" cy="41652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grpSp>
            <p:nvGrpSpPr>
              <p:cNvPr id="9758" name="Group 347"/>
              <p:cNvGrpSpPr/>
              <p:nvPr/>
            </p:nvGrpSpPr>
            <p:grpSpPr>
              <a:xfrm>
                <a:off x="9395280" y="5592960"/>
                <a:ext cx="435600" cy="250920"/>
                <a:chOff x="9395280" y="5592960"/>
                <a:chExt cx="435600" cy="250920"/>
              </a:xfrm>
            </p:grpSpPr>
            <p:sp>
              <p:nvSpPr>
                <p:cNvPr id="9759" name="Oval 961"/>
                <p:cNvSpPr/>
                <p:nvPr/>
              </p:nvSpPr>
              <p:spPr>
                <a:xfrm flipV="1">
                  <a:off x="9396720" y="566100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60" name="Rectangle 962"/>
                <p:cNvSpPr/>
                <p:nvPr/>
              </p:nvSpPr>
              <p:spPr>
                <a:xfrm>
                  <a:off x="9395280" y="568692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61" name="Oval 963"/>
                <p:cNvSpPr/>
                <p:nvPr/>
              </p:nvSpPr>
              <p:spPr>
                <a:xfrm flipV="1">
                  <a:off x="9395280" y="559296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62" name="Freeform 964"/>
                <p:cNvSpPr/>
                <p:nvPr/>
              </p:nvSpPr>
              <p:spPr>
                <a:xfrm>
                  <a:off x="9506880" y="564876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63" name="Freeform 965"/>
                <p:cNvSpPr/>
                <p:nvPr/>
              </p:nvSpPr>
              <p:spPr>
                <a:xfrm>
                  <a:off x="9484560" y="562572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64" name="Freeform 966"/>
                <p:cNvSpPr/>
                <p:nvPr/>
              </p:nvSpPr>
              <p:spPr>
                <a:xfrm>
                  <a:off x="9652320" y="568008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65" name="Freeform 967"/>
                <p:cNvSpPr/>
                <p:nvPr/>
              </p:nvSpPr>
              <p:spPr>
                <a:xfrm>
                  <a:off x="9479880" y="568116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766" name="Straight Connector 968"/>
                <p:cNvCxnSpPr/>
                <p:nvPr/>
              </p:nvCxnSpPr>
              <p:spPr>
                <a:xfrm flipH="1" flipV="1">
                  <a:off x="9395280" y="568512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767" name="Straight Connector 969"/>
                <p:cNvCxnSpPr/>
                <p:nvPr/>
              </p:nvCxnSpPr>
              <p:spPr>
                <a:xfrm flipH="1" flipV="1">
                  <a:off x="9829800" y="568404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768" name="Group 347"/>
              <p:cNvGrpSpPr/>
              <p:nvPr/>
            </p:nvGrpSpPr>
            <p:grpSpPr>
              <a:xfrm>
                <a:off x="8299800" y="5445720"/>
                <a:ext cx="435600" cy="250920"/>
                <a:chOff x="8299800" y="5445720"/>
                <a:chExt cx="435600" cy="250920"/>
              </a:xfrm>
            </p:grpSpPr>
            <p:sp>
              <p:nvSpPr>
                <p:cNvPr id="9769" name="Oval 952"/>
                <p:cNvSpPr/>
                <p:nvPr/>
              </p:nvSpPr>
              <p:spPr>
                <a:xfrm flipV="1">
                  <a:off x="8300880" y="551376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70" name="Rectangle 953"/>
                <p:cNvSpPr/>
                <p:nvPr/>
              </p:nvSpPr>
              <p:spPr>
                <a:xfrm>
                  <a:off x="8299800" y="553968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71" name="Oval 954"/>
                <p:cNvSpPr/>
                <p:nvPr/>
              </p:nvSpPr>
              <p:spPr>
                <a:xfrm flipV="1">
                  <a:off x="8299800" y="544572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72" name="Freeform 955"/>
                <p:cNvSpPr/>
                <p:nvPr/>
              </p:nvSpPr>
              <p:spPr>
                <a:xfrm>
                  <a:off x="8411040" y="550152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73" name="Freeform 956"/>
                <p:cNvSpPr/>
                <p:nvPr/>
              </p:nvSpPr>
              <p:spPr>
                <a:xfrm>
                  <a:off x="8389080" y="547848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74" name="Freeform 957"/>
                <p:cNvSpPr/>
                <p:nvPr/>
              </p:nvSpPr>
              <p:spPr>
                <a:xfrm>
                  <a:off x="8556840" y="553284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75" name="Freeform 958"/>
                <p:cNvSpPr/>
                <p:nvPr/>
              </p:nvSpPr>
              <p:spPr>
                <a:xfrm>
                  <a:off x="8384400" y="553428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776" name="Straight Connector 959"/>
                <p:cNvCxnSpPr/>
                <p:nvPr/>
              </p:nvCxnSpPr>
              <p:spPr>
                <a:xfrm flipH="1" flipV="1">
                  <a:off x="8299800" y="553788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777" name="Straight Connector 960"/>
                <p:cNvCxnSpPr/>
                <p:nvPr/>
              </p:nvCxnSpPr>
              <p:spPr>
                <a:xfrm flipH="1" flipV="1">
                  <a:off x="8733960" y="5536800"/>
                  <a:ext cx="180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778" name="Group 347"/>
              <p:cNvGrpSpPr/>
              <p:nvPr/>
            </p:nvGrpSpPr>
            <p:grpSpPr>
              <a:xfrm>
                <a:off x="7170120" y="5646600"/>
                <a:ext cx="435600" cy="250920"/>
                <a:chOff x="7170120" y="5646600"/>
                <a:chExt cx="435600" cy="250920"/>
              </a:xfrm>
            </p:grpSpPr>
            <p:sp>
              <p:nvSpPr>
                <p:cNvPr id="9779" name="Oval 943"/>
                <p:cNvSpPr/>
                <p:nvPr/>
              </p:nvSpPr>
              <p:spPr>
                <a:xfrm flipV="1">
                  <a:off x="7171560" y="571464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80" name="Rectangle 944"/>
                <p:cNvSpPr/>
                <p:nvPr/>
              </p:nvSpPr>
              <p:spPr>
                <a:xfrm>
                  <a:off x="7170120" y="574020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81" name="Oval 945"/>
                <p:cNvSpPr/>
                <p:nvPr/>
              </p:nvSpPr>
              <p:spPr>
                <a:xfrm flipV="1">
                  <a:off x="7170120" y="564660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82" name="Freeform 946"/>
                <p:cNvSpPr/>
                <p:nvPr/>
              </p:nvSpPr>
              <p:spPr>
                <a:xfrm>
                  <a:off x="7281720" y="570240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83" name="Freeform 947"/>
                <p:cNvSpPr/>
                <p:nvPr/>
              </p:nvSpPr>
              <p:spPr>
                <a:xfrm>
                  <a:off x="7259400" y="567936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84" name="Freeform 948"/>
                <p:cNvSpPr/>
                <p:nvPr/>
              </p:nvSpPr>
              <p:spPr>
                <a:xfrm>
                  <a:off x="7427160" y="573372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85" name="Freeform 949"/>
                <p:cNvSpPr/>
                <p:nvPr/>
              </p:nvSpPr>
              <p:spPr>
                <a:xfrm>
                  <a:off x="7254720" y="573480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786" name="Straight Connector 950"/>
                <p:cNvCxnSpPr/>
                <p:nvPr/>
              </p:nvCxnSpPr>
              <p:spPr>
                <a:xfrm flipH="1" flipV="1">
                  <a:off x="7170120" y="573876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787" name="Straight Connector 951"/>
                <p:cNvCxnSpPr/>
                <p:nvPr/>
              </p:nvCxnSpPr>
              <p:spPr>
                <a:xfrm flipH="1" flipV="1">
                  <a:off x="7604640" y="573732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788" name="Group 347"/>
              <p:cNvGrpSpPr/>
              <p:nvPr/>
            </p:nvGrpSpPr>
            <p:grpSpPr>
              <a:xfrm>
                <a:off x="8885160" y="5922360"/>
                <a:ext cx="435600" cy="250920"/>
                <a:chOff x="8885160" y="5922360"/>
                <a:chExt cx="435600" cy="250920"/>
              </a:xfrm>
            </p:grpSpPr>
            <p:sp>
              <p:nvSpPr>
                <p:cNvPr id="9789" name="Oval 934"/>
                <p:cNvSpPr/>
                <p:nvPr/>
              </p:nvSpPr>
              <p:spPr>
                <a:xfrm flipV="1">
                  <a:off x="8886600" y="599040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90" name="Rectangle 935"/>
                <p:cNvSpPr/>
                <p:nvPr/>
              </p:nvSpPr>
              <p:spPr>
                <a:xfrm>
                  <a:off x="8885160" y="601632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91" name="Oval 936"/>
                <p:cNvSpPr/>
                <p:nvPr/>
              </p:nvSpPr>
              <p:spPr>
                <a:xfrm flipV="1">
                  <a:off x="8885160" y="592236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92" name="Freeform 937"/>
                <p:cNvSpPr/>
                <p:nvPr/>
              </p:nvSpPr>
              <p:spPr>
                <a:xfrm>
                  <a:off x="8996760" y="597816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93" name="Freeform 938"/>
                <p:cNvSpPr/>
                <p:nvPr/>
              </p:nvSpPr>
              <p:spPr>
                <a:xfrm>
                  <a:off x="8974440" y="595512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94" name="Freeform 939"/>
                <p:cNvSpPr/>
                <p:nvPr/>
              </p:nvSpPr>
              <p:spPr>
                <a:xfrm>
                  <a:off x="9142200" y="600948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795" name="Freeform 940"/>
                <p:cNvSpPr/>
                <p:nvPr/>
              </p:nvSpPr>
              <p:spPr>
                <a:xfrm>
                  <a:off x="8969760" y="601092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796" name="Straight Connector 941"/>
                <p:cNvCxnSpPr/>
                <p:nvPr/>
              </p:nvCxnSpPr>
              <p:spPr>
                <a:xfrm flipH="1" flipV="1">
                  <a:off x="8885160" y="601488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797" name="Straight Connector 942"/>
                <p:cNvCxnSpPr/>
                <p:nvPr/>
              </p:nvCxnSpPr>
              <p:spPr>
                <a:xfrm flipH="1" flipV="1">
                  <a:off x="9319680" y="601344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798" name="Group 347"/>
              <p:cNvGrpSpPr/>
              <p:nvPr/>
            </p:nvGrpSpPr>
            <p:grpSpPr>
              <a:xfrm>
                <a:off x="7803000" y="6018480"/>
                <a:ext cx="435600" cy="250920"/>
                <a:chOff x="7803000" y="6018480"/>
                <a:chExt cx="435600" cy="250920"/>
              </a:xfrm>
            </p:grpSpPr>
            <p:sp>
              <p:nvSpPr>
                <p:cNvPr id="9799" name="Oval 925"/>
                <p:cNvSpPr/>
                <p:nvPr/>
              </p:nvSpPr>
              <p:spPr>
                <a:xfrm flipV="1">
                  <a:off x="7804440" y="608652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00" name="Rectangle 926"/>
                <p:cNvSpPr/>
                <p:nvPr/>
              </p:nvSpPr>
              <p:spPr>
                <a:xfrm>
                  <a:off x="7803360" y="611208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01" name="Oval 927"/>
                <p:cNvSpPr/>
                <p:nvPr/>
              </p:nvSpPr>
              <p:spPr>
                <a:xfrm flipV="1">
                  <a:off x="7803360" y="601848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02" name="Freeform 928"/>
                <p:cNvSpPr/>
                <p:nvPr/>
              </p:nvSpPr>
              <p:spPr>
                <a:xfrm>
                  <a:off x="7914600" y="607428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03" name="Freeform 929"/>
                <p:cNvSpPr/>
                <p:nvPr/>
              </p:nvSpPr>
              <p:spPr>
                <a:xfrm>
                  <a:off x="7892640" y="605088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04" name="Freeform 930"/>
                <p:cNvSpPr/>
                <p:nvPr/>
              </p:nvSpPr>
              <p:spPr>
                <a:xfrm>
                  <a:off x="8060400" y="610524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05" name="Freeform 931"/>
                <p:cNvSpPr/>
                <p:nvPr/>
              </p:nvSpPr>
              <p:spPr>
                <a:xfrm>
                  <a:off x="7887600" y="610668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806" name="Straight Connector 932"/>
                <p:cNvCxnSpPr/>
                <p:nvPr/>
              </p:nvCxnSpPr>
              <p:spPr>
                <a:xfrm flipH="1" flipV="1">
                  <a:off x="7803000" y="6110640"/>
                  <a:ext cx="180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807" name="Straight Connector 933"/>
                <p:cNvCxnSpPr/>
                <p:nvPr/>
              </p:nvCxnSpPr>
              <p:spPr>
                <a:xfrm flipH="1" flipV="1">
                  <a:off x="8237520" y="610920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9808" name="Group 856"/>
            <p:cNvGrpSpPr/>
            <p:nvPr/>
          </p:nvGrpSpPr>
          <p:grpSpPr>
            <a:xfrm>
              <a:off x="6806520" y="3612600"/>
              <a:ext cx="3116160" cy="1053000"/>
              <a:chOff x="6806520" y="3612600"/>
              <a:chExt cx="3116160" cy="1053000"/>
            </a:xfrm>
          </p:grpSpPr>
          <p:sp>
            <p:nvSpPr>
              <p:cNvPr id="9809" name="Rectangle 875"/>
              <p:cNvSpPr/>
              <p:nvPr/>
            </p:nvSpPr>
            <p:spPr>
              <a:xfrm>
                <a:off x="7234920" y="3648240"/>
                <a:ext cx="2687760" cy="1017360"/>
              </a:xfrm>
              <a:prstGeom prst="rect">
                <a:avLst/>
              </a:prstGeom>
              <a:solidFill>
                <a:srgbClr val="D2D2F4"/>
              </a:solidFill>
              <a:ln w="317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810" name="Freeform 876"/>
              <p:cNvSpPr/>
              <p:nvPr/>
            </p:nvSpPr>
            <p:spPr>
              <a:xfrm>
                <a:off x="7034400" y="3612600"/>
                <a:ext cx="213480" cy="1027800"/>
              </a:xfrm>
              <a:custGeom>
                <a:avLst/>
                <a:gdLst>
                  <a:gd name="textAreaLeft" fmla="*/ 0 w 213480"/>
                  <a:gd name="textAreaRight" fmla="*/ 213840 w 213480"/>
                  <a:gd name="textAreaTop" fmla="*/ 0 h 1027800"/>
                  <a:gd name="textAreaBottom" fmla="*/ 1028160 h 1027800"/>
                  <a:gd name="GluePoint1X" fmla="*/ 15446 w 215301"/>
                  <a:gd name="GluePoint1Y" fmla="*/ 745656 h 1027869"/>
                  <a:gd name="GluePoint2X" fmla="*/ 209366 w 215301"/>
                  <a:gd name="GluePoint2Y" fmla="*/ 0 h 1027869"/>
                  <a:gd name="GluePoint3X" fmla="*/ 215301 w 215301"/>
                  <a:gd name="GluePoint3Y" fmla="*/ 1027869 h 1027869"/>
                  <a:gd name="GluePoint4X" fmla="*/ 87 w 215301"/>
                  <a:gd name="GluePoint4Y" fmla="*/ 888484 h 1027869"/>
                  <a:gd name="GluePoint5X" fmla="*/ 15446 w 215301"/>
                  <a:gd name="GluePoint5Y" fmla="*/ 745656 h 102786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15301" h="1027869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2F2F2"/>
                  </a:gs>
                  <a:gs pos="100000">
                    <a:srgbClr val="D2D2F4"/>
                  </a:gs>
                </a:gsLst>
                <a:lin ang="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9811" name="Group 950"/>
              <p:cNvGrpSpPr/>
              <p:nvPr/>
            </p:nvGrpSpPr>
            <p:grpSpPr>
              <a:xfrm>
                <a:off x="6806520" y="4086720"/>
                <a:ext cx="251280" cy="563760"/>
                <a:chOff x="6806520" y="4086720"/>
                <a:chExt cx="251280" cy="563760"/>
              </a:xfrm>
            </p:grpSpPr>
            <p:sp>
              <p:nvSpPr>
                <p:cNvPr id="9812" name="Freeform 951"/>
                <p:cNvSpPr/>
                <p:nvPr/>
              </p:nvSpPr>
              <p:spPr>
                <a:xfrm>
                  <a:off x="7005600" y="4087800"/>
                  <a:ext cx="49680" cy="537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37840"/>
                    <a:gd name="textAreaBottom" fmla="*/ 538200 h 537840"/>
                    <a:gd name="GluePoint1X" fmla="*/ 3 w 354"/>
                    <a:gd name="GluePoint1Y" fmla="*/ 0 h 2742"/>
                    <a:gd name="GluePoint2X" fmla="*/ 15 w 354"/>
                    <a:gd name="GluePoint2Y" fmla="*/ 27 h 2742"/>
                    <a:gd name="GluePoint3X" fmla="*/ 15 w 354"/>
                    <a:gd name="GluePoint3Y" fmla="*/ 205 h 2742"/>
                    <a:gd name="GluePoint4X" fmla="*/ 0 w 354"/>
                    <a:gd name="GluePoint4Y" fmla="*/ 215 h 2742"/>
                    <a:gd name="GluePoint5X" fmla="*/ 3 w 354"/>
                    <a:gd name="GluePoint5Y" fmla="*/ 0 h 274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13" name="Rectangle 952"/>
                <p:cNvSpPr/>
                <p:nvPr/>
              </p:nvSpPr>
              <p:spPr>
                <a:xfrm>
                  <a:off x="6818760" y="4086720"/>
                  <a:ext cx="184320" cy="537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14" name="Freeform 953"/>
                <p:cNvSpPr/>
                <p:nvPr/>
              </p:nvSpPr>
              <p:spPr>
                <a:xfrm>
                  <a:off x="7014960" y="4120200"/>
                  <a:ext cx="29520" cy="4975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497520"/>
                    <a:gd name="textAreaBottom" fmla="*/ 497880 h 497520"/>
                    <a:gd name="GluePoint1X" fmla="*/ 2 w 211"/>
                    <a:gd name="GluePoint1Y" fmla="*/ 0 h 2537"/>
                    <a:gd name="GluePoint2X" fmla="*/ 9 w 211"/>
                    <a:gd name="GluePoint2Y" fmla="*/ 18 h 2537"/>
                    <a:gd name="GluePoint3X" fmla="*/ 2 w 211"/>
                    <a:gd name="GluePoint3Y" fmla="*/ 196 h 2537"/>
                    <a:gd name="GluePoint4X" fmla="*/ 2 w 211"/>
                    <a:gd name="GluePoint4Y" fmla="*/ 0 h 253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15" name="Freeform 954"/>
                <p:cNvSpPr/>
                <p:nvPr/>
              </p:nvSpPr>
              <p:spPr>
                <a:xfrm>
                  <a:off x="7008480" y="4371840"/>
                  <a:ext cx="46080" cy="44280"/>
                </a:xfrm>
                <a:custGeom>
                  <a:avLst/>
                  <a:gdLst>
                    <a:gd name="textAreaLeft" fmla="*/ 0 w 46080"/>
                    <a:gd name="textAreaRight" fmla="*/ 46440 w 46080"/>
                    <a:gd name="textAreaTop" fmla="*/ 0 h 44280"/>
                    <a:gd name="textAreaBottom" fmla="*/ 44640 h 44280"/>
                    <a:gd name="GluePoint1X" fmla="*/ 2 w 328"/>
                    <a:gd name="GluePoint1Y" fmla="*/ 0 h 226"/>
                    <a:gd name="GluePoint2X" fmla="*/ 14 w 328"/>
                    <a:gd name="GluePoint2Y" fmla="*/ 11 h 226"/>
                    <a:gd name="GluePoint3X" fmla="*/ 14 w 328"/>
                    <a:gd name="GluePoint3Y" fmla="*/ 19 h 226"/>
                    <a:gd name="GluePoint4X" fmla="*/ 0 w 328"/>
                    <a:gd name="GluePoint4Y" fmla="*/ 8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360" rIns="90000" bIns="-3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16" name="Rectangle 955"/>
                <p:cNvSpPr/>
                <p:nvPr/>
              </p:nvSpPr>
              <p:spPr>
                <a:xfrm>
                  <a:off x="6818760" y="414828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817" name="Group 956"/>
                <p:cNvGrpSpPr/>
                <p:nvPr/>
              </p:nvGrpSpPr>
              <p:grpSpPr>
                <a:xfrm>
                  <a:off x="6913800" y="4142520"/>
                  <a:ext cx="101520" cy="34920"/>
                  <a:chOff x="6913800" y="4142520"/>
                  <a:chExt cx="101520" cy="34920"/>
                </a:xfrm>
              </p:grpSpPr>
              <p:sp>
                <p:nvSpPr>
                  <p:cNvPr id="9818" name="AutoShape 957"/>
                  <p:cNvSpPr/>
                  <p:nvPr/>
                </p:nvSpPr>
                <p:spPr>
                  <a:xfrm>
                    <a:off x="6913800" y="4142520"/>
                    <a:ext cx="101520" cy="349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0160" rIns="90000" bIns="-2016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819" name="AutoShape 958"/>
                  <p:cNvSpPr/>
                  <p:nvPr/>
                </p:nvSpPr>
                <p:spPr>
                  <a:xfrm>
                    <a:off x="6915600" y="4146480"/>
                    <a:ext cx="98280" cy="2772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200" rIns="90000" bIns="-252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820" name="Rectangle 959"/>
                <p:cNvSpPr/>
                <p:nvPr/>
              </p:nvSpPr>
              <p:spPr>
                <a:xfrm>
                  <a:off x="6820560" y="422640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821" name="Group 960"/>
                <p:cNvGrpSpPr/>
                <p:nvPr/>
              </p:nvGrpSpPr>
              <p:grpSpPr>
                <a:xfrm>
                  <a:off x="6913800" y="4218840"/>
                  <a:ext cx="101520" cy="31320"/>
                  <a:chOff x="6913800" y="4218840"/>
                  <a:chExt cx="101520" cy="31320"/>
                </a:xfrm>
              </p:grpSpPr>
              <p:sp>
                <p:nvSpPr>
                  <p:cNvPr id="9822" name="AutoShape 961"/>
                  <p:cNvSpPr/>
                  <p:nvPr/>
                </p:nvSpPr>
                <p:spPr>
                  <a:xfrm>
                    <a:off x="6913800" y="4218840"/>
                    <a:ext cx="10152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823" name="AutoShape 962"/>
                  <p:cNvSpPr/>
                  <p:nvPr/>
                </p:nvSpPr>
                <p:spPr>
                  <a:xfrm>
                    <a:off x="6915600" y="4222800"/>
                    <a:ext cx="98280" cy="2376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7720" rIns="90000" bIns="-27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824" name="Rectangle 963"/>
                <p:cNvSpPr/>
                <p:nvPr/>
              </p:nvSpPr>
              <p:spPr>
                <a:xfrm>
                  <a:off x="6820560" y="430452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25" name="Rectangle 964"/>
                <p:cNvSpPr/>
                <p:nvPr/>
              </p:nvSpPr>
              <p:spPr>
                <a:xfrm>
                  <a:off x="6822360" y="437544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826" name="Group 965"/>
                <p:cNvGrpSpPr/>
                <p:nvPr/>
              </p:nvGrpSpPr>
              <p:grpSpPr>
                <a:xfrm>
                  <a:off x="6912000" y="4373640"/>
                  <a:ext cx="101520" cy="31320"/>
                  <a:chOff x="6912000" y="4373640"/>
                  <a:chExt cx="101520" cy="31320"/>
                </a:xfrm>
              </p:grpSpPr>
              <p:sp>
                <p:nvSpPr>
                  <p:cNvPr id="9827" name="AutoShape 966"/>
                  <p:cNvSpPr/>
                  <p:nvPr/>
                </p:nvSpPr>
                <p:spPr>
                  <a:xfrm>
                    <a:off x="6912000" y="4373640"/>
                    <a:ext cx="10152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828" name="AutoShape 967"/>
                  <p:cNvSpPr/>
                  <p:nvPr/>
                </p:nvSpPr>
                <p:spPr>
                  <a:xfrm>
                    <a:off x="6913800" y="4373640"/>
                    <a:ext cx="98280" cy="2736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560" rIns="90000" bIns="-2556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829" name="Freeform 968"/>
                <p:cNvSpPr/>
                <p:nvPr/>
              </p:nvSpPr>
              <p:spPr>
                <a:xfrm>
                  <a:off x="7009200" y="4304520"/>
                  <a:ext cx="46080" cy="43920"/>
                </a:xfrm>
                <a:custGeom>
                  <a:avLst/>
                  <a:gdLst>
                    <a:gd name="textAreaLeft" fmla="*/ 0 w 46080"/>
                    <a:gd name="textAreaRight" fmla="*/ 46440 w 46080"/>
                    <a:gd name="textAreaTop" fmla="*/ 0 h 43920"/>
                    <a:gd name="textAreaBottom" fmla="*/ 44280 h 43920"/>
                    <a:gd name="GluePoint1X" fmla="*/ 2 w 328"/>
                    <a:gd name="GluePoint1Y" fmla="*/ 0 h 226"/>
                    <a:gd name="GluePoint2X" fmla="*/ 14 w 328"/>
                    <a:gd name="GluePoint2Y" fmla="*/ 10 h 226"/>
                    <a:gd name="GluePoint3X" fmla="*/ 14 w 328"/>
                    <a:gd name="GluePoint3Y" fmla="*/ 17 h 226"/>
                    <a:gd name="GluePoint4X" fmla="*/ 0 w 328"/>
                    <a:gd name="GluePoint4Y" fmla="*/ 7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720" rIns="90000" bIns="-7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830" name="Group 969"/>
                <p:cNvGrpSpPr/>
                <p:nvPr/>
              </p:nvGrpSpPr>
              <p:grpSpPr>
                <a:xfrm>
                  <a:off x="6912000" y="4299120"/>
                  <a:ext cx="103320" cy="31320"/>
                  <a:chOff x="6912000" y="4299120"/>
                  <a:chExt cx="103320" cy="31320"/>
                </a:xfrm>
              </p:grpSpPr>
              <p:sp>
                <p:nvSpPr>
                  <p:cNvPr id="9831" name="AutoShape 970"/>
                  <p:cNvSpPr/>
                  <p:nvPr/>
                </p:nvSpPr>
                <p:spPr>
                  <a:xfrm>
                    <a:off x="6912000" y="4299120"/>
                    <a:ext cx="10332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832" name="AutoShape 971"/>
                  <p:cNvSpPr/>
                  <p:nvPr/>
                </p:nvSpPr>
                <p:spPr>
                  <a:xfrm>
                    <a:off x="6913800" y="4302720"/>
                    <a:ext cx="101520" cy="2376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7720" rIns="90000" bIns="-27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833" name="Rectangle 972"/>
                <p:cNvSpPr/>
                <p:nvPr/>
              </p:nvSpPr>
              <p:spPr>
                <a:xfrm>
                  <a:off x="7001640" y="4086720"/>
                  <a:ext cx="11880" cy="537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34" name="Freeform 973"/>
                <p:cNvSpPr/>
                <p:nvPr/>
              </p:nvSpPr>
              <p:spPr>
                <a:xfrm>
                  <a:off x="7013520" y="4222800"/>
                  <a:ext cx="41400" cy="49680"/>
                </a:xfrm>
                <a:custGeom>
                  <a:avLst/>
                  <a:gdLst>
                    <a:gd name="textAreaLeft" fmla="*/ 0 w 41400"/>
                    <a:gd name="textAreaRight" fmla="*/ 41760 w 41400"/>
                    <a:gd name="textAreaTop" fmla="*/ 0 h 49680"/>
                    <a:gd name="textAreaBottom" fmla="*/ 50040 h 49680"/>
                    <a:gd name="GluePoint1X" fmla="*/ 2 w 296"/>
                    <a:gd name="GluePoint1Y" fmla="*/ 0 h 256"/>
                    <a:gd name="GluePoint2X" fmla="*/ 14 w 296"/>
                    <a:gd name="GluePoint2Y" fmla="*/ 10 h 256"/>
                    <a:gd name="GluePoint3X" fmla="*/ 14 w 296"/>
                    <a:gd name="GluePoint3Y" fmla="*/ 19 h 256"/>
                    <a:gd name="GluePoint4X" fmla="*/ 0 w 296"/>
                    <a:gd name="GluePoint4Y" fmla="*/ 7 h 256"/>
                    <a:gd name="GluePoint5X" fmla="*/ 2 w 296"/>
                    <a:gd name="GluePoint5Y" fmla="*/ 0 h 25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5040" rIns="90000" bIns="50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35" name="Freeform 974"/>
                <p:cNvSpPr/>
                <p:nvPr/>
              </p:nvSpPr>
              <p:spPr>
                <a:xfrm>
                  <a:off x="7013880" y="4146120"/>
                  <a:ext cx="42840" cy="5616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56160"/>
                    <a:gd name="textAreaBottom" fmla="*/ 56520 h 56160"/>
                    <a:gd name="GluePoint1X" fmla="*/ 0 w 304"/>
                    <a:gd name="GluePoint1Y" fmla="*/ 0 h 288"/>
                    <a:gd name="GluePoint2X" fmla="*/ 14 w 304"/>
                    <a:gd name="GluePoint2Y" fmla="*/ 13 h 288"/>
                    <a:gd name="GluePoint3X" fmla="*/ 13 w 304"/>
                    <a:gd name="GluePoint3Y" fmla="*/ 23 h 288"/>
                    <a:gd name="GluePoint4X" fmla="*/ 2 w 304"/>
                    <a:gd name="GluePoint4Y" fmla="*/ 10 h 288"/>
                    <a:gd name="GluePoint5X" fmla="*/ 0 w 304"/>
                    <a:gd name="GluePoint5Y" fmla="*/ 0 h 2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1520" rIns="90000" bIns="115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36" name="Oval 975"/>
                <p:cNvSpPr/>
                <p:nvPr/>
              </p:nvSpPr>
              <p:spPr>
                <a:xfrm>
                  <a:off x="7049160" y="4600440"/>
                  <a:ext cx="8640" cy="21960"/>
                </a:xfrm>
                <a:prstGeom prst="ellipse">
                  <a:avLst/>
                </a:pr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9520" rIns="90000" bIns="-295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37" name="Freeform 976"/>
                <p:cNvSpPr/>
                <p:nvPr/>
              </p:nvSpPr>
              <p:spPr>
                <a:xfrm>
                  <a:off x="7011720" y="4601160"/>
                  <a:ext cx="42840" cy="4680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46800"/>
                    <a:gd name="textAreaBottom" fmla="*/ 47160 h 46800"/>
                    <a:gd name="GluePoint1X" fmla="*/ 0 w 306"/>
                    <a:gd name="GluePoint1Y" fmla="*/ 9 h 240"/>
                    <a:gd name="GluePoint2X" fmla="*/ 2 w 306"/>
                    <a:gd name="GluePoint2Y" fmla="*/ 19 h 240"/>
                    <a:gd name="GluePoint3X" fmla="*/ 14 w 306"/>
                    <a:gd name="GluePoint3Y" fmla="*/ 9 h 240"/>
                    <a:gd name="GluePoint4X" fmla="*/ 14 w 306"/>
                    <a:gd name="GluePoint4Y" fmla="*/ 0 h 240"/>
                    <a:gd name="GluePoint5X" fmla="*/ 0 w 306"/>
                    <a:gd name="GluePoint5Y" fmla="*/ 9 h 24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" rIns="90000" bIns="2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38" name="AutoShape 977"/>
                <p:cNvSpPr/>
                <p:nvPr/>
              </p:nvSpPr>
              <p:spPr>
                <a:xfrm>
                  <a:off x="6806520" y="4615560"/>
                  <a:ext cx="210600" cy="349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39" name="AutoShape 978"/>
                <p:cNvSpPr/>
                <p:nvPr/>
              </p:nvSpPr>
              <p:spPr>
                <a:xfrm>
                  <a:off x="6818760" y="4624920"/>
                  <a:ext cx="187920" cy="1836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1680" rIns="90000" bIns="-316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40" name="Oval 979"/>
                <p:cNvSpPr/>
                <p:nvPr/>
              </p:nvSpPr>
              <p:spPr>
                <a:xfrm>
                  <a:off x="6836400" y="4546800"/>
                  <a:ext cx="27720" cy="331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41" name="Oval 980"/>
                <p:cNvSpPr/>
                <p:nvPr/>
              </p:nvSpPr>
              <p:spPr>
                <a:xfrm>
                  <a:off x="6868080" y="4546800"/>
                  <a:ext cx="27720" cy="33120"/>
                </a:xfrm>
                <a:prstGeom prst="ellipse">
                  <a:avLst/>
                </a:prstGeom>
                <a:solidFill>
                  <a:srgbClr val="FF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800" b="0" u="none" strike="noStrike">
                    <a:solidFill>
                      <a:srgbClr val="FF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42" name="Oval 981"/>
                <p:cNvSpPr/>
                <p:nvPr/>
              </p:nvSpPr>
              <p:spPr>
                <a:xfrm>
                  <a:off x="6897960" y="4546800"/>
                  <a:ext cx="27720" cy="331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43" name="Rectangle 982"/>
                <p:cNvSpPr/>
                <p:nvPr/>
              </p:nvSpPr>
              <p:spPr>
                <a:xfrm>
                  <a:off x="6970320" y="4418280"/>
                  <a:ext cx="13680" cy="17820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844" name="TextBox 878"/>
              <p:cNvSpPr/>
              <p:nvPr/>
            </p:nvSpPr>
            <p:spPr>
              <a:xfrm>
                <a:off x="7209720" y="3825360"/>
                <a:ext cx="2625480" cy="608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SDN Controller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(network operating system)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45" name="TextBox 857"/>
            <p:cNvSpPr/>
            <p:nvPr/>
          </p:nvSpPr>
          <p:spPr>
            <a:xfrm>
              <a:off x="8654040" y="1623960"/>
              <a:ext cx="58752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3200" b="0" u="none" strike="noStrike">
                  <a:solidFill>
                    <a:srgbClr val="008000"/>
                  </a:solidFill>
                  <a:effectLst/>
                  <a:uFillTx/>
                  <a:latin typeface="Arial"/>
                  <a:ea typeface="ＭＳ Ｐゴシック"/>
                </a:rPr>
                <a:t>…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46" name="Group 858"/>
            <p:cNvGrpSpPr/>
            <p:nvPr/>
          </p:nvGrpSpPr>
          <p:grpSpPr>
            <a:xfrm>
              <a:off x="6982200" y="1843200"/>
              <a:ext cx="1023120" cy="589680"/>
              <a:chOff x="6982200" y="1843200"/>
              <a:chExt cx="1023120" cy="589680"/>
            </a:xfrm>
          </p:grpSpPr>
          <p:sp>
            <p:nvSpPr>
              <p:cNvPr id="9847" name="Oval 873"/>
              <p:cNvSpPr/>
              <p:nvPr/>
            </p:nvSpPr>
            <p:spPr>
              <a:xfrm>
                <a:off x="6982200" y="1843200"/>
                <a:ext cx="1023120" cy="589680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>
                <a:solidFill>
                  <a:srgbClr val="008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848" name="TextBox 874"/>
              <p:cNvSpPr/>
              <p:nvPr/>
            </p:nvSpPr>
            <p:spPr>
              <a:xfrm>
                <a:off x="7058160" y="1940400"/>
                <a:ext cx="8802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routing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849" name="Group 859"/>
            <p:cNvGrpSpPr/>
            <p:nvPr/>
          </p:nvGrpSpPr>
          <p:grpSpPr>
            <a:xfrm>
              <a:off x="7817040" y="2364120"/>
              <a:ext cx="1023120" cy="589680"/>
              <a:chOff x="7817040" y="2364120"/>
              <a:chExt cx="1023120" cy="589680"/>
            </a:xfrm>
          </p:grpSpPr>
          <p:sp>
            <p:nvSpPr>
              <p:cNvPr id="9850" name="Oval 871"/>
              <p:cNvSpPr/>
              <p:nvPr/>
            </p:nvSpPr>
            <p:spPr>
              <a:xfrm>
                <a:off x="7817040" y="2364120"/>
                <a:ext cx="1023120" cy="589680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>
                <a:solidFill>
                  <a:srgbClr val="008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851" name="TextBox 872"/>
              <p:cNvSpPr/>
              <p:nvPr/>
            </p:nvSpPr>
            <p:spPr>
              <a:xfrm>
                <a:off x="7862040" y="2394000"/>
                <a:ext cx="954720" cy="52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access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control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852" name="Group 860"/>
            <p:cNvGrpSpPr/>
            <p:nvPr/>
          </p:nvGrpSpPr>
          <p:grpSpPr>
            <a:xfrm>
              <a:off x="9047160" y="2322720"/>
              <a:ext cx="1023120" cy="589680"/>
              <a:chOff x="9047160" y="2322720"/>
              <a:chExt cx="1023120" cy="589680"/>
            </a:xfrm>
          </p:grpSpPr>
          <p:sp>
            <p:nvSpPr>
              <p:cNvPr id="9853" name="Oval 869"/>
              <p:cNvSpPr/>
              <p:nvPr/>
            </p:nvSpPr>
            <p:spPr>
              <a:xfrm>
                <a:off x="9047160" y="2322720"/>
                <a:ext cx="1023120" cy="589680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>
                <a:solidFill>
                  <a:srgbClr val="008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854" name="TextBox 870"/>
              <p:cNvSpPr/>
              <p:nvPr/>
            </p:nvSpPr>
            <p:spPr>
              <a:xfrm>
                <a:off x="9078480" y="2352600"/>
                <a:ext cx="981720" cy="52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load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balance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9855" name="Straight Arrow Connector 861"/>
            <p:cNvCxnSpPr/>
            <p:nvPr/>
          </p:nvCxnSpPr>
          <p:spPr>
            <a:xfrm flipV="1">
              <a:off x="10443240" y="1783440"/>
              <a:ext cx="360" cy="1249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9856" name="Straight Arrow Connector 862"/>
            <p:cNvCxnSpPr/>
            <p:nvPr/>
          </p:nvCxnSpPr>
          <p:spPr>
            <a:xfrm>
              <a:off x="10468800" y="3531600"/>
              <a:ext cx="360" cy="1524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9857" name="Straight Arrow Connector 863"/>
            <p:cNvCxnSpPr/>
            <p:nvPr/>
          </p:nvCxnSpPr>
          <p:spPr>
            <a:xfrm>
              <a:off x="10477080" y="5947200"/>
              <a:ext cx="360" cy="4150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9858" name="Straight Arrow Connector 864"/>
            <p:cNvCxnSpPr/>
            <p:nvPr/>
          </p:nvCxnSpPr>
          <p:spPr>
            <a:xfrm flipV="1">
              <a:off x="10469520" y="5111640"/>
              <a:ext cx="360" cy="4150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9859" name="TextBox 399"/>
            <p:cNvSpPr/>
            <p:nvPr/>
          </p:nvSpPr>
          <p:spPr>
            <a:xfrm>
              <a:off x="8466840" y="4801320"/>
              <a:ext cx="163548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southbound API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0" name="TextBox 399"/>
            <p:cNvSpPr/>
            <p:nvPr/>
          </p:nvSpPr>
          <p:spPr>
            <a:xfrm>
              <a:off x="8462880" y="3283560"/>
              <a:ext cx="163548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northbound API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1" name="TextBox 399"/>
            <p:cNvSpPr/>
            <p:nvPr/>
          </p:nvSpPr>
          <p:spPr>
            <a:xfrm>
              <a:off x="7323840" y="6361560"/>
              <a:ext cx="230220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SDN-controlled switches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2" name="TextBox 399"/>
            <p:cNvSpPr/>
            <p:nvPr/>
          </p:nvSpPr>
          <p:spPr>
            <a:xfrm>
              <a:off x="7524360" y="1476000"/>
              <a:ext cx="238140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network-control applications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63" name="Rectangle 970"/>
          <p:cNvSpPr/>
          <p:nvPr/>
        </p:nvSpPr>
        <p:spPr>
          <a:xfrm>
            <a:off x="6602040" y="1221840"/>
            <a:ext cx="4133880" cy="3900960"/>
          </a:xfrm>
          <a:prstGeom prst="rect">
            <a:avLst/>
          </a:prstGeom>
          <a:solidFill>
            <a:srgbClr val="FFFFFF">
              <a:alpha val="77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430" dur="indefinite" restart="never" nodeType="tmRoot">
          <p:childTnLst>
            <p:seq>
              <p:cTn id="2431" dur="indefinite" nodeType="mainSeq">
                <p:childTnLst>
                  <p:par>
                    <p:cTn id="2432" fill="hold">
                      <p:stCondLst>
                        <p:cond delay="indefinite"/>
                      </p:stCondLst>
                      <p:childTnLst>
                        <p:par>
                          <p:cTn id="2433" fill="hold">
                            <p:stCondLst>
                              <p:cond delay="0"/>
                            </p:stCondLst>
                            <p:childTnLst>
                              <p:par>
                                <p:cTn id="243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36" dur="500"/>
                                        <p:tgtEl>
                                          <p:spTgt spid="9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7" fill="hold">
                      <p:stCondLst>
                        <p:cond delay="indefinite"/>
                      </p:stCondLst>
                      <p:childTnLst>
                        <p:par>
                          <p:cTn id="2438" fill="hold">
                            <p:stCondLst>
                              <p:cond delay="0"/>
                            </p:stCondLst>
                            <p:childTnLst>
                              <p:par>
                                <p:cTn id="243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41" dur="500"/>
                                        <p:tgtEl>
                                          <p:spTgt spid="97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2" fill="hold">
                      <p:stCondLst>
                        <p:cond delay="indefinite"/>
                      </p:stCondLst>
                      <p:childTnLst>
                        <p:par>
                          <p:cTn id="2443" fill="hold">
                            <p:stCondLst>
                              <p:cond delay="0"/>
                            </p:stCondLst>
                            <p:childTnLst>
                              <p:par>
                                <p:cTn id="244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46" dur="500"/>
                                        <p:tgtEl>
                                          <p:spTgt spid="97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49" dur="500"/>
                                        <p:tgtEl>
                                          <p:spTgt spid="97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0" fill="hold">
                      <p:stCondLst>
                        <p:cond delay="indefinite"/>
                      </p:stCondLst>
                      <p:childTnLst>
                        <p:par>
                          <p:cTn id="2451" fill="hold">
                            <p:stCondLst>
                              <p:cond delay="0"/>
                            </p:stCondLst>
                            <p:childTnLst>
                              <p:par>
                                <p:cTn id="245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54" dur="500"/>
                                        <p:tgtEl>
                                          <p:spTgt spid="97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4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Software defined networking (SDN)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9865" name="PlaceHolder 2"/>
          <p:cNvSpPr>
            <a:spLocks noGrp="1"/>
          </p:cNvSpPr>
          <p:nvPr>
            <p:ph type="sldNum" idx="7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8EC97AF6-DF78-44C0-B9D6-55AC1E46B426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88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6" name="Content Placeholder 6"/>
          <p:cNvSpPr/>
          <p:nvPr/>
        </p:nvSpPr>
        <p:spPr>
          <a:xfrm>
            <a:off x="826560" y="1581480"/>
            <a:ext cx="5643000" cy="50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85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SDN controller (network OS):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74680" defTabSz="914400">
              <a:lnSpc>
                <a:spcPct val="9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maintain network state information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74680" defTabSz="914400">
              <a:lnSpc>
                <a:spcPct val="9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interacts with network control applications “above” via northbound API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74680" defTabSz="914400">
              <a:lnSpc>
                <a:spcPct val="9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interacts with network switches “below” via southbound API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74680" defTabSz="914400">
              <a:lnSpc>
                <a:spcPct val="9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implemented as distributed system for performance, scalability, fault-tolerance, robustness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67" name="Group 850"/>
          <p:cNvGrpSpPr/>
          <p:nvPr/>
        </p:nvGrpSpPr>
        <p:grpSpPr>
          <a:xfrm>
            <a:off x="6806520" y="1476000"/>
            <a:ext cx="4033080" cy="5161680"/>
            <a:chOff x="6806520" y="1476000"/>
            <a:chExt cx="4033080" cy="5161680"/>
          </a:xfrm>
        </p:grpSpPr>
        <p:sp>
          <p:nvSpPr>
            <p:cNvPr id="9868" name="TextBox 399"/>
            <p:cNvSpPr/>
            <p:nvPr/>
          </p:nvSpPr>
          <p:spPr>
            <a:xfrm>
              <a:off x="10170360" y="5502240"/>
              <a:ext cx="615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data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9" name="TextBox 400"/>
            <p:cNvSpPr/>
            <p:nvPr/>
          </p:nvSpPr>
          <p:spPr>
            <a:xfrm>
              <a:off x="10124640" y="3039840"/>
              <a:ext cx="714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control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870" name="Straight Connector 853"/>
            <p:cNvCxnSpPr/>
            <p:nvPr/>
          </p:nvCxnSpPr>
          <p:spPr>
            <a:xfrm flipV="1">
              <a:off x="7088760" y="5095080"/>
              <a:ext cx="2792160" cy="1476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  <p:cxnSp>
          <p:nvCxnSpPr>
            <p:cNvPr id="9871" name="Straight Connector 854"/>
            <p:cNvCxnSpPr/>
            <p:nvPr/>
          </p:nvCxnSpPr>
          <p:spPr>
            <a:xfrm flipV="1">
              <a:off x="7008480" y="3274920"/>
              <a:ext cx="3041640" cy="1872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  <p:grpSp>
          <p:nvGrpSpPr>
            <p:cNvPr id="9872" name="Group 855"/>
            <p:cNvGrpSpPr/>
            <p:nvPr/>
          </p:nvGrpSpPr>
          <p:grpSpPr>
            <a:xfrm>
              <a:off x="6981120" y="5391720"/>
              <a:ext cx="2979000" cy="973440"/>
              <a:chOff x="6981120" y="5391720"/>
              <a:chExt cx="2979000" cy="973440"/>
            </a:xfrm>
          </p:grpSpPr>
          <p:sp>
            <p:nvSpPr>
              <p:cNvPr id="9873" name="Freeform 2"/>
              <p:cNvSpPr/>
              <p:nvPr/>
            </p:nvSpPr>
            <p:spPr>
              <a:xfrm>
                <a:off x="6981120" y="5391720"/>
                <a:ext cx="2979000" cy="973440"/>
              </a:xfrm>
              <a:custGeom>
                <a:avLst/>
                <a:gdLst>
                  <a:gd name="textAreaLeft" fmla="*/ 0 w 2979000"/>
                  <a:gd name="textAreaRight" fmla="*/ 2979360 w 2979000"/>
                  <a:gd name="textAreaTop" fmla="*/ 0 h 973440"/>
                  <a:gd name="textAreaBottom" fmla="*/ 973800 h 973440"/>
                  <a:gd name="GluePoint1X" fmla="*/ 648763 w 10001"/>
                  <a:gd name="GluePoint1Y" fmla="*/ 34777612 h 10125"/>
                  <a:gd name="GluePoint2X" fmla="*/ 115976403 w 10001"/>
                  <a:gd name="GluePoint2Y" fmla="*/ 13733703 h 10125"/>
                  <a:gd name="GluePoint3X" fmla="*/ 507700960 w 10001"/>
                  <a:gd name="GluePoint3Y" fmla="*/ 8662125 h 10125"/>
                  <a:gd name="GluePoint4X" fmla="*/ 810212713 w 10001"/>
                  <a:gd name="GluePoint4Y" fmla="*/ 0 h 10125"/>
                  <a:gd name="GluePoint5X" fmla="*/ 1090015738 w 10001"/>
                  <a:gd name="GluePoint5Y" fmla="*/ 8687929 h 10125"/>
                  <a:gd name="GluePoint6X" fmla="*/ 1310938763 w 10001"/>
                  <a:gd name="GluePoint6Y" fmla="*/ 4279362 h 10125"/>
                  <a:gd name="GluePoint7X" fmla="*/ 1620263134 w 10001"/>
                  <a:gd name="GluePoint7Y" fmla="*/ 25736690 h 10125"/>
                  <a:gd name="GluePoint8X" fmla="*/ 1394798364 w 10001"/>
                  <a:gd name="GluePoint8Y" fmla="*/ 58525268 h 10125"/>
                  <a:gd name="GluePoint9X" fmla="*/ 1134622140 w 10001"/>
                  <a:gd name="GluePoint9Y" fmla="*/ 80266624 h 10125"/>
                  <a:gd name="GluePoint10X" fmla="*/ 860820276 w 10001"/>
                  <a:gd name="GluePoint10Y" fmla="*/ 76142271 h 10125"/>
                  <a:gd name="GluePoint11X" fmla="*/ 708996782 w 10001"/>
                  <a:gd name="GluePoint11Y" fmla="*/ 85346835 h 10125"/>
                  <a:gd name="GluePoint12X" fmla="*/ 509322667 w 10001"/>
                  <a:gd name="GluePoint12Y" fmla="*/ 86268164 h 10125"/>
                  <a:gd name="GluePoint13X" fmla="*/ 353443899 w 10001"/>
                  <a:gd name="GluePoint13Y" fmla="*/ 67979516 h 10125"/>
                  <a:gd name="GluePoint14X" fmla="*/ 192536914 w 10001"/>
                  <a:gd name="GluePoint14Y" fmla="*/ 64535347 h 10125"/>
                  <a:gd name="GluePoint15X" fmla="*/ 648763 w 10001"/>
                  <a:gd name="GluePoint15Y" fmla="*/ 34777612 h 1012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9874" name="Straight Connector 912"/>
              <p:cNvCxnSpPr/>
              <p:nvPr/>
            </p:nvCxnSpPr>
            <p:spPr>
              <a:xfrm flipV="1">
                <a:off x="7476840" y="5547600"/>
                <a:ext cx="973800" cy="1371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875" name="Straight Connector 913"/>
              <p:cNvCxnSpPr/>
              <p:nvPr/>
            </p:nvCxnSpPr>
            <p:spPr>
              <a:xfrm>
                <a:off x="7394760" y="5741640"/>
                <a:ext cx="1671120" cy="30960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876" name="Straight Connector 914"/>
              <p:cNvCxnSpPr/>
              <p:nvPr/>
            </p:nvCxnSpPr>
            <p:spPr>
              <a:xfrm>
                <a:off x="7404120" y="5850360"/>
                <a:ext cx="528480" cy="2865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877" name="Straight Connector 915"/>
              <p:cNvCxnSpPr/>
              <p:nvPr/>
            </p:nvCxnSpPr>
            <p:spPr>
              <a:xfrm flipV="1">
                <a:off x="8156880" y="6050880"/>
                <a:ext cx="923040" cy="8604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878" name="Straight Connector 916"/>
              <p:cNvCxnSpPr/>
              <p:nvPr/>
            </p:nvCxnSpPr>
            <p:spPr>
              <a:xfrm>
                <a:off x="8645040" y="5582160"/>
                <a:ext cx="782640" cy="12888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879" name="Straight Connector 917"/>
              <p:cNvCxnSpPr/>
              <p:nvPr/>
            </p:nvCxnSpPr>
            <p:spPr>
              <a:xfrm flipV="1">
                <a:off x="8115480" y="5741640"/>
                <a:ext cx="1325160" cy="30960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880" name="Straight Connector 918"/>
              <p:cNvCxnSpPr/>
              <p:nvPr/>
            </p:nvCxnSpPr>
            <p:spPr>
              <a:xfrm flipV="1">
                <a:off x="9097200" y="5771520"/>
                <a:ext cx="436320" cy="27972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9881" name="Straight Connector 919"/>
              <p:cNvCxnSpPr/>
              <p:nvPr/>
            </p:nvCxnSpPr>
            <p:spPr>
              <a:xfrm>
                <a:off x="8463240" y="5547600"/>
                <a:ext cx="602640" cy="41652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grpSp>
            <p:nvGrpSpPr>
              <p:cNvPr id="9882" name="Group 347"/>
              <p:cNvGrpSpPr/>
              <p:nvPr/>
            </p:nvGrpSpPr>
            <p:grpSpPr>
              <a:xfrm>
                <a:off x="9395280" y="5592960"/>
                <a:ext cx="435600" cy="250920"/>
                <a:chOff x="9395280" y="5592960"/>
                <a:chExt cx="435600" cy="250920"/>
              </a:xfrm>
            </p:grpSpPr>
            <p:sp>
              <p:nvSpPr>
                <p:cNvPr id="9883" name="Oval 961"/>
                <p:cNvSpPr/>
                <p:nvPr/>
              </p:nvSpPr>
              <p:spPr>
                <a:xfrm flipV="1">
                  <a:off x="9396720" y="566100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84" name="Rectangle 962"/>
                <p:cNvSpPr/>
                <p:nvPr/>
              </p:nvSpPr>
              <p:spPr>
                <a:xfrm>
                  <a:off x="9395280" y="568692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85" name="Oval 963"/>
                <p:cNvSpPr/>
                <p:nvPr/>
              </p:nvSpPr>
              <p:spPr>
                <a:xfrm flipV="1">
                  <a:off x="9395280" y="559296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86" name="Freeform 964"/>
                <p:cNvSpPr/>
                <p:nvPr/>
              </p:nvSpPr>
              <p:spPr>
                <a:xfrm>
                  <a:off x="9506880" y="564876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87" name="Freeform 965"/>
                <p:cNvSpPr/>
                <p:nvPr/>
              </p:nvSpPr>
              <p:spPr>
                <a:xfrm>
                  <a:off x="9484560" y="562572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88" name="Freeform 966"/>
                <p:cNvSpPr/>
                <p:nvPr/>
              </p:nvSpPr>
              <p:spPr>
                <a:xfrm>
                  <a:off x="9652320" y="568008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89" name="Freeform 967"/>
                <p:cNvSpPr/>
                <p:nvPr/>
              </p:nvSpPr>
              <p:spPr>
                <a:xfrm>
                  <a:off x="9479880" y="568116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890" name="Straight Connector 968"/>
                <p:cNvCxnSpPr/>
                <p:nvPr/>
              </p:nvCxnSpPr>
              <p:spPr>
                <a:xfrm flipH="1" flipV="1">
                  <a:off x="9395280" y="568512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891" name="Straight Connector 969"/>
                <p:cNvCxnSpPr/>
                <p:nvPr/>
              </p:nvCxnSpPr>
              <p:spPr>
                <a:xfrm flipH="1" flipV="1">
                  <a:off x="9829800" y="568404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892" name="Group 347"/>
              <p:cNvGrpSpPr/>
              <p:nvPr/>
            </p:nvGrpSpPr>
            <p:grpSpPr>
              <a:xfrm>
                <a:off x="8299800" y="5445720"/>
                <a:ext cx="435600" cy="250920"/>
                <a:chOff x="8299800" y="5445720"/>
                <a:chExt cx="435600" cy="250920"/>
              </a:xfrm>
            </p:grpSpPr>
            <p:sp>
              <p:nvSpPr>
                <p:cNvPr id="9893" name="Oval 952"/>
                <p:cNvSpPr/>
                <p:nvPr/>
              </p:nvSpPr>
              <p:spPr>
                <a:xfrm flipV="1">
                  <a:off x="8300880" y="551376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94" name="Rectangle 953"/>
                <p:cNvSpPr/>
                <p:nvPr/>
              </p:nvSpPr>
              <p:spPr>
                <a:xfrm>
                  <a:off x="8299800" y="553968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95" name="Oval 954"/>
                <p:cNvSpPr/>
                <p:nvPr/>
              </p:nvSpPr>
              <p:spPr>
                <a:xfrm flipV="1">
                  <a:off x="8299800" y="544572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96" name="Freeform 955"/>
                <p:cNvSpPr/>
                <p:nvPr/>
              </p:nvSpPr>
              <p:spPr>
                <a:xfrm>
                  <a:off x="8411040" y="550152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97" name="Freeform 956"/>
                <p:cNvSpPr/>
                <p:nvPr/>
              </p:nvSpPr>
              <p:spPr>
                <a:xfrm>
                  <a:off x="8389080" y="547848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98" name="Freeform 957"/>
                <p:cNvSpPr/>
                <p:nvPr/>
              </p:nvSpPr>
              <p:spPr>
                <a:xfrm>
                  <a:off x="8556840" y="553284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899" name="Freeform 958"/>
                <p:cNvSpPr/>
                <p:nvPr/>
              </p:nvSpPr>
              <p:spPr>
                <a:xfrm>
                  <a:off x="8384400" y="553428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900" name="Straight Connector 959"/>
                <p:cNvCxnSpPr/>
                <p:nvPr/>
              </p:nvCxnSpPr>
              <p:spPr>
                <a:xfrm flipH="1" flipV="1">
                  <a:off x="8299800" y="553788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901" name="Straight Connector 960"/>
                <p:cNvCxnSpPr/>
                <p:nvPr/>
              </p:nvCxnSpPr>
              <p:spPr>
                <a:xfrm flipH="1" flipV="1">
                  <a:off x="8733960" y="5536800"/>
                  <a:ext cx="180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902" name="Group 347"/>
              <p:cNvGrpSpPr/>
              <p:nvPr/>
            </p:nvGrpSpPr>
            <p:grpSpPr>
              <a:xfrm>
                <a:off x="7170120" y="5646600"/>
                <a:ext cx="435600" cy="250920"/>
                <a:chOff x="7170120" y="5646600"/>
                <a:chExt cx="435600" cy="250920"/>
              </a:xfrm>
            </p:grpSpPr>
            <p:sp>
              <p:nvSpPr>
                <p:cNvPr id="9903" name="Oval 943"/>
                <p:cNvSpPr/>
                <p:nvPr/>
              </p:nvSpPr>
              <p:spPr>
                <a:xfrm flipV="1">
                  <a:off x="7171560" y="571464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04" name="Rectangle 944"/>
                <p:cNvSpPr/>
                <p:nvPr/>
              </p:nvSpPr>
              <p:spPr>
                <a:xfrm>
                  <a:off x="7170120" y="574020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05" name="Oval 945"/>
                <p:cNvSpPr/>
                <p:nvPr/>
              </p:nvSpPr>
              <p:spPr>
                <a:xfrm flipV="1">
                  <a:off x="7170120" y="564660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06" name="Freeform 946"/>
                <p:cNvSpPr/>
                <p:nvPr/>
              </p:nvSpPr>
              <p:spPr>
                <a:xfrm>
                  <a:off x="7281720" y="570240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07" name="Freeform 947"/>
                <p:cNvSpPr/>
                <p:nvPr/>
              </p:nvSpPr>
              <p:spPr>
                <a:xfrm>
                  <a:off x="7259400" y="567936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08" name="Freeform 948"/>
                <p:cNvSpPr/>
                <p:nvPr/>
              </p:nvSpPr>
              <p:spPr>
                <a:xfrm>
                  <a:off x="7427160" y="573372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09" name="Freeform 949"/>
                <p:cNvSpPr/>
                <p:nvPr/>
              </p:nvSpPr>
              <p:spPr>
                <a:xfrm>
                  <a:off x="7254720" y="573480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910" name="Straight Connector 950"/>
                <p:cNvCxnSpPr/>
                <p:nvPr/>
              </p:nvCxnSpPr>
              <p:spPr>
                <a:xfrm flipH="1" flipV="1">
                  <a:off x="7170120" y="573876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911" name="Straight Connector 951"/>
                <p:cNvCxnSpPr/>
                <p:nvPr/>
              </p:nvCxnSpPr>
              <p:spPr>
                <a:xfrm flipH="1" flipV="1">
                  <a:off x="7604640" y="573732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912" name="Group 347"/>
              <p:cNvGrpSpPr/>
              <p:nvPr/>
            </p:nvGrpSpPr>
            <p:grpSpPr>
              <a:xfrm>
                <a:off x="8885160" y="5922360"/>
                <a:ext cx="435600" cy="250920"/>
                <a:chOff x="8885160" y="5922360"/>
                <a:chExt cx="435600" cy="250920"/>
              </a:xfrm>
            </p:grpSpPr>
            <p:sp>
              <p:nvSpPr>
                <p:cNvPr id="9913" name="Oval 934"/>
                <p:cNvSpPr/>
                <p:nvPr/>
              </p:nvSpPr>
              <p:spPr>
                <a:xfrm flipV="1">
                  <a:off x="8886600" y="599040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14" name="Rectangle 935"/>
                <p:cNvSpPr/>
                <p:nvPr/>
              </p:nvSpPr>
              <p:spPr>
                <a:xfrm>
                  <a:off x="8885160" y="601632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15" name="Oval 936"/>
                <p:cNvSpPr/>
                <p:nvPr/>
              </p:nvSpPr>
              <p:spPr>
                <a:xfrm flipV="1">
                  <a:off x="8885160" y="592236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16" name="Freeform 937"/>
                <p:cNvSpPr/>
                <p:nvPr/>
              </p:nvSpPr>
              <p:spPr>
                <a:xfrm>
                  <a:off x="8996760" y="597816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17" name="Freeform 938"/>
                <p:cNvSpPr/>
                <p:nvPr/>
              </p:nvSpPr>
              <p:spPr>
                <a:xfrm>
                  <a:off x="8974440" y="595512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18" name="Freeform 939"/>
                <p:cNvSpPr/>
                <p:nvPr/>
              </p:nvSpPr>
              <p:spPr>
                <a:xfrm>
                  <a:off x="9142200" y="600948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19" name="Freeform 940"/>
                <p:cNvSpPr/>
                <p:nvPr/>
              </p:nvSpPr>
              <p:spPr>
                <a:xfrm>
                  <a:off x="8969760" y="601092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920" name="Straight Connector 941"/>
                <p:cNvCxnSpPr/>
                <p:nvPr/>
              </p:nvCxnSpPr>
              <p:spPr>
                <a:xfrm flipH="1" flipV="1">
                  <a:off x="8885160" y="601488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921" name="Straight Connector 942"/>
                <p:cNvCxnSpPr/>
                <p:nvPr/>
              </p:nvCxnSpPr>
              <p:spPr>
                <a:xfrm flipH="1" flipV="1">
                  <a:off x="9319680" y="601344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9922" name="Group 347"/>
              <p:cNvGrpSpPr/>
              <p:nvPr/>
            </p:nvGrpSpPr>
            <p:grpSpPr>
              <a:xfrm>
                <a:off x="7803000" y="6018480"/>
                <a:ext cx="435600" cy="250920"/>
                <a:chOff x="7803000" y="6018480"/>
                <a:chExt cx="435600" cy="250920"/>
              </a:xfrm>
            </p:grpSpPr>
            <p:sp>
              <p:nvSpPr>
                <p:cNvPr id="9923" name="Oval 925"/>
                <p:cNvSpPr/>
                <p:nvPr/>
              </p:nvSpPr>
              <p:spPr>
                <a:xfrm flipV="1">
                  <a:off x="7804440" y="608652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24" name="Rectangle 926"/>
                <p:cNvSpPr/>
                <p:nvPr/>
              </p:nvSpPr>
              <p:spPr>
                <a:xfrm>
                  <a:off x="7803360" y="611208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25" name="Oval 927"/>
                <p:cNvSpPr/>
                <p:nvPr/>
              </p:nvSpPr>
              <p:spPr>
                <a:xfrm flipV="1">
                  <a:off x="7803360" y="601848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26" name="Freeform 928"/>
                <p:cNvSpPr/>
                <p:nvPr/>
              </p:nvSpPr>
              <p:spPr>
                <a:xfrm>
                  <a:off x="7914600" y="607428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27" name="Freeform 929"/>
                <p:cNvSpPr/>
                <p:nvPr/>
              </p:nvSpPr>
              <p:spPr>
                <a:xfrm>
                  <a:off x="7892640" y="605088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28" name="Freeform 930"/>
                <p:cNvSpPr/>
                <p:nvPr/>
              </p:nvSpPr>
              <p:spPr>
                <a:xfrm>
                  <a:off x="8060400" y="610524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9929" name="Freeform 931"/>
                <p:cNvSpPr/>
                <p:nvPr/>
              </p:nvSpPr>
              <p:spPr>
                <a:xfrm>
                  <a:off x="7887600" y="610668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9930" name="Straight Connector 932"/>
                <p:cNvCxnSpPr/>
                <p:nvPr/>
              </p:nvCxnSpPr>
              <p:spPr>
                <a:xfrm flipH="1" flipV="1">
                  <a:off x="7803000" y="6110640"/>
                  <a:ext cx="180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9931" name="Straight Connector 933"/>
                <p:cNvCxnSpPr/>
                <p:nvPr/>
              </p:nvCxnSpPr>
              <p:spPr>
                <a:xfrm flipH="1" flipV="1">
                  <a:off x="8237520" y="610920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9932" name="Group 856"/>
            <p:cNvGrpSpPr/>
            <p:nvPr/>
          </p:nvGrpSpPr>
          <p:grpSpPr>
            <a:xfrm>
              <a:off x="6806520" y="3612600"/>
              <a:ext cx="3116160" cy="1053000"/>
              <a:chOff x="6806520" y="3612600"/>
              <a:chExt cx="3116160" cy="1053000"/>
            </a:xfrm>
          </p:grpSpPr>
          <p:sp>
            <p:nvSpPr>
              <p:cNvPr id="9933" name="Rectangle 875"/>
              <p:cNvSpPr/>
              <p:nvPr/>
            </p:nvSpPr>
            <p:spPr>
              <a:xfrm>
                <a:off x="7234920" y="3648240"/>
                <a:ext cx="2687760" cy="1017360"/>
              </a:xfrm>
              <a:prstGeom prst="rect">
                <a:avLst/>
              </a:prstGeom>
              <a:solidFill>
                <a:srgbClr val="D2D2F4"/>
              </a:solidFill>
              <a:ln w="317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934" name="Freeform 876"/>
              <p:cNvSpPr/>
              <p:nvPr/>
            </p:nvSpPr>
            <p:spPr>
              <a:xfrm>
                <a:off x="7034400" y="3612600"/>
                <a:ext cx="213480" cy="1027800"/>
              </a:xfrm>
              <a:custGeom>
                <a:avLst/>
                <a:gdLst>
                  <a:gd name="textAreaLeft" fmla="*/ 0 w 213480"/>
                  <a:gd name="textAreaRight" fmla="*/ 213840 w 213480"/>
                  <a:gd name="textAreaTop" fmla="*/ 0 h 1027800"/>
                  <a:gd name="textAreaBottom" fmla="*/ 1028160 h 1027800"/>
                  <a:gd name="GluePoint1X" fmla="*/ 15446 w 215301"/>
                  <a:gd name="GluePoint1Y" fmla="*/ 745656 h 1027869"/>
                  <a:gd name="GluePoint2X" fmla="*/ 209366 w 215301"/>
                  <a:gd name="GluePoint2Y" fmla="*/ 0 h 1027869"/>
                  <a:gd name="GluePoint3X" fmla="*/ 215301 w 215301"/>
                  <a:gd name="GluePoint3Y" fmla="*/ 1027869 h 1027869"/>
                  <a:gd name="GluePoint4X" fmla="*/ 87 w 215301"/>
                  <a:gd name="GluePoint4Y" fmla="*/ 888484 h 1027869"/>
                  <a:gd name="GluePoint5X" fmla="*/ 15446 w 215301"/>
                  <a:gd name="GluePoint5Y" fmla="*/ 745656 h 102786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15301" h="1027869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2F2F2"/>
                  </a:gs>
                  <a:gs pos="100000">
                    <a:srgbClr val="D2D2F4"/>
                  </a:gs>
                </a:gsLst>
                <a:lin ang="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9935" name="Group 950"/>
              <p:cNvGrpSpPr/>
              <p:nvPr/>
            </p:nvGrpSpPr>
            <p:grpSpPr>
              <a:xfrm>
                <a:off x="6806520" y="4086720"/>
                <a:ext cx="251280" cy="563760"/>
                <a:chOff x="6806520" y="4086720"/>
                <a:chExt cx="251280" cy="563760"/>
              </a:xfrm>
            </p:grpSpPr>
            <p:sp>
              <p:nvSpPr>
                <p:cNvPr id="9936" name="Freeform 951"/>
                <p:cNvSpPr/>
                <p:nvPr/>
              </p:nvSpPr>
              <p:spPr>
                <a:xfrm>
                  <a:off x="7005600" y="4087800"/>
                  <a:ext cx="49680" cy="537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37840"/>
                    <a:gd name="textAreaBottom" fmla="*/ 538200 h 537840"/>
                    <a:gd name="GluePoint1X" fmla="*/ 3 w 354"/>
                    <a:gd name="GluePoint1Y" fmla="*/ 0 h 2742"/>
                    <a:gd name="GluePoint2X" fmla="*/ 15 w 354"/>
                    <a:gd name="GluePoint2Y" fmla="*/ 27 h 2742"/>
                    <a:gd name="GluePoint3X" fmla="*/ 15 w 354"/>
                    <a:gd name="GluePoint3Y" fmla="*/ 205 h 2742"/>
                    <a:gd name="GluePoint4X" fmla="*/ 0 w 354"/>
                    <a:gd name="GluePoint4Y" fmla="*/ 215 h 2742"/>
                    <a:gd name="GluePoint5X" fmla="*/ 3 w 354"/>
                    <a:gd name="GluePoint5Y" fmla="*/ 0 h 274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37" name="Rectangle 952"/>
                <p:cNvSpPr/>
                <p:nvPr/>
              </p:nvSpPr>
              <p:spPr>
                <a:xfrm>
                  <a:off x="6818760" y="4086720"/>
                  <a:ext cx="184320" cy="537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38" name="Freeform 953"/>
                <p:cNvSpPr/>
                <p:nvPr/>
              </p:nvSpPr>
              <p:spPr>
                <a:xfrm>
                  <a:off x="7014960" y="4120200"/>
                  <a:ext cx="29520" cy="4975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497520"/>
                    <a:gd name="textAreaBottom" fmla="*/ 497880 h 497520"/>
                    <a:gd name="GluePoint1X" fmla="*/ 2 w 211"/>
                    <a:gd name="GluePoint1Y" fmla="*/ 0 h 2537"/>
                    <a:gd name="GluePoint2X" fmla="*/ 9 w 211"/>
                    <a:gd name="GluePoint2Y" fmla="*/ 18 h 2537"/>
                    <a:gd name="GluePoint3X" fmla="*/ 2 w 211"/>
                    <a:gd name="GluePoint3Y" fmla="*/ 196 h 2537"/>
                    <a:gd name="GluePoint4X" fmla="*/ 2 w 211"/>
                    <a:gd name="GluePoint4Y" fmla="*/ 0 h 253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39" name="Freeform 954"/>
                <p:cNvSpPr/>
                <p:nvPr/>
              </p:nvSpPr>
              <p:spPr>
                <a:xfrm>
                  <a:off x="7008480" y="4371840"/>
                  <a:ext cx="46080" cy="44280"/>
                </a:xfrm>
                <a:custGeom>
                  <a:avLst/>
                  <a:gdLst>
                    <a:gd name="textAreaLeft" fmla="*/ 0 w 46080"/>
                    <a:gd name="textAreaRight" fmla="*/ 46440 w 46080"/>
                    <a:gd name="textAreaTop" fmla="*/ 0 h 44280"/>
                    <a:gd name="textAreaBottom" fmla="*/ 44640 h 44280"/>
                    <a:gd name="GluePoint1X" fmla="*/ 2 w 328"/>
                    <a:gd name="GluePoint1Y" fmla="*/ 0 h 226"/>
                    <a:gd name="GluePoint2X" fmla="*/ 14 w 328"/>
                    <a:gd name="GluePoint2Y" fmla="*/ 11 h 226"/>
                    <a:gd name="GluePoint3X" fmla="*/ 14 w 328"/>
                    <a:gd name="GluePoint3Y" fmla="*/ 19 h 226"/>
                    <a:gd name="GluePoint4X" fmla="*/ 0 w 328"/>
                    <a:gd name="GluePoint4Y" fmla="*/ 8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360" rIns="90000" bIns="-3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40" name="Rectangle 955"/>
                <p:cNvSpPr/>
                <p:nvPr/>
              </p:nvSpPr>
              <p:spPr>
                <a:xfrm>
                  <a:off x="6818760" y="414828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941" name="Group 956"/>
                <p:cNvGrpSpPr/>
                <p:nvPr/>
              </p:nvGrpSpPr>
              <p:grpSpPr>
                <a:xfrm>
                  <a:off x="6913800" y="4142520"/>
                  <a:ext cx="101520" cy="34920"/>
                  <a:chOff x="6913800" y="4142520"/>
                  <a:chExt cx="101520" cy="34920"/>
                </a:xfrm>
              </p:grpSpPr>
              <p:sp>
                <p:nvSpPr>
                  <p:cNvPr id="9942" name="AutoShape 957"/>
                  <p:cNvSpPr/>
                  <p:nvPr/>
                </p:nvSpPr>
                <p:spPr>
                  <a:xfrm>
                    <a:off x="6913800" y="4142520"/>
                    <a:ext cx="101520" cy="349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0160" rIns="90000" bIns="-2016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943" name="AutoShape 958"/>
                  <p:cNvSpPr/>
                  <p:nvPr/>
                </p:nvSpPr>
                <p:spPr>
                  <a:xfrm>
                    <a:off x="6915600" y="4146480"/>
                    <a:ext cx="98280" cy="2772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200" rIns="90000" bIns="-252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944" name="Rectangle 959"/>
                <p:cNvSpPr/>
                <p:nvPr/>
              </p:nvSpPr>
              <p:spPr>
                <a:xfrm>
                  <a:off x="6820560" y="422640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945" name="Group 960"/>
                <p:cNvGrpSpPr/>
                <p:nvPr/>
              </p:nvGrpSpPr>
              <p:grpSpPr>
                <a:xfrm>
                  <a:off x="6913800" y="4218840"/>
                  <a:ext cx="101520" cy="31320"/>
                  <a:chOff x="6913800" y="4218840"/>
                  <a:chExt cx="101520" cy="31320"/>
                </a:xfrm>
              </p:grpSpPr>
              <p:sp>
                <p:nvSpPr>
                  <p:cNvPr id="9946" name="AutoShape 961"/>
                  <p:cNvSpPr/>
                  <p:nvPr/>
                </p:nvSpPr>
                <p:spPr>
                  <a:xfrm>
                    <a:off x="6913800" y="4218840"/>
                    <a:ext cx="10152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947" name="AutoShape 962"/>
                  <p:cNvSpPr/>
                  <p:nvPr/>
                </p:nvSpPr>
                <p:spPr>
                  <a:xfrm>
                    <a:off x="6915600" y="4222800"/>
                    <a:ext cx="98280" cy="2376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7720" rIns="90000" bIns="-27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948" name="Rectangle 963"/>
                <p:cNvSpPr/>
                <p:nvPr/>
              </p:nvSpPr>
              <p:spPr>
                <a:xfrm>
                  <a:off x="6820560" y="430452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49" name="Rectangle 964"/>
                <p:cNvSpPr/>
                <p:nvPr/>
              </p:nvSpPr>
              <p:spPr>
                <a:xfrm>
                  <a:off x="6822360" y="437544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950" name="Group 965"/>
                <p:cNvGrpSpPr/>
                <p:nvPr/>
              </p:nvGrpSpPr>
              <p:grpSpPr>
                <a:xfrm>
                  <a:off x="6912000" y="4373640"/>
                  <a:ext cx="101520" cy="31320"/>
                  <a:chOff x="6912000" y="4373640"/>
                  <a:chExt cx="101520" cy="31320"/>
                </a:xfrm>
              </p:grpSpPr>
              <p:sp>
                <p:nvSpPr>
                  <p:cNvPr id="9951" name="AutoShape 966"/>
                  <p:cNvSpPr/>
                  <p:nvPr/>
                </p:nvSpPr>
                <p:spPr>
                  <a:xfrm>
                    <a:off x="6912000" y="4373640"/>
                    <a:ext cx="10152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952" name="AutoShape 967"/>
                  <p:cNvSpPr/>
                  <p:nvPr/>
                </p:nvSpPr>
                <p:spPr>
                  <a:xfrm>
                    <a:off x="6913800" y="4373640"/>
                    <a:ext cx="98280" cy="2736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560" rIns="90000" bIns="-2556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953" name="Freeform 968"/>
                <p:cNvSpPr/>
                <p:nvPr/>
              </p:nvSpPr>
              <p:spPr>
                <a:xfrm>
                  <a:off x="7009200" y="4304520"/>
                  <a:ext cx="46080" cy="43920"/>
                </a:xfrm>
                <a:custGeom>
                  <a:avLst/>
                  <a:gdLst>
                    <a:gd name="textAreaLeft" fmla="*/ 0 w 46080"/>
                    <a:gd name="textAreaRight" fmla="*/ 46440 w 46080"/>
                    <a:gd name="textAreaTop" fmla="*/ 0 h 43920"/>
                    <a:gd name="textAreaBottom" fmla="*/ 44280 h 43920"/>
                    <a:gd name="GluePoint1X" fmla="*/ 2 w 328"/>
                    <a:gd name="GluePoint1Y" fmla="*/ 0 h 226"/>
                    <a:gd name="GluePoint2X" fmla="*/ 14 w 328"/>
                    <a:gd name="GluePoint2Y" fmla="*/ 10 h 226"/>
                    <a:gd name="GluePoint3X" fmla="*/ 14 w 328"/>
                    <a:gd name="GluePoint3Y" fmla="*/ 17 h 226"/>
                    <a:gd name="GluePoint4X" fmla="*/ 0 w 328"/>
                    <a:gd name="GluePoint4Y" fmla="*/ 7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720" rIns="90000" bIns="-7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9954" name="Group 969"/>
                <p:cNvGrpSpPr/>
                <p:nvPr/>
              </p:nvGrpSpPr>
              <p:grpSpPr>
                <a:xfrm>
                  <a:off x="6912000" y="4299120"/>
                  <a:ext cx="103320" cy="31320"/>
                  <a:chOff x="6912000" y="4299120"/>
                  <a:chExt cx="103320" cy="31320"/>
                </a:xfrm>
              </p:grpSpPr>
              <p:sp>
                <p:nvSpPr>
                  <p:cNvPr id="9955" name="AutoShape 970"/>
                  <p:cNvSpPr/>
                  <p:nvPr/>
                </p:nvSpPr>
                <p:spPr>
                  <a:xfrm>
                    <a:off x="6912000" y="4299120"/>
                    <a:ext cx="10332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9956" name="AutoShape 971"/>
                  <p:cNvSpPr/>
                  <p:nvPr/>
                </p:nvSpPr>
                <p:spPr>
                  <a:xfrm>
                    <a:off x="6913800" y="4302720"/>
                    <a:ext cx="101520" cy="2376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7720" rIns="90000" bIns="-27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9957" name="Rectangle 972"/>
                <p:cNvSpPr/>
                <p:nvPr/>
              </p:nvSpPr>
              <p:spPr>
                <a:xfrm>
                  <a:off x="7001640" y="4086720"/>
                  <a:ext cx="11880" cy="537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58" name="Freeform 973"/>
                <p:cNvSpPr/>
                <p:nvPr/>
              </p:nvSpPr>
              <p:spPr>
                <a:xfrm>
                  <a:off x="7013520" y="4222800"/>
                  <a:ext cx="41400" cy="49680"/>
                </a:xfrm>
                <a:custGeom>
                  <a:avLst/>
                  <a:gdLst>
                    <a:gd name="textAreaLeft" fmla="*/ 0 w 41400"/>
                    <a:gd name="textAreaRight" fmla="*/ 41760 w 41400"/>
                    <a:gd name="textAreaTop" fmla="*/ 0 h 49680"/>
                    <a:gd name="textAreaBottom" fmla="*/ 50040 h 49680"/>
                    <a:gd name="GluePoint1X" fmla="*/ 2 w 296"/>
                    <a:gd name="GluePoint1Y" fmla="*/ 0 h 256"/>
                    <a:gd name="GluePoint2X" fmla="*/ 14 w 296"/>
                    <a:gd name="GluePoint2Y" fmla="*/ 10 h 256"/>
                    <a:gd name="GluePoint3X" fmla="*/ 14 w 296"/>
                    <a:gd name="GluePoint3Y" fmla="*/ 19 h 256"/>
                    <a:gd name="GluePoint4X" fmla="*/ 0 w 296"/>
                    <a:gd name="GluePoint4Y" fmla="*/ 7 h 256"/>
                    <a:gd name="GluePoint5X" fmla="*/ 2 w 296"/>
                    <a:gd name="GluePoint5Y" fmla="*/ 0 h 25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5040" rIns="90000" bIns="50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59" name="Freeform 974"/>
                <p:cNvSpPr/>
                <p:nvPr/>
              </p:nvSpPr>
              <p:spPr>
                <a:xfrm>
                  <a:off x="7013880" y="4146120"/>
                  <a:ext cx="42840" cy="5616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56160"/>
                    <a:gd name="textAreaBottom" fmla="*/ 56520 h 56160"/>
                    <a:gd name="GluePoint1X" fmla="*/ 0 w 304"/>
                    <a:gd name="GluePoint1Y" fmla="*/ 0 h 288"/>
                    <a:gd name="GluePoint2X" fmla="*/ 14 w 304"/>
                    <a:gd name="GluePoint2Y" fmla="*/ 13 h 288"/>
                    <a:gd name="GluePoint3X" fmla="*/ 13 w 304"/>
                    <a:gd name="GluePoint3Y" fmla="*/ 23 h 288"/>
                    <a:gd name="GluePoint4X" fmla="*/ 2 w 304"/>
                    <a:gd name="GluePoint4Y" fmla="*/ 10 h 288"/>
                    <a:gd name="GluePoint5X" fmla="*/ 0 w 304"/>
                    <a:gd name="GluePoint5Y" fmla="*/ 0 h 2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1520" rIns="90000" bIns="115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60" name="Oval 975"/>
                <p:cNvSpPr/>
                <p:nvPr/>
              </p:nvSpPr>
              <p:spPr>
                <a:xfrm>
                  <a:off x="7049160" y="4600440"/>
                  <a:ext cx="8640" cy="21960"/>
                </a:xfrm>
                <a:prstGeom prst="ellipse">
                  <a:avLst/>
                </a:pr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9520" rIns="90000" bIns="-295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61" name="Freeform 976"/>
                <p:cNvSpPr/>
                <p:nvPr/>
              </p:nvSpPr>
              <p:spPr>
                <a:xfrm>
                  <a:off x="7011720" y="4601160"/>
                  <a:ext cx="42840" cy="4680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46800"/>
                    <a:gd name="textAreaBottom" fmla="*/ 47160 h 46800"/>
                    <a:gd name="GluePoint1X" fmla="*/ 0 w 306"/>
                    <a:gd name="GluePoint1Y" fmla="*/ 9 h 240"/>
                    <a:gd name="GluePoint2X" fmla="*/ 2 w 306"/>
                    <a:gd name="GluePoint2Y" fmla="*/ 19 h 240"/>
                    <a:gd name="GluePoint3X" fmla="*/ 14 w 306"/>
                    <a:gd name="GluePoint3Y" fmla="*/ 9 h 240"/>
                    <a:gd name="GluePoint4X" fmla="*/ 14 w 306"/>
                    <a:gd name="GluePoint4Y" fmla="*/ 0 h 240"/>
                    <a:gd name="GluePoint5X" fmla="*/ 0 w 306"/>
                    <a:gd name="GluePoint5Y" fmla="*/ 9 h 24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" rIns="90000" bIns="2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62" name="AutoShape 977"/>
                <p:cNvSpPr/>
                <p:nvPr/>
              </p:nvSpPr>
              <p:spPr>
                <a:xfrm>
                  <a:off x="6806520" y="4615560"/>
                  <a:ext cx="210600" cy="349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63" name="AutoShape 978"/>
                <p:cNvSpPr/>
                <p:nvPr/>
              </p:nvSpPr>
              <p:spPr>
                <a:xfrm>
                  <a:off x="6818760" y="4624920"/>
                  <a:ext cx="187920" cy="1836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1680" rIns="90000" bIns="-316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64" name="Oval 979"/>
                <p:cNvSpPr/>
                <p:nvPr/>
              </p:nvSpPr>
              <p:spPr>
                <a:xfrm>
                  <a:off x="6836400" y="4546800"/>
                  <a:ext cx="27720" cy="331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65" name="Oval 980"/>
                <p:cNvSpPr/>
                <p:nvPr/>
              </p:nvSpPr>
              <p:spPr>
                <a:xfrm>
                  <a:off x="6868080" y="4546800"/>
                  <a:ext cx="27720" cy="33120"/>
                </a:xfrm>
                <a:prstGeom prst="ellipse">
                  <a:avLst/>
                </a:prstGeom>
                <a:solidFill>
                  <a:srgbClr val="FF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800" b="0" u="none" strike="noStrike">
                    <a:solidFill>
                      <a:srgbClr val="FF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66" name="Oval 981"/>
                <p:cNvSpPr/>
                <p:nvPr/>
              </p:nvSpPr>
              <p:spPr>
                <a:xfrm>
                  <a:off x="6897960" y="4546800"/>
                  <a:ext cx="27720" cy="331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67" name="Rectangle 982"/>
                <p:cNvSpPr/>
                <p:nvPr/>
              </p:nvSpPr>
              <p:spPr>
                <a:xfrm>
                  <a:off x="6970320" y="4418280"/>
                  <a:ext cx="13680" cy="17820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968" name="TextBox 878"/>
              <p:cNvSpPr/>
              <p:nvPr/>
            </p:nvSpPr>
            <p:spPr>
              <a:xfrm>
                <a:off x="7209720" y="3825360"/>
                <a:ext cx="2625480" cy="608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SDN Controller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(network operating system)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69" name="TextBox 857"/>
            <p:cNvSpPr/>
            <p:nvPr/>
          </p:nvSpPr>
          <p:spPr>
            <a:xfrm>
              <a:off x="8654040" y="1623960"/>
              <a:ext cx="58752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3200" b="0" u="none" strike="noStrike">
                  <a:solidFill>
                    <a:srgbClr val="008000"/>
                  </a:solidFill>
                  <a:effectLst/>
                  <a:uFillTx/>
                  <a:latin typeface="Arial"/>
                  <a:ea typeface="ＭＳ Ｐゴシック"/>
                </a:rPr>
                <a:t>…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70" name="Group 858"/>
            <p:cNvGrpSpPr/>
            <p:nvPr/>
          </p:nvGrpSpPr>
          <p:grpSpPr>
            <a:xfrm>
              <a:off x="6982200" y="1843200"/>
              <a:ext cx="1023120" cy="589680"/>
              <a:chOff x="6982200" y="1843200"/>
              <a:chExt cx="1023120" cy="589680"/>
            </a:xfrm>
          </p:grpSpPr>
          <p:sp>
            <p:nvSpPr>
              <p:cNvPr id="9971" name="Oval 873"/>
              <p:cNvSpPr/>
              <p:nvPr/>
            </p:nvSpPr>
            <p:spPr>
              <a:xfrm>
                <a:off x="6982200" y="1843200"/>
                <a:ext cx="1023120" cy="589680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>
                <a:solidFill>
                  <a:srgbClr val="008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972" name="TextBox 874"/>
              <p:cNvSpPr/>
              <p:nvPr/>
            </p:nvSpPr>
            <p:spPr>
              <a:xfrm>
                <a:off x="7058160" y="1940400"/>
                <a:ext cx="8802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routing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973" name="Group 859"/>
            <p:cNvGrpSpPr/>
            <p:nvPr/>
          </p:nvGrpSpPr>
          <p:grpSpPr>
            <a:xfrm>
              <a:off x="7817040" y="2364120"/>
              <a:ext cx="1023120" cy="589680"/>
              <a:chOff x="7817040" y="2364120"/>
              <a:chExt cx="1023120" cy="589680"/>
            </a:xfrm>
          </p:grpSpPr>
          <p:sp>
            <p:nvSpPr>
              <p:cNvPr id="9974" name="Oval 871"/>
              <p:cNvSpPr/>
              <p:nvPr/>
            </p:nvSpPr>
            <p:spPr>
              <a:xfrm>
                <a:off x="7817040" y="2364120"/>
                <a:ext cx="1023120" cy="589680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>
                <a:solidFill>
                  <a:srgbClr val="008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975" name="TextBox 872"/>
              <p:cNvSpPr/>
              <p:nvPr/>
            </p:nvSpPr>
            <p:spPr>
              <a:xfrm>
                <a:off x="7862040" y="2394000"/>
                <a:ext cx="954720" cy="52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access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control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976" name="Group 860"/>
            <p:cNvGrpSpPr/>
            <p:nvPr/>
          </p:nvGrpSpPr>
          <p:grpSpPr>
            <a:xfrm>
              <a:off x="9047160" y="2322720"/>
              <a:ext cx="1023120" cy="589680"/>
              <a:chOff x="9047160" y="2322720"/>
              <a:chExt cx="1023120" cy="589680"/>
            </a:xfrm>
          </p:grpSpPr>
          <p:sp>
            <p:nvSpPr>
              <p:cNvPr id="9977" name="Oval 869"/>
              <p:cNvSpPr/>
              <p:nvPr/>
            </p:nvSpPr>
            <p:spPr>
              <a:xfrm>
                <a:off x="9047160" y="2322720"/>
                <a:ext cx="1023120" cy="589680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>
                <a:solidFill>
                  <a:srgbClr val="008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9978" name="TextBox 870"/>
              <p:cNvSpPr/>
              <p:nvPr/>
            </p:nvSpPr>
            <p:spPr>
              <a:xfrm>
                <a:off x="9078480" y="2352600"/>
                <a:ext cx="981720" cy="52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load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balance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9979" name="Straight Arrow Connector 861"/>
            <p:cNvCxnSpPr/>
            <p:nvPr/>
          </p:nvCxnSpPr>
          <p:spPr>
            <a:xfrm flipV="1">
              <a:off x="10443240" y="1783440"/>
              <a:ext cx="360" cy="1249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9980" name="Straight Arrow Connector 862"/>
            <p:cNvCxnSpPr/>
            <p:nvPr/>
          </p:nvCxnSpPr>
          <p:spPr>
            <a:xfrm>
              <a:off x="10468800" y="3531600"/>
              <a:ext cx="360" cy="1524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9981" name="Straight Arrow Connector 863"/>
            <p:cNvCxnSpPr/>
            <p:nvPr/>
          </p:nvCxnSpPr>
          <p:spPr>
            <a:xfrm>
              <a:off x="10477080" y="5947200"/>
              <a:ext cx="360" cy="4150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9982" name="Straight Arrow Connector 864"/>
            <p:cNvCxnSpPr/>
            <p:nvPr/>
          </p:nvCxnSpPr>
          <p:spPr>
            <a:xfrm flipV="1">
              <a:off x="10469520" y="5111640"/>
              <a:ext cx="360" cy="4150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9983" name="TextBox 399"/>
            <p:cNvSpPr/>
            <p:nvPr/>
          </p:nvSpPr>
          <p:spPr>
            <a:xfrm>
              <a:off x="8466840" y="4801320"/>
              <a:ext cx="163548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southbound API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4" name="TextBox 399"/>
            <p:cNvSpPr/>
            <p:nvPr/>
          </p:nvSpPr>
          <p:spPr>
            <a:xfrm>
              <a:off x="8462880" y="3283560"/>
              <a:ext cx="163548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northbound API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5" name="TextBox 399"/>
            <p:cNvSpPr/>
            <p:nvPr/>
          </p:nvSpPr>
          <p:spPr>
            <a:xfrm>
              <a:off x="7323840" y="6361560"/>
              <a:ext cx="230220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SDN-controlled switches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6" name="TextBox 399"/>
            <p:cNvSpPr/>
            <p:nvPr/>
          </p:nvSpPr>
          <p:spPr>
            <a:xfrm>
              <a:off x="7524360" y="1476000"/>
              <a:ext cx="238140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network-control applications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87" name="Rectangle 970"/>
          <p:cNvSpPr/>
          <p:nvPr/>
        </p:nvSpPr>
        <p:spPr>
          <a:xfrm>
            <a:off x="6602040" y="1209240"/>
            <a:ext cx="4133880" cy="1796760"/>
          </a:xfrm>
          <a:prstGeom prst="rect">
            <a:avLst/>
          </a:prstGeom>
          <a:solidFill>
            <a:srgbClr val="FFFFFF">
              <a:alpha val="77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9988" name="Rectangle 125"/>
          <p:cNvSpPr/>
          <p:nvPr/>
        </p:nvSpPr>
        <p:spPr>
          <a:xfrm>
            <a:off x="6930000" y="5060880"/>
            <a:ext cx="3767040" cy="1527480"/>
          </a:xfrm>
          <a:prstGeom prst="rect">
            <a:avLst/>
          </a:prstGeom>
          <a:solidFill>
            <a:srgbClr val="FFFFFF">
              <a:alpha val="77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455" dur="indefinite" restart="never" nodeType="tmRoot">
          <p:childTnLst>
            <p:seq>
              <p:cTn id="2456" dur="indefinite" nodeType="mainSeq">
                <p:childTnLst>
                  <p:par>
                    <p:cTn id="2457" fill="hold">
                      <p:stCondLst>
                        <p:cond delay="indefinite"/>
                      </p:stCondLst>
                      <p:childTnLst>
                        <p:par>
                          <p:cTn id="2458" fill="hold">
                            <p:stCondLst>
                              <p:cond delay="0"/>
                            </p:stCondLst>
                            <p:childTnLst>
                              <p:par>
                                <p:cTn id="245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61" dur="500"/>
                                        <p:tgtEl>
                                          <p:spTgt spid="9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2" fill="hold">
                      <p:stCondLst>
                        <p:cond delay="indefinite"/>
                      </p:stCondLst>
                      <p:childTnLst>
                        <p:par>
                          <p:cTn id="2463" fill="hold">
                            <p:stCondLst>
                              <p:cond delay="0"/>
                            </p:stCondLst>
                            <p:childTnLst>
                              <p:par>
                                <p:cTn id="246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66" dur="500"/>
                                        <p:tgtEl>
                                          <p:spTgt spid="9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7" fill="hold">
                      <p:stCondLst>
                        <p:cond delay="indefinite"/>
                      </p:stCondLst>
                      <p:childTnLst>
                        <p:par>
                          <p:cTn id="2468" fill="hold">
                            <p:stCondLst>
                              <p:cond delay="0"/>
                            </p:stCondLst>
                            <p:childTnLst>
                              <p:par>
                                <p:cTn id="246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71" dur="500"/>
                                        <p:tgtEl>
                                          <p:spTgt spid="9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2" fill="hold">
                      <p:stCondLst>
                        <p:cond delay="indefinite"/>
                      </p:stCondLst>
                      <p:childTnLst>
                        <p:par>
                          <p:cTn id="2473" fill="hold">
                            <p:stCondLst>
                              <p:cond delay="0"/>
                            </p:stCondLst>
                            <p:childTnLst>
                              <p:par>
                                <p:cTn id="247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76" dur="500"/>
                                        <p:tgtEl>
                                          <p:spTgt spid="9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9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Software defined networking (SDN)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9990" name="PlaceHolder 2"/>
          <p:cNvSpPr>
            <a:spLocks noGrp="1"/>
          </p:cNvSpPr>
          <p:nvPr>
            <p:ph type="sldNum" idx="8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36A40E1C-8580-455F-A9D7-511D136FFEAF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1" name="Content Placeholder 6"/>
          <p:cNvSpPr/>
          <p:nvPr/>
        </p:nvSpPr>
        <p:spPr>
          <a:xfrm>
            <a:off x="826560" y="1581480"/>
            <a:ext cx="5010120" cy="36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85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network-control apps: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“brains” of control:  implement control functions using lower-level services, API provided by SDN controller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unbundled: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can be provided by 3</a:t>
            </a:r>
            <a:r>
              <a:rPr lang="en-US" sz="2800" b="0" u="none" strike="noStrike" baseline="30000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party: distinct from routing vendor, or SDN controller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92" name="Group 850"/>
          <p:cNvGrpSpPr/>
          <p:nvPr/>
        </p:nvGrpSpPr>
        <p:grpSpPr>
          <a:xfrm>
            <a:off x="6806520" y="1476000"/>
            <a:ext cx="4033080" cy="5161680"/>
            <a:chOff x="6806520" y="1476000"/>
            <a:chExt cx="4033080" cy="5161680"/>
          </a:xfrm>
        </p:grpSpPr>
        <p:sp>
          <p:nvSpPr>
            <p:cNvPr id="9993" name="TextBox 399"/>
            <p:cNvSpPr/>
            <p:nvPr/>
          </p:nvSpPr>
          <p:spPr>
            <a:xfrm>
              <a:off x="10170360" y="5502240"/>
              <a:ext cx="615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data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4" name="TextBox 400"/>
            <p:cNvSpPr/>
            <p:nvPr/>
          </p:nvSpPr>
          <p:spPr>
            <a:xfrm>
              <a:off x="10124640" y="3039840"/>
              <a:ext cx="714960" cy="46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control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plane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995" name="Straight Connector 853"/>
            <p:cNvCxnSpPr/>
            <p:nvPr/>
          </p:nvCxnSpPr>
          <p:spPr>
            <a:xfrm flipV="1">
              <a:off x="7088760" y="5095080"/>
              <a:ext cx="2792160" cy="1476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  <p:cxnSp>
          <p:nvCxnSpPr>
            <p:cNvPr id="9996" name="Straight Connector 854"/>
            <p:cNvCxnSpPr/>
            <p:nvPr/>
          </p:nvCxnSpPr>
          <p:spPr>
            <a:xfrm flipV="1">
              <a:off x="7008480" y="3274920"/>
              <a:ext cx="3041640" cy="18720"/>
            </a:xfrm>
            <a:prstGeom prst="straightConnector1">
              <a:avLst/>
            </a:prstGeom>
            <a:ln w="25400">
              <a:solidFill>
                <a:srgbClr val="000000"/>
              </a:solidFill>
              <a:prstDash val="dash"/>
              <a:round/>
            </a:ln>
          </p:spPr>
        </p:cxnSp>
        <p:grpSp>
          <p:nvGrpSpPr>
            <p:cNvPr id="9997" name="Group 855"/>
            <p:cNvGrpSpPr/>
            <p:nvPr/>
          </p:nvGrpSpPr>
          <p:grpSpPr>
            <a:xfrm>
              <a:off x="6981120" y="5391720"/>
              <a:ext cx="2979000" cy="973440"/>
              <a:chOff x="6981120" y="5391720"/>
              <a:chExt cx="2979000" cy="973440"/>
            </a:xfrm>
          </p:grpSpPr>
          <p:sp>
            <p:nvSpPr>
              <p:cNvPr id="9998" name="Freeform 2"/>
              <p:cNvSpPr/>
              <p:nvPr/>
            </p:nvSpPr>
            <p:spPr>
              <a:xfrm>
                <a:off x="6981120" y="5391720"/>
                <a:ext cx="2979000" cy="973440"/>
              </a:xfrm>
              <a:custGeom>
                <a:avLst/>
                <a:gdLst>
                  <a:gd name="textAreaLeft" fmla="*/ 0 w 2979000"/>
                  <a:gd name="textAreaRight" fmla="*/ 2979360 w 2979000"/>
                  <a:gd name="textAreaTop" fmla="*/ 0 h 973440"/>
                  <a:gd name="textAreaBottom" fmla="*/ 973800 h 973440"/>
                  <a:gd name="GluePoint1X" fmla="*/ 648763 w 10001"/>
                  <a:gd name="GluePoint1Y" fmla="*/ 34777612 h 10125"/>
                  <a:gd name="GluePoint2X" fmla="*/ 115976403 w 10001"/>
                  <a:gd name="GluePoint2Y" fmla="*/ 13733703 h 10125"/>
                  <a:gd name="GluePoint3X" fmla="*/ 507700960 w 10001"/>
                  <a:gd name="GluePoint3Y" fmla="*/ 8662125 h 10125"/>
                  <a:gd name="GluePoint4X" fmla="*/ 810212713 w 10001"/>
                  <a:gd name="GluePoint4Y" fmla="*/ 0 h 10125"/>
                  <a:gd name="GluePoint5X" fmla="*/ 1090015738 w 10001"/>
                  <a:gd name="GluePoint5Y" fmla="*/ 8687929 h 10125"/>
                  <a:gd name="GluePoint6X" fmla="*/ 1310938763 w 10001"/>
                  <a:gd name="GluePoint6Y" fmla="*/ 4279362 h 10125"/>
                  <a:gd name="GluePoint7X" fmla="*/ 1620263134 w 10001"/>
                  <a:gd name="GluePoint7Y" fmla="*/ 25736690 h 10125"/>
                  <a:gd name="GluePoint8X" fmla="*/ 1394798364 w 10001"/>
                  <a:gd name="GluePoint8Y" fmla="*/ 58525268 h 10125"/>
                  <a:gd name="GluePoint9X" fmla="*/ 1134622140 w 10001"/>
                  <a:gd name="GluePoint9Y" fmla="*/ 80266624 h 10125"/>
                  <a:gd name="GluePoint10X" fmla="*/ 860820276 w 10001"/>
                  <a:gd name="GluePoint10Y" fmla="*/ 76142271 h 10125"/>
                  <a:gd name="GluePoint11X" fmla="*/ 708996782 w 10001"/>
                  <a:gd name="GluePoint11Y" fmla="*/ 85346835 h 10125"/>
                  <a:gd name="GluePoint12X" fmla="*/ 509322667 w 10001"/>
                  <a:gd name="GluePoint12Y" fmla="*/ 86268164 h 10125"/>
                  <a:gd name="GluePoint13X" fmla="*/ 353443899 w 10001"/>
                  <a:gd name="GluePoint13Y" fmla="*/ 67979516 h 10125"/>
                  <a:gd name="GluePoint14X" fmla="*/ 192536914 w 10001"/>
                  <a:gd name="GluePoint14Y" fmla="*/ 64535347 h 10125"/>
                  <a:gd name="GluePoint15X" fmla="*/ 648763 w 10001"/>
                  <a:gd name="GluePoint15Y" fmla="*/ 34777612 h 1012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9999" name="Straight Connector 912"/>
              <p:cNvCxnSpPr/>
              <p:nvPr/>
            </p:nvCxnSpPr>
            <p:spPr>
              <a:xfrm flipV="1">
                <a:off x="7476840" y="5547600"/>
                <a:ext cx="973800" cy="1371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10000" name="Straight Connector 913"/>
              <p:cNvCxnSpPr/>
              <p:nvPr/>
            </p:nvCxnSpPr>
            <p:spPr>
              <a:xfrm>
                <a:off x="7394760" y="5741640"/>
                <a:ext cx="1671120" cy="30960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10001" name="Straight Connector 914"/>
              <p:cNvCxnSpPr/>
              <p:nvPr/>
            </p:nvCxnSpPr>
            <p:spPr>
              <a:xfrm>
                <a:off x="7404120" y="5850360"/>
                <a:ext cx="528480" cy="2865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10002" name="Straight Connector 915"/>
              <p:cNvCxnSpPr/>
              <p:nvPr/>
            </p:nvCxnSpPr>
            <p:spPr>
              <a:xfrm flipV="1">
                <a:off x="8156880" y="6050880"/>
                <a:ext cx="923040" cy="8604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10003" name="Straight Connector 916"/>
              <p:cNvCxnSpPr/>
              <p:nvPr/>
            </p:nvCxnSpPr>
            <p:spPr>
              <a:xfrm>
                <a:off x="8645040" y="5582160"/>
                <a:ext cx="782640" cy="12888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10004" name="Straight Connector 917"/>
              <p:cNvCxnSpPr/>
              <p:nvPr/>
            </p:nvCxnSpPr>
            <p:spPr>
              <a:xfrm flipV="1">
                <a:off x="8115480" y="5741640"/>
                <a:ext cx="1325160" cy="30960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10005" name="Straight Connector 918"/>
              <p:cNvCxnSpPr/>
              <p:nvPr/>
            </p:nvCxnSpPr>
            <p:spPr>
              <a:xfrm flipV="1">
                <a:off x="9097200" y="5771520"/>
                <a:ext cx="436320" cy="27972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cxnSp>
            <p:nvCxnSpPr>
              <p:cNvPr id="10006" name="Straight Connector 919"/>
              <p:cNvCxnSpPr/>
              <p:nvPr/>
            </p:nvCxnSpPr>
            <p:spPr>
              <a:xfrm>
                <a:off x="8463240" y="5547600"/>
                <a:ext cx="602640" cy="41652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round/>
              </a:ln>
            </p:spPr>
          </p:cxnSp>
          <p:grpSp>
            <p:nvGrpSpPr>
              <p:cNvPr id="10007" name="Group 347"/>
              <p:cNvGrpSpPr/>
              <p:nvPr/>
            </p:nvGrpSpPr>
            <p:grpSpPr>
              <a:xfrm>
                <a:off x="9395280" y="5592960"/>
                <a:ext cx="435600" cy="250920"/>
                <a:chOff x="9395280" y="5592960"/>
                <a:chExt cx="435600" cy="250920"/>
              </a:xfrm>
            </p:grpSpPr>
            <p:sp>
              <p:nvSpPr>
                <p:cNvPr id="10008" name="Oval 961"/>
                <p:cNvSpPr/>
                <p:nvPr/>
              </p:nvSpPr>
              <p:spPr>
                <a:xfrm flipV="1">
                  <a:off x="9396720" y="566100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09" name="Rectangle 962"/>
                <p:cNvSpPr/>
                <p:nvPr/>
              </p:nvSpPr>
              <p:spPr>
                <a:xfrm>
                  <a:off x="9395280" y="568692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10" name="Oval 963"/>
                <p:cNvSpPr/>
                <p:nvPr/>
              </p:nvSpPr>
              <p:spPr>
                <a:xfrm flipV="1">
                  <a:off x="9395280" y="559296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11" name="Freeform 964"/>
                <p:cNvSpPr/>
                <p:nvPr/>
              </p:nvSpPr>
              <p:spPr>
                <a:xfrm>
                  <a:off x="9506880" y="564876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12" name="Freeform 965"/>
                <p:cNvSpPr/>
                <p:nvPr/>
              </p:nvSpPr>
              <p:spPr>
                <a:xfrm>
                  <a:off x="9484560" y="562572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13" name="Freeform 966"/>
                <p:cNvSpPr/>
                <p:nvPr/>
              </p:nvSpPr>
              <p:spPr>
                <a:xfrm>
                  <a:off x="9652320" y="568008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14" name="Freeform 967"/>
                <p:cNvSpPr/>
                <p:nvPr/>
              </p:nvSpPr>
              <p:spPr>
                <a:xfrm>
                  <a:off x="9479880" y="568116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10015" name="Straight Connector 968"/>
                <p:cNvCxnSpPr/>
                <p:nvPr/>
              </p:nvCxnSpPr>
              <p:spPr>
                <a:xfrm flipH="1" flipV="1">
                  <a:off x="9395280" y="568512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0016" name="Straight Connector 969"/>
                <p:cNvCxnSpPr/>
                <p:nvPr/>
              </p:nvCxnSpPr>
              <p:spPr>
                <a:xfrm flipH="1" flipV="1">
                  <a:off x="9829800" y="568404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10017" name="Group 347"/>
              <p:cNvGrpSpPr/>
              <p:nvPr/>
            </p:nvGrpSpPr>
            <p:grpSpPr>
              <a:xfrm>
                <a:off x="8299800" y="5445720"/>
                <a:ext cx="435600" cy="250920"/>
                <a:chOff x="8299800" y="5445720"/>
                <a:chExt cx="435600" cy="250920"/>
              </a:xfrm>
            </p:grpSpPr>
            <p:sp>
              <p:nvSpPr>
                <p:cNvPr id="10018" name="Oval 952"/>
                <p:cNvSpPr/>
                <p:nvPr/>
              </p:nvSpPr>
              <p:spPr>
                <a:xfrm flipV="1">
                  <a:off x="8300880" y="551376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19" name="Rectangle 953"/>
                <p:cNvSpPr/>
                <p:nvPr/>
              </p:nvSpPr>
              <p:spPr>
                <a:xfrm>
                  <a:off x="8299800" y="553968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20" name="Oval 954"/>
                <p:cNvSpPr/>
                <p:nvPr/>
              </p:nvSpPr>
              <p:spPr>
                <a:xfrm flipV="1">
                  <a:off x="8299800" y="544572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21" name="Freeform 955"/>
                <p:cNvSpPr/>
                <p:nvPr/>
              </p:nvSpPr>
              <p:spPr>
                <a:xfrm>
                  <a:off x="8411040" y="550152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22" name="Freeform 956"/>
                <p:cNvSpPr/>
                <p:nvPr/>
              </p:nvSpPr>
              <p:spPr>
                <a:xfrm>
                  <a:off x="8389080" y="547848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23" name="Freeform 957"/>
                <p:cNvSpPr/>
                <p:nvPr/>
              </p:nvSpPr>
              <p:spPr>
                <a:xfrm>
                  <a:off x="8556840" y="553284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24" name="Freeform 958"/>
                <p:cNvSpPr/>
                <p:nvPr/>
              </p:nvSpPr>
              <p:spPr>
                <a:xfrm>
                  <a:off x="8384400" y="553428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10025" name="Straight Connector 959"/>
                <p:cNvCxnSpPr/>
                <p:nvPr/>
              </p:nvCxnSpPr>
              <p:spPr>
                <a:xfrm flipH="1" flipV="1">
                  <a:off x="8299800" y="553788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0026" name="Straight Connector 960"/>
                <p:cNvCxnSpPr/>
                <p:nvPr/>
              </p:nvCxnSpPr>
              <p:spPr>
                <a:xfrm flipH="1" flipV="1">
                  <a:off x="8733960" y="5536800"/>
                  <a:ext cx="180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10027" name="Group 347"/>
              <p:cNvGrpSpPr/>
              <p:nvPr/>
            </p:nvGrpSpPr>
            <p:grpSpPr>
              <a:xfrm>
                <a:off x="7170120" y="5646600"/>
                <a:ext cx="435600" cy="250920"/>
                <a:chOff x="7170120" y="5646600"/>
                <a:chExt cx="435600" cy="250920"/>
              </a:xfrm>
            </p:grpSpPr>
            <p:sp>
              <p:nvSpPr>
                <p:cNvPr id="10028" name="Oval 943"/>
                <p:cNvSpPr/>
                <p:nvPr/>
              </p:nvSpPr>
              <p:spPr>
                <a:xfrm flipV="1">
                  <a:off x="7171560" y="571464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29" name="Rectangle 944"/>
                <p:cNvSpPr/>
                <p:nvPr/>
              </p:nvSpPr>
              <p:spPr>
                <a:xfrm>
                  <a:off x="7170120" y="574020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30" name="Oval 945"/>
                <p:cNvSpPr/>
                <p:nvPr/>
              </p:nvSpPr>
              <p:spPr>
                <a:xfrm flipV="1">
                  <a:off x="7170120" y="564660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31" name="Freeform 946"/>
                <p:cNvSpPr/>
                <p:nvPr/>
              </p:nvSpPr>
              <p:spPr>
                <a:xfrm>
                  <a:off x="7281720" y="570240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32" name="Freeform 947"/>
                <p:cNvSpPr/>
                <p:nvPr/>
              </p:nvSpPr>
              <p:spPr>
                <a:xfrm>
                  <a:off x="7259400" y="567936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33" name="Freeform 948"/>
                <p:cNvSpPr/>
                <p:nvPr/>
              </p:nvSpPr>
              <p:spPr>
                <a:xfrm>
                  <a:off x="7427160" y="573372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34" name="Freeform 949"/>
                <p:cNvSpPr/>
                <p:nvPr/>
              </p:nvSpPr>
              <p:spPr>
                <a:xfrm>
                  <a:off x="7254720" y="573480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10035" name="Straight Connector 950"/>
                <p:cNvCxnSpPr/>
                <p:nvPr/>
              </p:nvCxnSpPr>
              <p:spPr>
                <a:xfrm flipH="1" flipV="1">
                  <a:off x="7170120" y="573876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0036" name="Straight Connector 951"/>
                <p:cNvCxnSpPr/>
                <p:nvPr/>
              </p:nvCxnSpPr>
              <p:spPr>
                <a:xfrm flipH="1" flipV="1">
                  <a:off x="7604640" y="573732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10037" name="Group 347"/>
              <p:cNvGrpSpPr/>
              <p:nvPr/>
            </p:nvGrpSpPr>
            <p:grpSpPr>
              <a:xfrm>
                <a:off x="8885160" y="5922360"/>
                <a:ext cx="435600" cy="250920"/>
                <a:chOff x="8885160" y="5922360"/>
                <a:chExt cx="435600" cy="250920"/>
              </a:xfrm>
            </p:grpSpPr>
            <p:sp>
              <p:nvSpPr>
                <p:cNvPr id="10038" name="Oval 934"/>
                <p:cNvSpPr/>
                <p:nvPr/>
              </p:nvSpPr>
              <p:spPr>
                <a:xfrm flipV="1">
                  <a:off x="8886600" y="599040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39" name="Rectangle 935"/>
                <p:cNvSpPr/>
                <p:nvPr/>
              </p:nvSpPr>
              <p:spPr>
                <a:xfrm>
                  <a:off x="8885160" y="601632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40" name="Oval 936"/>
                <p:cNvSpPr/>
                <p:nvPr/>
              </p:nvSpPr>
              <p:spPr>
                <a:xfrm flipV="1">
                  <a:off x="8885160" y="592236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41" name="Freeform 937"/>
                <p:cNvSpPr/>
                <p:nvPr/>
              </p:nvSpPr>
              <p:spPr>
                <a:xfrm>
                  <a:off x="8996760" y="597816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42" name="Freeform 938"/>
                <p:cNvSpPr/>
                <p:nvPr/>
              </p:nvSpPr>
              <p:spPr>
                <a:xfrm>
                  <a:off x="8974440" y="595512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43" name="Freeform 939"/>
                <p:cNvSpPr/>
                <p:nvPr/>
              </p:nvSpPr>
              <p:spPr>
                <a:xfrm>
                  <a:off x="9142200" y="600948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44" name="Freeform 940"/>
                <p:cNvSpPr/>
                <p:nvPr/>
              </p:nvSpPr>
              <p:spPr>
                <a:xfrm>
                  <a:off x="8969760" y="601092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10045" name="Straight Connector 941"/>
                <p:cNvCxnSpPr/>
                <p:nvPr/>
              </p:nvCxnSpPr>
              <p:spPr>
                <a:xfrm flipH="1" flipV="1">
                  <a:off x="8885160" y="601488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0046" name="Straight Connector 942"/>
                <p:cNvCxnSpPr/>
                <p:nvPr/>
              </p:nvCxnSpPr>
              <p:spPr>
                <a:xfrm flipH="1" flipV="1">
                  <a:off x="9319680" y="6013440"/>
                  <a:ext cx="144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  <p:grpSp>
            <p:nvGrpSpPr>
              <p:cNvPr id="10047" name="Group 347"/>
              <p:cNvGrpSpPr/>
              <p:nvPr/>
            </p:nvGrpSpPr>
            <p:grpSpPr>
              <a:xfrm>
                <a:off x="7803000" y="6018480"/>
                <a:ext cx="435600" cy="250920"/>
                <a:chOff x="7803000" y="6018480"/>
                <a:chExt cx="435600" cy="250920"/>
              </a:xfrm>
            </p:grpSpPr>
            <p:sp>
              <p:nvSpPr>
                <p:cNvPr id="10048" name="Oval 925"/>
                <p:cNvSpPr/>
                <p:nvPr/>
              </p:nvSpPr>
              <p:spPr>
                <a:xfrm flipV="1">
                  <a:off x="7804440" y="6086520"/>
                  <a:ext cx="434160" cy="18288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49" name="Rectangle 926"/>
                <p:cNvSpPr/>
                <p:nvPr/>
              </p:nvSpPr>
              <p:spPr>
                <a:xfrm>
                  <a:off x="7803360" y="6112080"/>
                  <a:ext cx="435240" cy="66240"/>
                </a:xfrm>
                <a:prstGeom prst="rect">
                  <a:avLst/>
                </a:prstGeom>
                <a:gradFill rotWithShape="0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10800000"/>
                </a:gradFill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0" rIns="90000" bIns="21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50" name="Oval 927"/>
                <p:cNvSpPr/>
                <p:nvPr/>
              </p:nvSpPr>
              <p:spPr>
                <a:xfrm flipV="1">
                  <a:off x="7803360" y="6018480"/>
                  <a:ext cx="434160" cy="182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51" name="Freeform 928"/>
                <p:cNvSpPr/>
                <p:nvPr/>
              </p:nvSpPr>
              <p:spPr>
                <a:xfrm>
                  <a:off x="7914600" y="6074280"/>
                  <a:ext cx="211320" cy="9216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92160"/>
                    <a:gd name="textAreaBottom" fmla="*/ 92520 h 92160"/>
                    <a:gd name="GluePoint1X" fmla="*/ 1537780 w 3076069"/>
                    <a:gd name="GluePoint1Y" fmla="*/ 750825 h 1321259"/>
                    <a:gd name="GluePoint2X" fmla="*/ 313981 w 3076069"/>
                    <a:gd name="GluePoint2Y" fmla="*/ 1321259 h 1321259"/>
                    <a:gd name="GluePoint3X" fmla="*/ 0 w 3076069"/>
                    <a:gd name="GluePoint3Y" fmla="*/ 1228607 h 1321259"/>
                    <a:gd name="GluePoint4X" fmla="*/ 962613 w 3076069"/>
                    <a:gd name="GluePoint4Y" fmla="*/ 837478 h 1321259"/>
                    <a:gd name="GluePoint5X" fmla="*/ 935005 w 3076069"/>
                    <a:gd name="GluePoint5Y" fmla="*/ 450949 h 1321259"/>
                    <a:gd name="GluePoint6X" fmla="*/ 212596 w 3076069"/>
                    <a:gd name="GluePoint6Y" fmla="*/ 119640 h 1321259"/>
                    <a:gd name="GluePoint7X" fmla="*/ 456466 w 3076069"/>
                    <a:gd name="GluePoint7Y" fmla="*/ 50617 h 1321259"/>
                    <a:gd name="GluePoint8X" fmla="*/ 1528577 w 3076069"/>
                    <a:gd name="GluePoint8Y" fmla="*/ 501566 h 1321259"/>
                    <a:gd name="GluePoint9X" fmla="*/ 2623695 w 3076069"/>
                    <a:gd name="GluePoint9Y" fmla="*/ 0 h 1321259"/>
                    <a:gd name="GluePoint10X" fmla="*/ 2927383 w 3076069"/>
                    <a:gd name="GluePoint10Y" fmla="*/ 96632 h 1321259"/>
                    <a:gd name="GluePoint11X" fmla="*/ 2131352 w 3076069"/>
                    <a:gd name="GluePoint11Y" fmla="*/ 432543 h 1321259"/>
                    <a:gd name="GluePoint12X" fmla="*/ 2292399 w 3076069"/>
                    <a:gd name="GluePoint12Y" fmla="*/ 920305 h 1321259"/>
                    <a:gd name="GluePoint13X" fmla="*/ 3076069 w 3076069"/>
                    <a:gd name="GluePoint13Y" fmla="*/ 1228607 h 1321259"/>
                    <a:gd name="GluePoint14X" fmla="*/ 2808172 w 3076069"/>
                    <a:gd name="GluePoint14Y" fmla="*/ 1316375 h 1321259"/>
                    <a:gd name="GluePoint15X" fmla="*/ 1537780 w 3076069"/>
                    <a:gd name="GluePoint15Y" fmla="*/ 750825 h 13212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585E0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52" name="Freeform 929"/>
                <p:cNvSpPr/>
                <p:nvPr/>
              </p:nvSpPr>
              <p:spPr>
                <a:xfrm>
                  <a:off x="7892640" y="6050880"/>
                  <a:ext cx="255240" cy="6336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63360"/>
                    <a:gd name="textAreaBottom" fmla="*/ 63720 h 63360"/>
                    <a:gd name="GluePoint1X" fmla="*/ 0 w 3723451"/>
                    <a:gd name="GluePoint1Y" fmla="*/ 228246 h 932950"/>
                    <a:gd name="GluePoint2X" fmla="*/ 655168 w 3723451"/>
                    <a:gd name="GluePoint2Y" fmla="*/ 2690 h 932950"/>
                    <a:gd name="GluePoint3X" fmla="*/ 1855778 w 3723451"/>
                    <a:gd name="GluePoint3Y" fmla="*/ 520562 h 932950"/>
                    <a:gd name="GluePoint4X" fmla="*/ 3001174 w 3723451"/>
                    <a:gd name="GluePoint4Y" fmla="*/ 0 h 932950"/>
                    <a:gd name="GluePoint5X" fmla="*/ 3723451 w 3723451"/>
                    <a:gd name="GluePoint5Y" fmla="*/ 207149 h 932950"/>
                    <a:gd name="GluePoint6X" fmla="*/ 3186079 w 3723451"/>
                    <a:gd name="GluePoint6Y" fmla="*/ 461874 h 932950"/>
                    <a:gd name="GluePoint7X" fmla="*/ 3013067 w 3723451"/>
                    <a:gd name="GluePoint7Y" fmla="*/ 393200 h 932950"/>
                    <a:gd name="GluePoint8X" fmla="*/ 1876873 w 3723451"/>
                    <a:gd name="GluePoint8Y" fmla="*/ 932950 h 932950"/>
                    <a:gd name="GluePoint9X" fmla="*/ 711613 w 3723451"/>
                    <a:gd name="GluePoint9Y" fmla="*/ 413055 h 932950"/>
                    <a:gd name="GluePoint10X" fmla="*/ 523214 w 3723451"/>
                    <a:gd name="GluePoint10Y" fmla="*/ 469166 h 932950"/>
                    <a:gd name="GluePoint11X" fmla="*/ 0 w 3723451"/>
                    <a:gd name="GluePoint11Y" fmla="*/ 228246 h 93295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8720" rIns="90000" bIns="1872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53" name="Freeform 930"/>
                <p:cNvSpPr/>
                <p:nvPr/>
              </p:nvSpPr>
              <p:spPr>
                <a:xfrm>
                  <a:off x="8060400" y="6105240"/>
                  <a:ext cx="93960" cy="55440"/>
                </a:xfrm>
                <a:custGeom>
                  <a:avLst/>
                  <a:gdLst>
                    <a:gd name="textAreaLeft" fmla="*/ 0 w 93960"/>
                    <a:gd name="textAreaRight" fmla="*/ 94320 w 93960"/>
                    <a:gd name="textAreaTop" fmla="*/ 0 h 55440"/>
                    <a:gd name="textAreaBottom" fmla="*/ 55800 h 55440"/>
                    <a:gd name="GluePoint1X" fmla="*/ 0 w 1366596"/>
                    <a:gd name="GluePoint1Y" fmla="*/ 0 h 809868"/>
                    <a:gd name="GluePoint2X" fmla="*/ 1366596 w 1366596"/>
                    <a:gd name="GluePoint2Y" fmla="*/ 625807 h 809868"/>
                    <a:gd name="GluePoint3X" fmla="*/ 865050 w 1366596"/>
                    <a:gd name="GluePoint3Y" fmla="*/ 809868 h 809868"/>
                    <a:gd name="GluePoint4X" fmla="*/ 4601 w 1366596"/>
                    <a:gd name="GluePoint4Y" fmla="*/ 427942 h 809868"/>
                    <a:gd name="GluePoint5X" fmla="*/ 0 w 1366596"/>
                    <a:gd name="GluePoint5Y" fmla="*/ 0 h 8098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sp>
              <p:nvSpPr>
                <p:cNvPr id="10054" name="Freeform 931"/>
                <p:cNvSpPr/>
                <p:nvPr/>
              </p:nvSpPr>
              <p:spPr>
                <a:xfrm>
                  <a:off x="7887600" y="6106680"/>
                  <a:ext cx="92520" cy="55440"/>
                </a:xfrm>
                <a:custGeom>
                  <a:avLst/>
                  <a:gdLst>
                    <a:gd name="textAreaLeft" fmla="*/ 0 w 92520"/>
                    <a:gd name="textAreaRight" fmla="*/ 92880 w 92520"/>
                    <a:gd name="textAreaTop" fmla="*/ 0 h 55440"/>
                    <a:gd name="textAreaBottom" fmla="*/ 55800 h 55440"/>
                    <a:gd name="GluePoint1X" fmla="*/ 1329786 w 1348191"/>
                    <a:gd name="GluePoint1Y" fmla="*/ 0 h 791462"/>
                    <a:gd name="GluePoint2X" fmla="*/ 1348191 w 1348191"/>
                    <a:gd name="GluePoint2Y" fmla="*/ 381926 h 791462"/>
                    <a:gd name="GluePoint3X" fmla="*/ 487742 w 1348191"/>
                    <a:gd name="GluePoint3Y" fmla="*/ 791462 h 791462"/>
                    <a:gd name="GluePoint4X" fmla="*/ 0 w 1348191"/>
                    <a:gd name="GluePoint4Y" fmla="*/ 612002 h 791462"/>
                    <a:gd name="GluePoint5X" fmla="*/ 1329786 w 1348191"/>
                    <a:gd name="GluePoint5Y" fmla="*/ 0 h 7914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 w="9525">
                  <a:noFill/>
                </a:ln>
                <a:effectLst>
                  <a:outerShdw blurRad="39960" dir="5400000" dist="2304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0800" rIns="90000" bIns="108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Gill Sans MT"/>
                  </a:endParaRPr>
                </a:p>
              </p:txBody>
            </p:sp>
            <p:cxnSp>
              <p:nvCxnSpPr>
                <p:cNvPr id="10055" name="Straight Connector 932"/>
                <p:cNvCxnSpPr/>
                <p:nvPr/>
              </p:nvCxnSpPr>
              <p:spPr>
                <a:xfrm flipH="1" flipV="1">
                  <a:off x="7803000" y="6110640"/>
                  <a:ext cx="1800" cy="7092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  <p:cxnSp>
              <p:nvCxnSpPr>
                <p:cNvPr id="10056" name="Straight Connector 933"/>
                <p:cNvCxnSpPr/>
                <p:nvPr/>
              </p:nvCxnSpPr>
              <p:spPr>
                <a:xfrm flipH="1" flipV="1">
                  <a:off x="8237520" y="6109200"/>
                  <a:ext cx="1440" cy="71280"/>
                </a:xfrm>
                <a:prstGeom prst="straightConnector1">
                  <a:avLst/>
                </a:prstGeom>
                <a:ln w="6350">
                  <a:solidFill>
                    <a:srgbClr val="000000"/>
                  </a:solidFill>
                  <a:round/>
                </a:ln>
              </p:spPr>
            </p:cxnSp>
          </p:grpSp>
        </p:grpSp>
        <p:grpSp>
          <p:nvGrpSpPr>
            <p:cNvPr id="10057" name="Group 856"/>
            <p:cNvGrpSpPr/>
            <p:nvPr/>
          </p:nvGrpSpPr>
          <p:grpSpPr>
            <a:xfrm>
              <a:off x="6806520" y="3612600"/>
              <a:ext cx="3116160" cy="1053000"/>
              <a:chOff x="6806520" y="3612600"/>
              <a:chExt cx="3116160" cy="1053000"/>
            </a:xfrm>
          </p:grpSpPr>
          <p:sp>
            <p:nvSpPr>
              <p:cNvPr id="10058" name="Rectangle 875"/>
              <p:cNvSpPr/>
              <p:nvPr/>
            </p:nvSpPr>
            <p:spPr>
              <a:xfrm>
                <a:off x="7234920" y="3648240"/>
                <a:ext cx="2687760" cy="1017360"/>
              </a:xfrm>
              <a:prstGeom prst="rect">
                <a:avLst/>
              </a:prstGeom>
              <a:solidFill>
                <a:srgbClr val="D2D2F4"/>
              </a:solidFill>
              <a:ln w="317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059" name="Freeform 876"/>
              <p:cNvSpPr/>
              <p:nvPr/>
            </p:nvSpPr>
            <p:spPr>
              <a:xfrm>
                <a:off x="7034400" y="3612600"/>
                <a:ext cx="213480" cy="1027800"/>
              </a:xfrm>
              <a:custGeom>
                <a:avLst/>
                <a:gdLst>
                  <a:gd name="textAreaLeft" fmla="*/ 0 w 213480"/>
                  <a:gd name="textAreaRight" fmla="*/ 213840 w 213480"/>
                  <a:gd name="textAreaTop" fmla="*/ 0 h 1027800"/>
                  <a:gd name="textAreaBottom" fmla="*/ 1028160 h 1027800"/>
                  <a:gd name="GluePoint1X" fmla="*/ 15446 w 215301"/>
                  <a:gd name="GluePoint1Y" fmla="*/ 745656 h 1027869"/>
                  <a:gd name="GluePoint2X" fmla="*/ 209366 w 215301"/>
                  <a:gd name="GluePoint2Y" fmla="*/ 0 h 1027869"/>
                  <a:gd name="GluePoint3X" fmla="*/ 215301 w 215301"/>
                  <a:gd name="GluePoint3Y" fmla="*/ 1027869 h 1027869"/>
                  <a:gd name="GluePoint4X" fmla="*/ 87 w 215301"/>
                  <a:gd name="GluePoint4Y" fmla="*/ 888484 h 1027869"/>
                  <a:gd name="GluePoint5X" fmla="*/ 15446 w 215301"/>
                  <a:gd name="GluePoint5Y" fmla="*/ 745656 h 102786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15301" h="1027869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2F2F2"/>
                  </a:gs>
                  <a:gs pos="100000">
                    <a:srgbClr val="D2D2F4"/>
                  </a:gs>
                </a:gsLst>
                <a:lin ang="0"/>
              </a:gra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grpSp>
            <p:nvGrpSpPr>
              <p:cNvPr id="10060" name="Group 950"/>
              <p:cNvGrpSpPr/>
              <p:nvPr/>
            </p:nvGrpSpPr>
            <p:grpSpPr>
              <a:xfrm>
                <a:off x="6806520" y="4086720"/>
                <a:ext cx="251280" cy="563760"/>
                <a:chOff x="6806520" y="4086720"/>
                <a:chExt cx="251280" cy="563760"/>
              </a:xfrm>
            </p:grpSpPr>
            <p:sp>
              <p:nvSpPr>
                <p:cNvPr id="10061" name="Freeform 951"/>
                <p:cNvSpPr/>
                <p:nvPr/>
              </p:nvSpPr>
              <p:spPr>
                <a:xfrm>
                  <a:off x="7005600" y="4087800"/>
                  <a:ext cx="49680" cy="537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37840"/>
                    <a:gd name="textAreaBottom" fmla="*/ 538200 h 537840"/>
                    <a:gd name="GluePoint1X" fmla="*/ 3 w 354"/>
                    <a:gd name="GluePoint1Y" fmla="*/ 0 h 2742"/>
                    <a:gd name="GluePoint2X" fmla="*/ 15 w 354"/>
                    <a:gd name="GluePoint2Y" fmla="*/ 27 h 2742"/>
                    <a:gd name="GluePoint3X" fmla="*/ 15 w 354"/>
                    <a:gd name="GluePoint3Y" fmla="*/ 205 h 2742"/>
                    <a:gd name="GluePoint4X" fmla="*/ 0 w 354"/>
                    <a:gd name="GluePoint4Y" fmla="*/ 215 h 2742"/>
                    <a:gd name="GluePoint5X" fmla="*/ 3 w 354"/>
                    <a:gd name="GluePoint5Y" fmla="*/ 0 h 274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62" name="Rectangle 952"/>
                <p:cNvSpPr/>
                <p:nvPr/>
              </p:nvSpPr>
              <p:spPr>
                <a:xfrm>
                  <a:off x="6818760" y="4086720"/>
                  <a:ext cx="184320" cy="537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63" name="Freeform 953"/>
                <p:cNvSpPr/>
                <p:nvPr/>
              </p:nvSpPr>
              <p:spPr>
                <a:xfrm>
                  <a:off x="7014960" y="4120200"/>
                  <a:ext cx="29520" cy="4975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497520"/>
                    <a:gd name="textAreaBottom" fmla="*/ 497880 h 497520"/>
                    <a:gd name="GluePoint1X" fmla="*/ 2 w 211"/>
                    <a:gd name="GluePoint1Y" fmla="*/ 0 h 2537"/>
                    <a:gd name="GluePoint2X" fmla="*/ 9 w 211"/>
                    <a:gd name="GluePoint2Y" fmla="*/ 18 h 2537"/>
                    <a:gd name="GluePoint3X" fmla="*/ 2 w 211"/>
                    <a:gd name="GluePoint3Y" fmla="*/ 196 h 2537"/>
                    <a:gd name="GluePoint4X" fmla="*/ 2 w 211"/>
                    <a:gd name="GluePoint4Y" fmla="*/ 0 h 253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64" name="Freeform 954"/>
                <p:cNvSpPr/>
                <p:nvPr/>
              </p:nvSpPr>
              <p:spPr>
                <a:xfrm>
                  <a:off x="7008480" y="4371840"/>
                  <a:ext cx="46080" cy="44280"/>
                </a:xfrm>
                <a:custGeom>
                  <a:avLst/>
                  <a:gdLst>
                    <a:gd name="textAreaLeft" fmla="*/ 0 w 46080"/>
                    <a:gd name="textAreaRight" fmla="*/ 46440 w 46080"/>
                    <a:gd name="textAreaTop" fmla="*/ 0 h 44280"/>
                    <a:gd name="textAreaBottom" fmla="*/ 44640 h 44280"/>
                    <a:gd name="GluePoint1X" fmla="*/ 2 w 328"/>
                    <a:gd name="GluePoint1Y" fmla="*/ 0 h 226"/>
                    <a:gd name="GluePoint2X" fmla="*/ 14 w 328"/>
                    <a:gd name="GluePoint2Y" fmla="*/ 11 h 226"/>
                    <a:gd name="GluePoint3X" fmla="*/ 14 w 328"/>
                    <a:gd name="GluePoint3Y" fmla="*/ 19 h 226"/>
                    <a:gd name="GluePoint4X" fmla="*/ 0 w 328"/>
                    <a:gd name="GluePoint4Y" fmla="*/ 8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360" rIns="90000" bIns="-3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65" name="Rectangle 955"/>
                <p:cNvSpPr/>
                <p:nvPr/>
              </p:nvSpPr>
              <p:spPr>
                <a:xfrm>
                  <a:off x="6818760" y="414828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0066" name="Group 956"/>
                <p:cNvGrpSpPr/>
                <p:nvPr/>
              </p:nvGrpSpPr>
              <p:grpSpPr>
                <a:xfrm>
                  <a:off x="6913800" y="4142520"/>
                  <a:ext cx="101520" cy="34920"/>
                  <a:chOff x="6913800" y="4142520"/>
                  <a:chExt cx="101520" cy="34920"/>
                </a:xfrm>
              </p:grpSpPr>
              <p:sp>
                <p:nvSpPr>
                  <p:cNvPr id="10067" name="AutoShape 957"/>
                  <p:cNvSpPr/>
                  <p:nvPr/>
                </p:nvSpPr>
                <p:spPr>
                  <a:xfrm>
                    <a:off x="6913800" y="4142520"/>
                    <a:ext cx="101520" cy="349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0160" rIns="90000" bIns="-2016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0068" name="AutoShape 958"/>
                  <p:cNvSpPr/>
                  <p:nvPr/>
                </p:nvSpPr>
                <p:spPr>
                  <a:xfrm>
                    <a:off x="6915600" y="4146480"/>
                    <a:ext cx="98280" cy="2772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200" rIns="90000" bIns="-252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0069" name="Rectangle 959"/>
                <p:cNvSpPr/>
                <p:nvPr/>
              </p:nvSpPr>
              <p:spPr>
                <a:xfrm>
                  <a:off x="6820560" y="422640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0070" name="Group 960"/>
                <p:cNvGrpSpPr/>
                <p:nvPr/>
              </p:nvGrpSpPr>
              <p:grpSpPr>
                <a:xfrm>
                  <a:off x="6913800" y="4218840"/>
                  <a:ext cx="101520" cy="31320"/>
                  <a:chOff x="6913800" y="4218840"/>
                  <a:chExt cx="101520" cy="31320"/>
                </a:xfrm>
              </p:grpSpPr>
              <p:sp>
                <p:nvSpPr>
                  <p:cNvPr id="10071" name="AutoShape 961"/>
                  <p:cNvSpPr/>
                  <p:nvPr/>
                </p:nvSpPr>
                <p:spPr>
                  <a:xfrm>
                    <a:off x="6913800" y="4218840"/>
                    <a:ext cx="10152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0072" name="AutoShape 962"/>
                  <p:cNvSpPr/>
                  <p:nvPr/>
                </p:nvSpPr>
                <p:spPr>
                  <a:xfrm>
                    <a:off x="6915600" y="4222800"/>
                    <a:ext cx="98280" cy="2376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7720" rIns="90000" bIns="-27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0073" name="Rectangle 963"/>
                <p:cNvSpPr/>
                <p:nvPr/>
              </p:nvSpPr>
              <p:spPr>
                <a:xfrm>
                  <a:off x="6820560" y="430452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74" name="Rectangle 964"/>
                <p:cNvSpPr/>
                <p:nvPr/>
              </p:nvSpPr>
              <p:spPr>
                <a:xfrm>
                  <a:off x="6822360" y="4375440"/>
                  <a:ext cx="1051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0075" name="Group 965"/>
                <p:cNvGrpSpPr/>
                <p:nvPr/>
              </p:nvGrpSpPr>
              <p:grpSpPr>
                <a:xfrm>
                  <a:off x="6912000" y="4373640"/>
                  <a:ext cx="101520" cy="31320"/>
                  <a:chOff x="6912000" y="4373640"/>
                  <a:chExt cx="101520" cy="31320"/>
                </a:xfrm>
              </p:grpSpPr>
              <p:sp>
                <p:nvSpPr>
                  <p:cNvPr id="10076" name="AutoShape 966"/>
                  <p:cNvSpPr/>
                  <p:nvPr/>
                </p:nvSpPr>
                <p:spPr>
                  <a:xfrm>
                    <a:off x="6912000" y="4373640"/>
                    <a:ext cx="10152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0077" name="AutoShape 967"/>
                  <p:cNvSpPr/>
                  <p:nvPr/>
                </p:nvSpPr>
                <p:spPr>
                  <a:xfrm>
                    <a:off x="6913800" y="4373640"/>
                    <a:ext cx="98280" cy="2736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5560" rIns="90000" bIns="-2556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0078" name="Freeform 968"/>
                <p:cNvSpPr/>
                <p:nvPr/>
              </p:nvSpPr>
              <p:spPr>
                <a:xfrm>
                  <a:off x="7009200" y="4304520"/>
                  <a:ext cx="46080" cy="43920"/>
                </a:xfrm>
                <a:custGeom>
                  <a:avLst/>
                  <a:gdLst>
                    <a:gd name="textAreaLeft" fmla="*/ 0 w 46080"/>
                    <a:gd name="textAreaRight" fmla="*/ 46440 w 46080"/>
                    <a:gd name="textAreaTop" fmla="*/ 0 h 43920"/>
                    <a:gd name="textAreaBottom" fmla="*/ 44280 h 43920"/>
                    <a:gd name="GluePoint1X" fmla="*/ 2 w 328"/>
                    <a:gd name="GluePoint1Y" fmla="*/ 0 h 226"/>
                    <a:gd name="GluePoint2X" fmla="*/ 14 w 328"/>
                    <a:gd name="GluePoint2Y" fmla="*/ 10 h 226"/>
                    <a:gd name="GluePoint3X" fmla="*/ 14 w 328"/>
                    <a:gd name="GluePoint3Y" fmla="*/ 17 h 226"/>
                    <a:gd name="GluePoint4X" fmla="*/ 0 w 328"/>
                    <a:gd name="GluePoint4Y" fmla="*/ 7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-720" rIns="90000" bIns="-7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0079" name="Group 969"/>
                <p:cNvGrpSpPr/>
                <p:nvPr/>
              </p:nvGrpSpPr>
              <p:grpSpPr>
                <a:xfrm>
                  <a:off x="6912000" y="4299120"/>
                  <a:ext cx="103320" cy="31320"/>
                  <a:chOff x="6912000" y="4299120"/>
                  <a:chExt cx="103320" cy="31320"/>
                </a:xfrm>
              </p:grpSpPr>
              <p:sp>
                <p:nvSpPr>
                  <p:cNvPr id="10080" name="AutoShape 970"/>
                  <p:cNvSpPr/>
                  <p:nvPr/>
                </p:nvSpPr>
                <p:spPr>
                  <a:xfrm>
                    <a:off x="6912000" y="4299120"/>
                    <a:ext cx="10332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0081" name="AutoShape 971"/>
                  <p:cNvSpPr/>
                  <p:nvPr/>
                </p:nvSpPr>
                <p:spPr>
                  <a:xfrm>
                    <a:off x="6913800" y="4302720"/>
                    <a:ext cx="101520" cy="2376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7720" rIns="90000" bIns="-2772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0082" name="Rectangle 972"/>
                <p:cNvSpPr/>
                <p:nvPr/>
              </p:nvSpPr>
              <p:spPr>
                <a:xfrm>
                  <a:off x="7001640" y="4086720"/>
                  <a:ext cx="11880" cy="537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83" name="Freeform 973"/>
                <p:cNvSpPr/>
                <p:nvPr/>
              </p:nvSpPr>
              <p:spPr>
                <a:xfrm>
                  <a:off x="7013520" y="4222800"/>
                  <a:ext cx="41400" cy="49680"/>
                </a:xfrm>
                <a:custGeom>
                  <a:avLst/>
                  <a:gdLst>
                    <a:gd name="textAreaLeft" fmla="*/ 0 w 41400"/>
                    <a:gd name="textAreaRight" fmla="*/ 41760 w 41400"/>
                    <a:gd name="textAreaTop" fmla="*/ 0 h 49680"/>
                    <a:gd name="textAreaBottom" fmla="*/ 50040 h 49680"/>
                    <a:gd name="GluePoint1X" fmla="*/ 2 w 296"/>
                    <a:gd name="GluePoint1Y" fmla="*/ 0 h 256"/>
                    <a:gd name="GluePoint2X" fmla="*/ 14 w 296"/>
                    <a:gd name="GluePoint2Y" fmla="*/ 10 h 256"/>
                    <a:gd name="GluePoint3X" fmla="*/ 14 w 296"/>
                    <a:gd name="GluePoint3Y" fmla="*/ 19 h 256"/>
                    <a:gd name="GluePoint4X" fmla="*/ 0 w 296"/>
                    <a:gd name="GluePoint4Y" fmla="*/ 7 h 256"/>
                    <a:gd name="GluePoint5X" fmla="*/ 2 w 296"/>
                    <a:gd name="GluePoint5Y" fmla="*/ 0 h 25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5040" rIns="90000" bIns="50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84" name="Freeform 974"/>
                <p:cNvSpPr/>
                <p:nvPr/>
              </p:nvSpPr>
              <p:spPr>
                <a:xfrm>
                  <a:off x="7013880" y="4146120"/>
                  <a:ext cx="42840" cy="5616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56160"/>
                    <a:gd name="textAreaBottom" fmla="*/ 56520 h 56160"/>
                    <a:gd name="GluePoint1X" fmla="*/ 0 w 304"/>
                    <a:gd name="GluePoint1Y" fmla="*/ 0 h 288"/>
                    <a:gd name="GluePoint2X" fmla="*/ 14 w 304"/>
                    <a:gd name="GluePoint2Y" fmla="*/ 13 h 288"/>
                    <a:gd name="GluePoint3X" fmla="*/ 13 w 304"/>
                    <a:gd name="GluePoint3Y" fmla="*/ 23 h 288"/>
                    <a:gd name="GluePoint4X" fmla="*/ 2 w 304"/>
                    <a:gd name="GluePoint4Y" fmla="*/ 10 h 288"/>
                    <a:gd name="GluePoint5X" fmla="*/ 0 w 304"/>
                    <a:gd name="GluePoint5Y" fmla="*/ 0 h 2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1520" rIns="90000" bIns="115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85" name="Oval 975"/>
                <p:cNvSpPr/>
                <p:nvPr/>
              </p:nvSpPr>
              <p:spPr>
                <a:xfrm>
                  <a:off x="7049160" y="4600440"/>
                  <a:ext cx="8640" cy="21960"/>
                </a:xfrm>
                <a:prstGeom prst="ellipse">
                  <a:avLst/>
                </a:pr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9520" rIns="90000" bIns="-295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86" name="Freeform 976"/>
                <p:cNvSpPr/>
                <p:nvPr/>
              </p:nvSpPr>
              <p:spPr>
                <a:xfrm>
                  <a:off x="7011720" y="4601160"/>
                  <a:ext cx="42840" cy="4680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46800"/>
                    <a:gd name="textAreaBottom" fmla="*/ 47160 h 46800"/>
                    <a:gd name="GluePoint1X" fmla="*/ 0 w 306"/>
                    <a:gd name="GluePoint1Y" fmla="*/ 9 h 240"/>
                    <a:gd name="GluePoint2X" fmla="*/ 2 w 306"/>
                    <a:gd name="GluePoint2Y" fmla="*/ 19 h 240"/>
                    <a:gd name="GluePoint3X" fmla="*/ 14 w 306"/>
                    <a:gd name="GluePoint3Y" fmla="*/ 9 h 240"/>
                    <a:gd name="GluePoint4X" fmla="*/ 14 w 306"/>
                    <a:gd name="GluePoint4Y" fmla="*/ 0 h 240"/>
                    <a:gd name="GluePoint5X" fmla="*/ 0 w 306"/>
                    <a:gd name="GluePoint5Y" fmla="*/ 9 h 24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160" rIns="90000" bIns="2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87" name="AutoShape 977"/>
                <p:cNvSpPr/>
                <p:nvPr/>
              </p:nvSpPr>
              <p:spPr>
                <a:xfrm>
                  <a:off x="6806520" y="4615560"/>
                  <a:ext cx="210600" cy="349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88" name="AutoShape 978"/>
                <p:cNvSpPr/>
                <p:nvPr/>
              </p:nvSpPr>
              <p:spPr>
                <a:xfrm>
                  <a:off x="6818760" y="4624920"/>
                  <a:ext cx="187920" cy="1836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1680" rIns="90000" bIns="-316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89" name="Oval 979"/>
                <p:cNvSpPr/>
                <p:nvPr/>
              </p:nvSpPr>
              <p:spPr>
                <a:xfrm>
                  <a:off x="6836400" y="4546800"/>
                  <a:ext cx="27720" cy="331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90" name="Oval 980"/>
                <p:cNvSpPr/>
                <p:nvPr/>
              </p:nvSpPr>
              <p:spPr>
                <a:xfrm>
                  <a:off x="6868080" y="4546800"/>
                  <a:ext cx="27720" cy="33120"/>
                </a:xfrm>
                <a:prstGeom prst="ellipse">
                  <a:avLst/>
                </a:prstGeom>
                <a:solidFill>
                  <a:srgbClr val="FF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800" b="0" u="none" strike="noStrike">
                    <a:solidFill>
                      <a:srgbClr val="FF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91" name="Oval 981"/>
                <p:cNvSpPr/>
                <p:nvPr/>
              </p:nvSpPr>
              <p:spPr>
                <a:xfrm>
                  <a:off x="6897960" y="4546800"/>
                  <a:ext cx="27720" cy="331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92" name="Rectangle 982"/>
                <p:cNvSpPr/>
                <p:nvPr/>
              </p:nvSpPr>
              <p:spPr>
                <a:xfrm>
                  <a:off x="6970320" y="4418280"/>
                  <a:ext cx="13680" cy="17820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093" name="TextBox 878"/>
              <p:cNvSpPr/>
              <p:nvPr/>
            </p:nvSpPr>
            <p:spPr>
              <a:xfrm>
                <a:off x="7209720" y="3825360"/>
                <a:ext cx="2625480" cy="608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SDN Controller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(network operating system)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94" name="TextBox 857"/>
            <p:cNvSpPr/>
            <p:nvPr/>
          </p:nvSpPr>
          <p:spPr>
            <a:xfrm>
              <a:off x="8654040" y="1623960"/>
              <a:ext cx="58752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3200" b="0" u="none" strike="noStrike">
                  <a:solidFill>
                    <a:srgbClr val="008000"/>
                  </a:solidFill>
                  <a:effectLst/>
                  <a:uFillTx/>
                  <a:latin typeface="Arial"/>
                  <a:ea typeface="ＭＳ Ｐゴシック"/>
                </a:rPr>
                <a:t>…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95" name="Group 858"/>
            <p:cNvGrpSpPr/>
            <p:nvPr/>
          </p:nvGrpSpPr>
          <p:grpSpPr>
            <a:xfrm>
              <a:off x="6982200" y="1843200"/>
              <a:ext cx="1023120" cy="589680"/>
              <a:chOff x="6982200" y="1843200"/>
              <a:chExt cx="1023120" cy="589680"/>
            </a:xfrm>
          </p:grpSpPr>
          <p:sp>
            <p:nvSpPr>
              <p:cNvPr id="10096" name="Oval 873"/>
              <p:cNvSpPr/>
              <p:nvPr/>
            </p:nvSpPr>
            <p:spPr>
              <a:xfrm>
                <a:off x="6982200" y="1843200"/>
                <a:ext cx="1023120" cy="58968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  <a:alpha val="70000"/>
                </a:schemeClr>
              </a:solidFill>
              <a:ln w="9525">
                <a:solidFill>
                  <a:srgbClr val="008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097" name="TextBox 874"/>
              <p:cNvSpPr/>
              <p:nvPr/>
            </p:nvSpPr>
            <p:spPr>
              <a:xfrm>
                <a:off x="7058160" y="1940400"/>
                <a:ext cx="8802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routing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098" name="Group 859"/>
            <p:cNvGrpSpPr/>
            <p:nvPr/>
          </p:nvGrpSpPr>
          <p:grpSpPr>
            <a:xfrm>
              <a:off x="7817040" y="2364120"/>
              <a:ext cx="1023120" cy="589680"/>
              <a:chOff x="7817040" y="2364120"/>
              <a:chExt cx="1023120" cy="589680"/>
            </a:xfrm>
          </p:grpSpPr>
          <p:sp>
            <p:nvSpPr>
              <p:cNvPr id="10099" name="Oval 871"/>
              <p:cNvSpPr/>
              <p:nvPr/>
            </p:nvSpPr>
            <p:spPr>
              <a:xfrm>
                <a:off x="7817040" y="2364120"/>
                <a:ext cx="1023120" cy="58968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  <a:alpha val="70000"/>
                </a:schemeClr>
              </a:solidFill>
              <a:ln w="9525">
                <a:solidFill>
                  <a:srgbClr val="008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00" name="TextBox 872"/>
              <p:cNvSpPr/>
              <p:nvPr/>
            </p:nvSpPr>
            <p:spPr>
              <a:xfrm>
                <a:off x="7862040" y="2394000"/>
                <a:ext cx="954720" cy="52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access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control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101" name="Group 860"/>
            <p:cNvGrpSpPr/>
            <p:nvPr/>
          </p:nvGrpSpPr>
          <p:grpSpPr>
            <a:xfrm>
              <a:off x="9047160" y="2322720"/>
              <a:ext cx="1023120" cy="589680"/>
              <a:chOff x="9047160" y="2322720"/>
              <a:chExt cx="1023120" cy="589680"/>
            </a:xfrm>
          </p:grpSpPr>
          <p:sp>
            <p:nvSpPr>
              <p:cNvPr id="10102" name="Oval 869"/>
              <p:cNvSpPr/>
              <p:nvPr/>
            </p:nvSpPr>
            <p:spPr>
              <a:xfrm>
                <a:off x="9047160" y="2322720"/>
                <a:ext cx="1023120" cy="58968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  <a:alpha val="70000"/>
                </a:schemeClr>
              </a:solidFill>
              <a:ln w="9525">
                <a:solidFill>
                  <a:srgbClr val="008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03" name="TextBox 870"/>
              <p:cNvSpPr/>
              <p:nvPr/>
            </p:nvSpPr>
            <p:spPr>
              <a:xfrm>
                <a:off x="9078480" y="2352600"/>
                <a:ext cx="981720" cy="52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load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8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balance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10104" name="Straight Arrow Connector 861"/>
            <p:cNvCxnSpPr/>
            <p:nvPr/>
          </p:nvCxnSpPr>
          <p:spPr>
            <a:xfrm flipV="1">
              <a:off x="10443240" y="1783440"/>
              <a:ext cx="360" cy="1249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10105" name="Straight Arrow Connector 862"/>
            <p:cNvCxnSpPr/>
            <p:nvPr/>
          </p:nvCxnSpPr>
          <p:spPr>
            <a:xfrm>
              <a:off x="10468800" y="3531600"/>
              <a:ext cx="360" cy="1524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10106" name="Straight Arrow Connector 863"/>
            <p:cNvCxnSpPr/>
            <p:nvPr/>
          </p:nvCxnSpPr>
          <p:spPr>
            <a:xfrm>
              <a:off x="10477080" y="5947200"/>
              <a:ext cx="360" cy="4150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cxnSp>
          <p:nvCxnSpPr>
            <p:cNvPr id="10107" name="Straight Arrow Connector 864"/>
            <p:cNvCxnSpPr/>
            <p:nvPr/>
          </p:nvCxnSpPr>
          <p:spPr>
            <a:xfrm flipV="1">
              <a:off x="10469520" y="5111640"/>
              <a:ext cx="360" cy="4150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0108" name="TextBox 399"/>
            <p:cNvSpPr/>
            <p:nvPr/>
          </p:nvSpPr>
          <p:spPr>
            <a:xfrm>
              <a:off x="8466840" y="4801320"/>
              <a:ext cx="163548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southbound API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9" name="TextBox 399"/>
            <p:cNvSpPr/>
            <p:nvPr/>
          </p:nvSpPr>
          <p:spPr>
            <a:xfrm>
              <a:off x="8462880" y="3283560"/>
              <a:ext cx="163548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northbound API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10" name="TextBox 399"/>
            <p:cNvSpPr/>
            <p:nvPr/>
          </p:nvSpPr>
          <p:spPr>
            <a:xfrm>
              <a:off x="7323840" y="6361560"/>
              <a:ext cx="2302200" cy="27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SDN-controlled switches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11" name="TextBox 399"/>
            <p:cNvSpPr/>
            <p:nvPr/>
          </p:nvSpPr>
          <p:spPr>
            <a:xfrm>
              <a:off x="7524360" y="1476000"/>
              <a:ext cx="238140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463"/>
                </a:lnSpc>
                <a:tabLst>
                  <a:tab pos="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network-control applications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12" name="Rectangle 970"/>
          <p:cNvSpPr/>
          <p:nvPr/>
        </p:nvSpPr>
        <p:spPr>
          <a:xfrm>
            <a:off x="6727320" y="3557520"/>
            <a:ext cx="4133880" cy="1166760"/>
          </a:xfrm>
          <a:prstGeom prst="rect">
            <a:avLst/>
          </a:prstGeom>
          <a:solidFill>
            <a:srgbClr val="FFFFFF">
              <a:alpha val="77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10113" name="Rectangle 125"/>
          <p:cNvSpPr/>
          <p:nvPr/>
        </p:nvSpPr>
        <p:spPr>
          <a:xfrm>
            <a:off x="6930000" y="5060880"/>
            <a:ext cx="3767040" cy="1527480"/>
          </a:xfrm>
          <a:prstGeom prst="rect">
            <a:avLst/>
          </a:prstGeom>
          <a:solidFill>
            <a:srgbClr val="FFFFFF">
              <a:alpha val="77000"/>
            </a:srgb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477" dur="indefinite" restart="never" nodeType="tmRoot">
          <p:childTnLst>
            <p:seq>
              <p:cTn id="2478" dur="indefinite" nodeType="mainSeq">
                <p:childTnLst>
                  <p:par>
                    <p:cTn id="2479" fill="hold">
                      <p:stCondLst>
                        <p:cond delay="indefinite"/>
                      </p:stCondLst>
                      <p:childTnLst>
                        <p:par>
                          <p:cTn id="2480" fill="hold">
                            <p:stCondLst>
                              <p:cond delay="0"/>
                            </p:stCondLst>
                            <p:childTnLst>
                              <p:par>
                                <p:cTn id="248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83" dur="500"/>
                                        <p:tgtEl>
                                          <p:spTgt spid="9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4" fill="hold">
                      <p:stCondLst>
                        <p:cond delay="indefinite"/>
                      </p:stCondLst>
                      <p:childTnLst>
                        <p:par>
                          <p:cTn id="2485" fill="hold">
                            <p:stCondLst>
                              <p:cond delay="0"/>
                            </p:stCondLst>
                            <p:childTnLst>
                              <p:par>
                                <p:cTn id="248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88" dur="500"/>
                                        <p:tgtEl>
                                          <p:spTgt spid="9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4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Components of SDN controller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115" name="PlaceHolder 2"/>
          <p:cNvSpPr>
            <a:spLocks noGrp="1"/>
          </p:cNvSpPr>
          <p:nvPr>
            <p:ph type="sldNum" idx="8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A7C4A6BA-6742-467D-97D4-E4A86578CC86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90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6" name="Rectangle 284"/>
          <p:cNvSpPr/>
          <p:nvPr/>
        </p:nvSpPr>
        <p:spPr>
          <a:xfrm>
            <a:off x="4808880" y="2082240"/>
            <a:ext cx="5227560" cy="3568320"/>
          </a:xfrm>
          <a:prstGeom prst="rect">
            <a:avLst/>
          </a:prstGeom>
          <a:solidFill>
            <a:srgbClr val="D2D2F4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cxnSp>
        <p:nvCxnSpPr>
          <p:cNvPr id="10117" name="Straight Connector 285"/>
          <p:cNvCxnSpPr>
            <a:endCxn id="10118" idx="4"/>
          </p:cNvCxnSpPr>
          <p:nvPr/>
        </p:nvCxnSpPr>
        <p:spPr>
          <a:xfrm flipH="1" flipV="1">
            <a:off x="8244720" y="1910160"/>
            <a:ext cx="1080" cy="408600"/>
          </a:xfrm>
          <a:prstGeom prst="straightConnector1">
            <a:avLst/>
          </a:prstGeom>
          <a:ln w="9525">
            <a:solidFill>
              <a:srgbClr val="606060"/>
            </a:solidFill>
            <a:prstDash val="sysDash"/>
            <a:round/>
          </a:ln>
        </p:spPr>
      </p:cxnSp>
      <p:sp>
        <p:nvSpPr>
          <p:cNvPr id="10119" name="Rounded Rectangle 286"/>
          <p:cNvSpPr/>
          <p:nvPr/>
        </p:nvSpPr>
        <p:spPr>
          <a:xfrm>
            <a:off x="4947480" y="3165840"/>
            <a:ext cx="4944600" cy="1553400"/>
          </a:xfrm>
          <a:prstGeom prst="roundRect">
            <a:avLst>
              <a:gd name="adj" fmla="val 16667"/>
            </a:avLst>
          </a:prstGeom>
          <a:solidFill>
            <a:srgbClr val="60C99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0" name="Rounded Rectangle 287"/>
          <p:cNvSpPr/>
          <p:nvPr/>
        </p:nvSpPr>
        <p:spPr>
          <a:xfrm>
            <a:off x="4947480" y="4779000"/>
            <a:ext cx="4958640" cy="737640"/>
          </a:xfrm>
          <a:prstGeom prst="roundRect">
            <a:avLst>
              <a:gd name="adj" fmla="val 16667"/>
            </a:avLst>
          </a:prstGeom>
          <a:solidFill>
            <a:srgbClr val="60C99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21" name="Straight Connector 288"/>
          <p:cNvCxnSpPr/>
          <p:nvPr/>
        </p:nvCxnSpPr>
        <p:spPr>
          <a:xfrm>
            <a:off x="5032080" y="5687280"/>
            <a:ext cx="4860360" cy="360"/>
          </a:xfrm>
          <a:prstGeom prst="straightConnector1">
            <a:avLst/>
          </a:prstGeom>
          <a:ln w="19050">
            <a:solidFill>
              <a:srgbClr val="000000"/>
            </a:solidFill>
            <a:prstDash val="dash"/>
            <a:round/>
          </a:ln>
        </p:spPr>
      </p:cxnSp>
      <p:sp>
        <p:nvSpPr>
          <p:cNvPr id="10122" name="TextBox 289"/>
          <p:cNvSpPr/>
          <p:nvPr/>
        </p:nvSpPr>
        <p:spPr>
          <a:xfrm>
            <a:off x="4964040" y="3773160"/>
            <a:ext cx="5088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ts val="18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Network-wide distributed, robust  state management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3" name="TextBox 290"/>
          <p:cNvSpPr/>
          <p:nvPr/>
        </p:nvSpPr>
        <p:spPr>
          <a:xfrm>
            <a:off x="5352480" y="5172120"/>
            <a:ext cx="4033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ts val="18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Communication to/from controlled devices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24" name="Group 291"/>
          <p:cNvGrpSpPr/>
          <p:nvPr/>
        </p:nvGrpSpPr>
        <p:grpSpPr>
          <a:xfrm>
            <a:off x="5247720" y="4140720"/>
            <a:ext cx="1289880" cy="459360"/>
            <a:chOff x="5247720" y="4140720"/>
            <a:chExt cx="1289880" cy="459360"/>
          </a:xfrm>
        </p:grpSpPr>
        <p:sp>
          <p:nvSpPr>
            <p:cNvPr id="10125" name="Rounded Rectangle 292"/>
            <p:cNvSpPr/>
            <p:nvPr/>
          </p:nvSpPr>
          <p:spPr>
            <a:xfrm>
              <a:off x="5266440" y="4140720"/>
              <a:ext cx="1244160" cy="45936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26" name="TextBox 293"/>
            <p:cNvSpPr/>
            <p:nvPr/>
          </p:nvSpPr>
          <p:spPr>
            <a:xfrm>
              <a:off x="5247720" y="4224600"/>
              <a:ext cx="128988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Link-state info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127" name="Group 294"/>
          <p:cNvGrpSpPr/>
          <p:nvPr/>
        </p:nvGrpSpPr>
        <p:grpSpPr>
          <a:xfrm>
            <a:off x="8354520" y="4140720"/>
            <a:ext cx="1013400" cy="459360"/>
            <a:chOff x="8354520" y="4140720"/>
            <a:chExt cx="1013400" cy="459360"/>
          </a:xfrm>
        </p:grpSpPr>
        <p:sp>
          <p:nvSpPr>
            <p:cNvPr id="10128" name="Rounded Rectangle 295"/>
            <p:cNvSpPr/>
            <p:nvPr/>
          </p:nvSpPr>
          <p:spPr>
            <a:xfrm>
              <a:off x="8378280" y="4140720"/>
              <a:ext cx="960120" cy="45936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29" name="TextBox 296"/>
            <p:cNvSpPr/>
            <p:nvPr/>
          </p:nvSpPr>
          <p:spPr>
            <a:xfrm>
              <a:off x="8354520" y="4224600"/>
              <a:ext cx="101340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switch info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130" name="Group 297"/>
          <p:cNvGrpSpPr/>
          <p:nvPr/>
        </p:nvGrpSpPr>
        <p:grpSpPr>
          <a:xfrm>
            <a:off x="6658560" y="4140720"/>
            <a:ext cx="960120" cy="459360"/>
            <a:chOff x="6658560" y="4140720"/>
            <a:chExt cx="960120" cy="459360"/>
          </a:xfrm>
        </p:grpSpPr>
        <p:sp>
          <p:nvSpPr>
            <p:cNvPr id="10131" name="Rounded Rectangle 298"/>
            <p:cNvSpPr/>
            <p:nvPr/>
          </p:nvSpPr>
          <p:spPr>
            <a:xfrm>
              <a:off x="6658560" y="4140720"/>
              <a:ext cx="960120" cy="45936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32" name="TextBox 299"/>
            <p:cNvSpPr/>
            <p:nvPr/>
          </p:nvSpPr>
          <p:spPr>
            <a:xfrm>
              <a:off x="6714000" y="4224600"/>
              <a:ext cx="85500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host info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133" name="Group 300"/>
          <p:cNvGrpSpPr/>
          <p:nvPr/>
        </p:nvGrpSpPr>
        <p:grpSpPr>
          <a:xfrm>
            <a:off x="6114600" y="3277440"/>
            <a:ext cx="889200" cy="459360"/>
            <a:chOff x="6114600" y="3277440"/>
            <a:chExt cx="889200" cy="459360"/>
          </a:xfrm>
        </p:grpSpPr>
        <p:sp>
          <p:nvSpPr>
            <p:cNvPr id="10134" name="Rounded Rectangle 301"/>
            <p:cNvSpPr/>
            <p:nvPr/>
          </p:nvSpPr>
          <p:spPr>
            <a:xfrm>
              <a:off x="6114600" y="3277440"/>
              <a:ext cx="889200" cy="45936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35" name="TextBox 302"/>
            <p:cNvSpPr/>
            <p:nvPr/>
          </p:nvSpPr>
          <p:spPr>
            <a:xfrm>
              <a:off x="6130800" y="3361320"/>
              <a:ext cx="86328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statistics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136" name="Group 303"/>
          <p:cNvGrpSpPr/>
          <p:nvPr/>
        </p:nvGrpSpPr>
        <p:grpSpPr>
          <a:xfrm>
            <a:off x="7917120" y="3289320"/>
            <a:ext cx="1023480" cy="459360"/>
            <a:chOff x="7917120" y="3289320"/>
            <a:chExt cx="1023480" cy="459360"/>
          </a:xfrm>
        </p:grpSpPr>
        <p:sp>
          <p:nvSpPr>
            <p:cNvPr id="10137" name="Rounded Rectangle 304"/>
            <p:cNvSpPr/>
            <p:nvPr/>
          </p:nvSpPr>
          <p:spPr>
            <a:xfrm>
              <a:off x="7945920" y="3289320"/>
              <a:ext cx="960120" cy="45936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38" name="TextBox 305"/>
            <p:cNvSpPr/>
            <p:nvPr/>
          </p:nvSpPr>
          <p:spPr>
            <a:xfrm>
              <a:off x="7917120" y="3373200"/>
              <a:ext cx="102348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flow tables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39" name="TextBox 306"/>
          <p:cNvSpPr/>
          <p:nvPr/>
        </p:nvSpPr>
        <p:spPr>
          <a:xfrm>
            <a:off x="7135200" y="3073320"/>
            <a:ext cx="569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0" name="TextBox 307"/>
          <p:cNvSpPr/>
          <p:nvPr/>
        </p:nvSpPr>
        <p:spPr>
          <a:xfrm>
            <a:off x="7681680" y="3979440"/>
            <a:ext cx="812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41" name="Group 308"/>
          <p:cNvGrpSpPr/>
          <p:nvPr/>
        </p:nvGrpSpPr>
        <p:grpSpPr>
          <a:xfrm>
            <a:off x="5868360" y="4871880"/>
            <a:ext cx="1257120" cy="292680"/>
            <a:chOff x="5868360" y="4871880"/>
            <a:chExt cx="1257120" cy="292680"/>
          </a:xfrm>
        </p:grpSpPr>
        <p:sp>
          <p:nvSpPr>
            <p:cNvPr id="10142" name="Rounded Rectangle 309"/>
            <p:cNvSpPr/>
            <p:nvPr/>
          </p:nvSpPr>
          <p:spPr>
            <a:xfrm>
              <a:off x="5868360" y="4871880"/>
              <a:ext cx="1257120" cy="28656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3" name="TextBox 310"/>
            <p:cNvSpPr/>
            <p:nvPr/>
          </p:nvSpPr>
          <p:spPr>
            <a:xfrm>
              <a:off x="6004080" y="4871880"/>
              <a:ext cx="99360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OpenFlow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144" name="Group 311"/>
          <p:cNvGrpSpPr/>
          <p:nvPr/>
        </p:nvGrpSpPr>
        <p:grpSpPr>
          <a:xfrm>
            <a:off x="7737480" y="4876560"/>
            <a:ext cx="1244160" cy="310680"/>
            <a:chOff x="7737480" y="4876560"/>
            <a:chExt cx="1244160" cy="310680"/>
          </a:xfrm>
        </p:grpSpPr>
        <p:sp>
          <p:nvSpPr>
            <p:cNvPr id="10145" name="Rounded Rectangle 312"/>
            <p:cNvSpPr/>
            <p:nvPr/>
          </p:nvSpPr>
          <p:spPr>
            <a:xfrm>
              <a:off x="7737480" y="4876560"/>
              <a:ext cx="1244160" cy="30708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6" name="TextBox 313"/>
            <p:cNvSpPr/>
            <p:nvPr/>
          </p:nvSpPr>
          <p:spPr>
            <a:xfrm>
              <a:off x="8015760" y="4894560"/>
              <a:ext cx="69624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SNMP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47" name="TextBox 314"/>
          <p:cNvSpPr/>
          <p:nvPr/>
        </p:nvSpPr>
        <p:spPr>
          <a:xfrm>
            <a:off x="7120440" y="4585320"/>
            <a:ext cx="812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48" name="Straight Connector 315"/>
          <p:cNvCxnSpPr>
            <a:endCxn id="10149" idx="4"/>
          </p:cNvCxnSpPr>
          <p:nvPr/>
        </p:nvCxnSpPr>
        <p:spPr>
          <a:xfrm flipV="1">
            <a:off x="5836320" y="1865880"/>
            <a:ext cx="5040" cy="388800"/>
          </a:xfrm>
          <a:prstGeom prst="straightConnector1">
            <a:avLst/>
          </a:prstGeom>
          <a:ln w="9525">
            <a:solidFill>
              <a:srgbClr val="606060"/>
            </a:solidFill>
            <a:prstDash val="sysDash"/>
            <a:round/>
          </a:ln>
        </p:spPr>
      </p:cxnSp>
      <p:cxnSp>
        <p:nvCxnSpPr>
          <p:cNvPr id="10150" name="Straight Connector 316"/>
          <p:cNvCxnSpPr>
            <a:endCxn id="10151" idx="2"/>
          </p:cNvCxnSpPr>
          <p:nvPr/>
        </p:nvCxnSpPr>
        <p:spPr>
          <a:xfrm flipH="1" flipV="1">
            <a:off x="7065720" y="1875960"/>
            <a:ext cx="5760" cy="302760"/>
          </a:xfrm>
          <a:prstGeom prst="straightConnector1">
            <a:avLst/>
          </a:prstGeom>
          <a:ln w="9525">
            <a:solidFill>
              <a:srgbClr val="606060"/>
            </a:solidFill>
            <a:prstDash val="sysDash"/>
            <a:round/>
          </a:ln>
        </p:spPr>
      </p:cxnSp>
      <p:cxnSp>
        <p:nvCxnSpPr>
          <p:cNvPr id="10152" name="Straight Connector 317"/>
          <p:cNvCxnSpPr/>
          <p:nvPr/>
        </p:nvCxnSpPr>
        <p:spPr>
          <a:xfrm>
            <a:off x="5073840" y="2342880"/>
            <a:ext cx="4818600" cy="360"/>
          </a:xfrm>
          <a:prstGeom prst="straightConnector1">
            <a:avLst/>
          </a:prstGeom>
          <a:ln w="19050">
            <a:solidFill>
              <a:srgbClr val="000000"/>
            </a:solidFill>
            <a:prstDash val="dash"/>
            <a:round/>
          </a:ln>
        </p:spPr>
      </p:cxnSp>
      <p:sp>
        <p:nvSpPr>
          <p:cNvPr id="10153" name="Rounded Rectangle 318"/>
          <p:cNvSpPr/>
          <p:nvPr/>
        </p:nvSpPr>
        <p:spPr>
          <a:xfrm>
            <a:off x="4947480" y="2182320"/>
            <a:ext cx="4951440" cy="932760"/>
          </a:xfrm>
          <a:prstGeom prst="roundRect">
            <a:avLst>
              <a:gd name="adj" fmla="val 16667"/>
            </a:avLst>
          </a:prstGeom>
          <a:solidFill>
            <a:srgbClr val="60C99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54" name="Group 319"/>
          <p:cNvGrpSpPr/>
          <p:nvPr/>
        </p:nvGrpSpPr>
        <p:grpSpPr>
          <a:xfrm>
            <a:off x="5436720" y="2550600"/>
            <a:ext cx="1033560" cy="496440"/>
            <a:chOff x="5436720" y="2550600"/>
            <a:chExt cx="1033560" cy="496440"/>
          </a:xfrm>
        </p:grpSpPr>
        <p:sp>
          <p:nvSpPr>
            <p:cNvPr id="10155" name="Rounded Rectangle 320"/>
            <p:cNvSpPr/>
            <p:nvPr/>
          </p:nvSpPr>
          <p:spPr>
            <a:xfrm>
              <a:off x="5454720" y="2576160"/>
              <a:ext cx="1013040" cy="45936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6" name="TextBox 321"/>
            <p:cNvSpPr/>
            <p:nvPr/>
          </p:nvSpPr>
          <p:spPr>
            <a:xfrm>
              <a:off x="5436720" y="2550600"/>
              <a:ext cx="1033560" cy="49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network graph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157" name="Group 322"/>
          <p:cNvGrpSpPr/>
          <p:nvPr/>
        </p:nvGrpSpPr>
        <p:grpSpPr>
          <a:xfrm>
            <a:off x="8404200" y="2596680"/>
            <a:ext cx="1033560" cy="459360"/>
            <a:chOff x="8404200" y="2596680"/>
            <a:chExt cx="1033560" cy="459360"/>
          </a:xfrm>
        </p:grpSpPr>
        <p:sp>
          <p:nvSpPr>
            <p:cNvPr id="10158" name="Rounded Rectangle 323"/>
            <p:cNvSpPr/>
            <p:nvPr/>
          </p:nvSpPr>
          <p:spPr>
            <a:xfrm>
              <a:off x="8422560" y="2596680"/>
              <a:ext cx="1013040" cy="45936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9" name="TextBox 324"/>
            <p:cNvSpPr/>
            <p:nvPr/>
          </p:nvSpPr>
          <p:spPr>
            <a:xfrm>
              <a:off x="8404200" y="2692080"/>
              <a:ext cx="103356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intent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160" name="Group 325"/>
          <p:cNvGrpSpPr/>
          <p:nvPr/>
        </p:nvGrpSpPr>
        <p:grpSpPr>
          <a:xfrm>
            <a:off x="6628320" y="2549160"/>
            <a:ext cx="1033560" cy="496440"/>
            <a:chOff x="6628320" y="2549160"/>
            <a:chExt cx="1033560" cy="496440"/>
          </a:xfrm>
        </p:grpSpPr>
        <p:sp>
          <p:nvSpPr>
            <p:cNvPr id="10161" name="Rounded Rectangle 326"/>
            <p:cNvSpPr/>
            <p:nvPr/>
          </p:nvSpPr>
          <p:spPr>
            <a:xfrm>
              <a:off x="6646680" y="2574720"/>
              <a:ext cx="1013040" cy="459360"/>
            </a:xfrm>
            <a:prstGeom prst="roundRect">
              <a:avLst>
                <a:gd name="adj" fmla="val 16667"/>
              </a:avLst>
            </a:prstGeom>
            <a:solidFill>
              <a:srgbClr val="47FFD1"/>
            </a:solidFill>
            <a:ln w="12700">
              <a:solidFill>
                <a:srgbClr val="C2FFF0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62" name="TextBox 327"/>
            <p:cNvSpPr/>
            <p:nvPr/>
          </p:nvSpPr>
          <p:spPr>
            <a:xfrm>
              <a:off x="6628320" y="2549160"/>
              <a:ext cx="1033560" cy="49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RESTful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API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63" name="TextBox 328"/>
          <p:cNvSpPr/>
          <p:nvPr/>
        </p:nvSpPr>
        <p:spPr>
          <a:xfrm>
            <a:off x="7750440" y="2399760"/>
            <a:ext cx="812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4" name="TextBox 329"/>
          <p:cNvSpPr/>
          <p:nvPr/>
        </p:nvSpPr>
        <p:spPr>
          <a:xfrm>
            <a:off x="5178240" y="2216520"/>
            <a:ext cx="4914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ts val="18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Interface, abstractions for network control apps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65" name="Straight Connector 330"/>
          <p:cNvCxnSpPr/>
          <p:nvPr/>
        </p:nvCxnSpPr>
        <p:spPr>
          <a:xfrm>
            <a:off x="5028480" y="2010600"/>
            <a:ext cx="4753800" cy="19800"/>
          </a:xfrm>
          <a:prstGeom prst="straightConnector1">
            <a:avLst/>
          </a:prstGeom>
          <a:ln w="19050">
            <a:solidFill>
              <a:srgbClr val="000000"/>
            </a:solidFill>
            <a:prstDash val="dash"/>
            <a:round/>
          </a:ln>
        </p:spPr>
      </p:cxnSp>
      <p:sp>
        <p:nvSpPr>
          <p:cNvPr id="10166" name="TextBox 331"/>
          <p:cNvSpPr/>
          <p:nvPr/>
        </p:nvSpPr>
        <p:spPr>
          <a:xfrm>
            <a:off x="10299600" y="3308760"/>
            <a:ext cx="17874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SDN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controller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67" name="Group 332"/>
          <p:cNvGrpSpPr/>
          <p:nvPr/>
        </p:nvGrpSpPr>
        <p:grpSpPr>
          <a:xfrm>
            <a:off x="5938920" y="5780520"/>
            <a:ext cx="2979000" cy="973440"/>
            <a:chOff x="5938920" y="5780520"/>
            <a:chExt cx="2979000" cy="973440"/>
          </a:xfrm>
        </p:grpSpPr>
        <p:sp>
          <p:nvSpPr>
            <p:cNvPr id="10168" name="Freeform 2"/>
            <p:cNvSpPr/>
            <p:nvPr/>
          </p:nvSpPr>
          <p:spPr>
            <a:xfrm>
              <a:off x="5938920" y="5780520"/>
              <a:ext cx="2979000" cy="973440"/>
            </a:xfrm>
            <a:custGeom>
              <a:avLst/>
              <a:gdLst>
                <a:gd name="textAreaLeft" fmla="*/ 0 w 2979000"/>
                <a:gd name="textAreaRight" fmla="*/ 2979360 w 2979000"/>
                <a:gd name="textAreaTop" fmla="*/ 0 h 973440"/>
                <a:gd name="textAreaBottom" fmla="*/ 973800 h 973440"/>
                <a:gd name="GluePoint1X" fmla="*/ 648763 w 10001"/>
                <a:gd name="GluePoint1Y" fmla="*/ 34777612 h 10125"/>
                <a:gd name="GluePoint2X" fmla="*/ 115976403 w 10001"/>
                <a:gd name="GluePoint2Y" fmla="*/ 13733703 h 10125"/>
                <a:gd name="GluePoint3X" fmla="*/ 507700960 w 10001"/>
                <a:gd name="GluePoint3Y" fmla="*/ 8662125 h 10125"/>
                <a:gd name="GluePoint4X" fmla="*/ 810212713 w 10001"/>
                <a:gd name="GluePoint4Y" fmla="*/ 0 h 10125"/>
                <a:gd name="GluePoint5X" fmla="*/ 1090015738 w 10001"/>
                <a:gd name="GluePoint5Y" fmla="*/ 8687929 h 10125"/>
                <a:gd name="GluePoint6X" fmla="*/ 1310938763 w 10001"/>
                <a:gd name="GluePoint6Y" fmla="*/ 4279362 h 10125"/>
                <a:gd name="GluePoint7X" fmla="*/ 1620263134 w 10001"/>
                <a:gd name="GluePoint7Y" fmla="*/ 25736690 h 10125"/>
                <a:gd name="GluePoint8X" fmla="*/ 1394798364 w 10001"/>
                <a:gd name="GluePoint8Y" fmla="*/ 58525268 h 10125"/>
                <a:gd name="GluePoint9X" fmla="*/ 1134622140 w 10001"/>
                <a:gd name="GluePoint9Y" fmla="*/ 80266624 h 10125"/>
                <a:gd name="GluePoint10X" fmla="*/ 860820276 w 10001"/>
                <a:gd name="GluePoint10Y" fmla="*/ 76142271 h 10125"/>
                <a:gd name="GluePoint11X" fmla="*/ 708996782 w 10001"/>
                <a:gd name="GluePoint11Y" fmla="*/ 85346835 h 10125"/>
                <a:gd name="GluePoint12X" fmla="*/ 509322667 w 10001"/>
                <a:gd name="GluePoint12Y" fmla="*/ 86268164 h 10125"/>
                <a:gd name="GluePoint13X" fmla="*/ 353443899 w 10001"/>
                <a:gd name="GluePoint13Y" fmla="*/ 67979516 h 10125"/>
                <a:gd name="GluePoint14X" fmla="*/ 192536914 w 10001"/>
                <a:gd name="GluePoint14Y" fmla="*/ 64535347 h 10125"/>
                <a:gd name="GluePoint15X" fmla="*/ 648763 w 10001"/>
                <a:gd name="GluePoint15Y" fmla="*/ 34777612 h 101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169" name="Straight Connector 334"/>
            <p:cNvCxnSpPr/>
            <p:nvPr/>
          </p:nvCxnSpPr>
          <p:spPr>
            <a:xfrm flipV="1">
              <a:off x="6435000" y="5936400"/>
              <a:ext cx="973800" cy="13716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0170" name="Straight Connector 335"/>
            <p:cNvCxnSpPr/>
            <p:nvPr/>
          </p:nvCxnSpPr>
          <p:spPr>
            <a:xfrm>
              <a:off x="6352560" y="6130440"/>
              <a:ext cx="1671480" cy="3096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0171" name="Straight Connector 336"/>
            <p:cNvCxnSpPr/>
            <p:nvPr/>
          </p:nvCxnSpPr>
          <p:spPr>
            <a:xfrm>
              <a:off x="6362280" y="6239160"/>
              <a:ext cx="528480" cy="28656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0172" name="Straight Connector 337"/>
            <p:cNvCxnSpPr/>
            <p:nvPr/>
          </p:nvCxnSpPr>
          <p:spPr>
            <a:xfrm flipV="1">
              <a:off x="7114680" y="6439680"/>
              <a:ext cx="923400" cy="8604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0173" name="Straight Connector 338"/>
            <p:cNvCxnSpPr/>
            <p:nvPr/>
          </p:nvCxnSpPr>
          <p:spPr>
            <a:xfrm>
              <a:off x="7603200" y="5970960"/>
              <a:ext cx="782640" cy="1288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0174" name="Straight Connector 339"/>
            <p:cNvCxnSpPr/>
            <p:nvPr/>
          </p:nvCxnSpPr>
          <p:spPr>
            <a:xfrm flipV="1">
              <a:off x="7073640" y="6130440"/>
              <a:ext cx="1325160" cy="3096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0175" name="Straight Connector 340"/>
            <p:cNvCxnSpPr/>
            <p:nvPr/>
          </p:nvCxnSpPr>
          <p:spPr>
            <a:xfrm flipV="1">
              <a:off x="8055360" y="6160320"/>
              <a:ext cx="435960" cy="2797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0176" name="Straight Connector 341"/>
            <p:cNvCxnSpPr/>
            <p:nvPr/>
          </p:nvCxnSpPr>
          <p:spPr>
            <a:xfrm>
              <a:off x="7421400" y="5936400"/>
              <a:ext cx="602640" cy="4165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grpSp>
          <p:nvGrpSpPr>
            <p:cNvPr id="10177" name="Group 347"/>
            <p:cNvGrpSpPr/>
            <p:nvPr/>
          </p:nvGrpSpPr>
          <p:grpSpPr>
            <a:xfrm>
              <a:off x="8353440" y="5981760"/>
              <a:ext cx="435600" cy="250920"/>
              <a:chOff x="8353440" y="5981760"/>
              <a:chExt cx="435600" cy="250920"/>
            </a:xfrm>
          </p:grpSpPr>
          <p:sp>
            <p:nvSpPr>
              <p:cNvPr id="10178" name="Oval 383"/>
              <p:cNvSpPr/>
              <p:nvPr/>
            </p:nvSpPr>
            <p:spPr>
              <a:xfrm flipV="1">
                <a:off x="8354880" y="6049800"/>
                <a:ext cx="434160" cy="18288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79" name="Rectangle 384"/>
              <p:cNvSpPr/>
              <p:nvPr/>
            </p:nvSpPr>
            <p:spPr>
              <a:xfrm>
                <a:off x="8353440" y="6075720"/>
                <a:ext cx="435240" cy="6624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600" rIns="90000" bIns="21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80" name="Oval 385"/>
              <p:cNvSpPr/>
              <p:nvPr/>
            </p:nvSpPr>
            <p:spPr>
              <a:xfrm flipV="1">
                <a:off x="8353440" y="5981760"/>
                <a:ext cx="434160" cy="18288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81" name="Freeform 386"/>
              <p:cNvSpPr/>
              <p:nvPr/>
            </p:nvSpPr>
            <p:spPr>
              <a:xfrm>
                <a:off x="8465040" y="6037560"/>
                <a:ext cx="211320" cy="92160"/>
              </a:xfrm>
              <a:custGeom>
                <a:avLst/>
                <a:gdLst>
                  <a:gd name="textAreaLeft" fmla="*/ 0 w 211320"/>
                  <a:gd name="textAreaRight" fmla="*/ 211680 w 211320"/>
                  <a:gd name="textAreaTop" fmla="*/ 0 h 92160"/>
                  <a:gd name="textAreaBottom" fmla="*/ 92520 h 9216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82" name="Freeform 387"/>
              <p:cNvSpPr/>
              <p:nvPr/>
            </p:nvSpPr>
            <p:spPr>
              <a:xfrm>
                <a:off x="8442720" y="6014520"/>
                <a:ext cx="255240" cy="63360"/>
              </a:xfrm>
              <a:custGeom>
                <a:avLst/>
                <a:gdLst>
                  <a:gd name="textAreaLeft" fmla="*/ 0 w 255240"/>
                  <a:gd name="textAreaRight" fmla="*/ 255600 w 255240"/>
                  <a:gd name="textAreaTop" fmla="*/ 0 h 63360"/>
                  <a:gd name="textAreaBottom" fmla="*/ 63720 h 633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720" rIns="90000" bIns="187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83" name="Freeform 388"/>
              <p:cNvSpPr/>
              <p:nvPr/>
            </p:nvSpPr>
            <p:spPr>
              <a:xfrm>
                <a:off x="8610480" y="6068880"/>
                <a:ext cx="93960" cy="55440"/>
              </a:xfrm>
              <a:custGeom>
                <a:avLst/>
                <a:gdLst>
                  <a:gd name="textAreaLeft" fmla="*/ 0 w 93960"/>
                  <a:gd name="textAreaRight" fmla="*/ 94320 w 93960"/>
                  <a:gd name="textAreaTop" fmla="*/ 0 h 55440"/>
                  <a:gd name="textAreaBottom" fmla="*/ 55800 h 554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84" name="Freeform 389"/>
              <p:cNvSpPr/>
              <p:nvPr/>
            </p:nvSpPr>
            <p:spPr>
              <a:xfrm>
                <a:off x="8438040" y="6069960"/>
                <a:ext cx="92520" cy="55440"/>
              </a:xfrm>
              <a:custGeom>
                <a:avLst/>
                <a:gdLst>
                  <a:gd name="textAreaLeft" fmla="*/ 0 w 92520"/>
                  <a:gd name="textAreaRight" fmla="*/ 92880 w 92520"/>
                  <a:gd name="textAreaTop" fmla="*/ 0 h 55440"/>
                  <a:gd name="textAreaBottom" fmla="*/ 55800 h 5544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185" name="Straight Connector 390"/>
              <p:cNvCxnSpPr/>
              <p:nvPr/>
            </p:nvCxnSpPr>
            <p:spPr>
              <a:xfrm flipH="1" flipV="1">
                <a:off x="8353440" y="6073920"/>
                <a:ext cx="1440" cy="712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186" name="Straight Connector 391"/>
              <p:cNvCxnSpPr/>
              <p:nvPr/>
            </p:nvCxnSpPr>
            <p:spPr>
              <a:xfrm flipH="1" flipV="1">
                <a:off x="8787960" y="6072840"/>
                <a:ext cx="1440" cy="7092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187" name="Group 347"/>
            <p:cNvGrpSpPr/>
            <p:nvPr/>
          </p:nvGrpSpPr>
          <p:grpSpPr>
            <a:xfrm>
              <a:off x="7257600" y="5834520"/>
              <a:ext cx="435960" cy="250920"/>
              <a:chOff x="7257600" y="5834520"/>
              <a:chExt cx="435960" cy="250920"/>
            </a:xfrm>
          </p:grpSpPr>
          <p:sp>
            <p:nvSpPr>
              <p:cNvPr id="10188" name="Oval 374"/>
              <p:cNvSpPr/>
              <p:nvPr/>
            </p:nvSpPr>
            <p:spPr>
              <a:xfrm flipV="1">
                <a:off x="7259040" y="5902560"/>
                <a:ext cx="434160" cy="18288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89" name="Rectangle 375"/>
              <p:cNvSpPr/>
              <p:nvPr/>
            </p:nvSpPr>
            <p:spPr>
              <a:xfrm>
                <a:off x="7257960" y="5928480"/>
                <a:ext cx="435240" cy="6624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600" rIns="90000" bIns="21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90" name="Oval 376"/>
              <p:cNvSpPr/>
              <p:nvPr/>
            </p:nvSpPr>
            <p:spPr>
              <a:xfrm flipV="1">
                <a:off x="7257960" y="5834520"/>
                <a:ext cx="434160" cy="18288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91" name="Freeform 377"/>
              <p:cNvSpPr/>
              <p:nvPr/>
            </p:nvSpPr>
            <p:spPr>
              <a:xfrm>
                <a:off x="7369200" y="5890320"/>
                <a:ext cx="211320" cy="92160"/>
              </a:xfrm>
              <a:custGeom>
                <a:avLst/>
                <a:gdLst>
                  <a:gd name="textAreaLeft" fmla="*/ 0 w 211320"/>
                  <a:gd name="textAreaRight" fmla="*/ 211680 w 211320"/>
                  <a:gd name="textAreaTop" fmla="*/ 0 h 92160"/>
                  <a:gd name="textAreaBottom" fmla="*/ 92520 h 9216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92" name="Freeform 378"/>
              <p:cNvSpPr/>
              <p:nvPr/>
            </p:nvSpPr>
            <p:spPr>
              <a:xfrm>
                <a:off x="7347240" y="5867280"/>
                <a:ext cx="255240" cy="63360"/>
              </a:xfrm>
              <a:custGeom>
                <a:avLst/>
                <a:gdLst>
                  <a:gd name="textAreaLeft" fmla="*/ 0 w 255240"/>
                  <a:gd name="textAreaRight" fmla="*/ 255600 w 255240"/>
                  <a:gd name="textAreaTop" fmla="*/ 0 h 63360"/>
                  <a:gd name="textAreaBottom" fmla="*/ 63720 h 633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720" rIns="90000" bIns="187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93" name="Freeform 379"/>
              <p:cNvSpPr/>
              <p:nvPr/>
            </p:nvSpPr>
            <p:spPr>
              <a:xfrm>
                <a:off x="7515000" y="5921640"/>
                <a:ext cx="93960" cy="55440"/>
              </a:xfrm>
              <a:custGeom>
                <a:avLst/>
                <a:gdLst>
                  <a:gd name="textAreaLeft" fmla="*/ 0 w 93960"/>
                  <a:gd name="textAreaRight" fmla="*/ 94320 w 93960"/>
                  <a:gd name="textAreaTop" fmla="*/ 0 h 55440"/>
                  <a:gd name="textAreaBottom" fmla="*/ 55800 h 554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94" name="Freeform 380"/>
              <p:cNvSpPr/>
              <p:nvPr/>
            </p:nvSpPr>
            <p:spPr>
              <a:xfrm>
                <a:off x="7342560" y="5923080"/>
                <a:ext cx="92520" cy="55440"/>
              </a:xfrm>
              <a:custGeom>
                <a:avLst/>
                <a:gdLst>
                  <a:gd name="textAreaLeft" fmla="*/ 0 w 92520"/>
                  <a:gd name="textAreaRight" fmla="*/ 92880 w 92520"/>
                  <a:gd name="textAreaTop" fmla="*/ 0 h 55440"/>
                  <a:gd name="textAreaBottom" fmla="*/ 55800 h 5544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195" name="Straight Connector 381"/>
              <p:cNvCxnSpPr/>
              <p:nvPr/>
            </p:nvCxnSpPr>
            <p:spPr>
              <a:xfrm flipH="1" flipV="1">
                <a:off x="7257600" y="5926680"/>
                <a:ext cx="1800" cy="712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196" name="Straight Connector 382"/>
              <p:cNvCxnSpPr/>
              <p:nvPr/>
            </p:nvCxnSpPr>
            <p:spPr>
              <a:xfrm flipH="1" flipV="1">
                <a:off x="7692120" y="5925600"/>
                <a:ext cx="1800" cy="7092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197" name="Group 347"/>
            <p:cNvGrpSpPr/>
            <p:nvPr/>
          </p:nvGrpSpPr>
          <p:grpSpPr>
            <a:xfrm>
              <a:off x="6128280" y="6035400"/>
              <a:ext cx="435600" cy="250920"/>
              <a:chOff x="6128280" y="6035400"/>
              <a:chExt cx="435600" cy="250920"/>
            </a:xfrm>
          </p:grpSpPr>
          <p:sp>
            <p:nvSpPr>
              <p:cNvPr id="10198" name="Oval 365"/>
              <p:cNvSpPr/>
              <p:nvPr/>
            </p:nvSpPr>
            <p:spPr>
              <a:xfrm flipV="1">
                <a:off x="6129720" y="6103440"/>
                <a:ext cx="434160" cy="18288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199" name="Rectangle 366"/>
              <p:cNvSpPr/>
              <p:nvPr/>
            </p:nvSpPr>
            <p:spPr>
              <a:xfrm>
                <a:off x="6128280" y="6129000"/>
                <a:ext cx="435240" cy="6624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600" rIns="90000" bIns="21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00" name="Oval 367"/>
              <p:cNvSpPr/>
              <p:nvPr/>
            </p:nvSpPr>
            <p:spPr>
              <a:xfrm flipV="1">
                <a:off x="6128280" y="6035400"/>
                <a:ext cx="434160" cy="18288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01" name="Freeform 368"/>
              <p:cNvSpPr/>
              <p:nvPr/>
            </p:nvSpPr>
            <p:spPr>
              <a:xfrm>
                <a:off x="6239880" y="6091200"/>
                <a:ext cx="211320" cy="92160"/>
              </a:xfrm>
              <a:custGeom>
                <a:avLst/>
                <a:gdLst>
                  <a:gd name="textAreaLeft" fmla="*/ 0 w 211320"/>
                  <a:gd name="textAreaRight" fmla="*/ 211680 w 211320"/>
                  <a:gd name="textAreaTop" fmla="*/ 0 h 92160"/>
                  <a:gd name="textAreaBottom" fmla="*/ 92520 h 9216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02" name="Freeform 369"/>
              <p:cNvSpPr/>
              <p:nvPr/>
            </p:nvSpPr>
            <p:spPr>
              <a:xfrm>
                <a:off x="6217560" y="6068160"/>
                <a:ext cx="255240" cy="63360"/>
              </a:xfrm>
              <a:custGeom>
                <a:avLst/>
                <a:gdLst>
                  <a:gd name="textAreaLeft" fmla="*/ 0 w 255240"/>
                  <a:gd name="textAreaRight" fmla="*/ 255600 w 255240"/>
                  <a:gd name="textAreaTop" fmla="*/ 0 h 63360"/>
                  <a:gd name="textAreaBottom" fmla="*/ 63720 h 633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720" rIns="90000" bIns="187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03" name="Freeform 370"/>
              <p:cNvSpPr/>
              <p:nvPr/>
            </p:nvSpPr>
            <p:spPr>
              <a:xfrm>
                <a:off x="6385320" y="6122520"/>
                <a:ext cx="93960" cy="55440"/>
              </a:xfrm>
              <a:custGeom>
                <a:avLst/>
                <a:gdLst>
                  <a:gd name="textAreaLeft" fmla="*/ 0 w 93960"/>
                  <a:gd name="textAreaRight" fmla="*/ 94320 w 93960"/>
                  <a:gd name="textAreaTop" fmla="*/ 0 h 55440"/>
                  <a:gd name="textAreaBottom" fmla="*/ 55800 h 554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04" name="Freeform 371"/>
              <p:cNvSpPr/>
              <p:nvPr/>
            </p:nvSpPr>
            <p:spPr>
              <a:xfrm>
                <a:off x="6212880" y="6123600"/>
                <a:ext cx="92520" cy="55440"/>
              </a:xfrm>
              <a:custGeom>
                <a:avLst/>
                <a:gdLst>
                  <a:gd name="textAreaLeft" fmla="*/ 0 w 92520"/>
                  <a:gd name="textAreaRight" fmla="*/ 92880 w 92520"/>
                  <a:gd name="textAreaTop" fmla="*/ 0 h 55440"/>
                  <a:gd name="textAreaBottom" fmla="*/ 55800 h 5544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205" name="Straight Connector 372"/>
              <p:cNvCxnSpPr/>
              <p:nvPr/>
            </p:nvCxnSpPr>
            <p:spPr>
              <a:xfrm flipH="1" flipV="1">
                <a:off x="6128280" y="6127560"/>
                <a:ext cx="1440" cy="7092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206" name="Straight Connector 373"/>
              <p:cNvCxnSpPr/>
              <p:nvPr/>
            </p:nvCxnSpPr>
            <p:spPr>
              <a:xfrm flipH="1" flipV="1">
                <a:off x="6562440" y="6126120"/>
                <a:ext cx="1800" cy="712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207" name="Group 347"/>
            <p:cNvGrpSpPr/>
            <p:nvPr/>
          </p:nvGrpSpPr>
          <p:grpSpPr>
            <a:xfrm>
              <a:off x="7843320" y="6311160"/>
              <a:ext cx="435600" cy="250920"/>
              <a:chOff x="7843320" y="6311160"/>
              <a:chExt cx="435600" cy="250920"/>
            </a:xfrm>
          </p:grpSpPr>
          <p:sp>
            <p:nvSpPr>
              <p:cNvPr id="10208" name="Oval 356"/>
              <p:cNvSpPr/>
              <p:nvPr/>
            </p:nvSpPr>
            <p:spPr>
              <a:xfrm flipV="1">
                <a:off x="7844760" y="6379200"/>
                <a:ext cx="434160" cy="18288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09" name="Rectangle 357"/>
              <p:cNvSpPr/>
              <p:nvPr/>
            </p:nvSpPr>
            <p:spPr>
              <a:xfrm>
                <a:off x="7843320" y="6405120"/>
                <a:ext cx="435240" cy="6624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600" rIns="90000" bIns="21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10" name="Oval 358"/>
              <p:cNvSpPr/>
              <p:nvPr/>
            </p:nvSpPr>
            <p:spPr>
              <a:xfrm flipV="1">
                <a:off x="7843320" y="6311160"/>
                <a:ext cx="434160" cy="18288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11" name="Freeform 359"/>
              <p:cNvSpPr/>
              <p:nvPr/>
            </p:nvSpPr>
            <p:spPr>
              <a:xfrm>
                <a:off x="7954920" y="6366960"/>
                <a:ext cx="211320" cy="92160"/>
              </a:xfrm>
              <a:custGeom>
                <a:avLst/>
                <a:gdLst>
                  <a:gd name="textAreaLeft" fmla="*/ 0 w 211320"/>
                  <a:gd name="textAreaRight" fmla="*/ 211680 w 211320"/>
                  <a:gd name="textAreaTop" fmla="*/ 0 h 92160"/>
                  <a:gd name="textAreaBottom" fmla="*/ 92520 h 9216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12" name="Freeform 360"/>
              <p:cNvSpPr/>
              <p:nvPr/>
            </p:nvSpPr>
            <p:spPr>
              <a:xfrm>
                <a:off x="7932600" y="6343920"/>
                <a:ext cx="255240" cy="63360"/>
              </a:xfrm>
              <a:custGeom>
                <a:avLst/>
                <a:gdLst>
                  <a:gd name="textAreaLeft" fmla="*/ 0 w 255240"/>
                  <a:gd name="textAreaRight" fmla="*/ 255600 w 255240"/>
                  <a:gd name="textAreaTop" fmla="*/ 0 h 63360"/>
                  <a:gd name="textAreaBottom" fmla="*/ 63720 h 633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720" rIns="90000" bIns="187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13" name="Freeform 361"/>
              <p:cNvSpPr/>
              <p:nvPr/>
            </p:nvSpPr>
            <p:spPr>
              <a:xfrm>
                <a:off x="8100360" y="6398280"/>
                <a:ext cx="93960" cy="55440"/>
              </a:xfrm>
              <a:custGeom>
                <a:avLst/>
                <a:gdLst>
                  <a:gd name="textAreaLeft" fmla="*/ 0 w 93960"/>
                  <a:gd name="textAreaRight" fmla="*/ 94320 w 93960"/>
                  <a:gd name="textAreaTop" fmla="*/ 0 h 55440"/>
                  <a:gd name="textAreaBottom" fmla="*/ 55800 h 554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14" name="Freeform 362"/>
              <p:cNvSpPr/>
              <p:nvPr/>
            </p:nvSpPr>
            <p:spPr>
              <a:xfrm>
                <a:off x="7927920" y="6399720"/>
                <a:ext cx="92520" cy="55440"/>
              </a:xfrm>
              <a:custGeom>
                <a:avLst/>
                <a:gdLst>
                  <a:gd name="textAreaLeft" fmla="*/ 0 w 92520"/>
                  <a:gd name="textAreaRight" fmla="*/ 92880 w 92520"/>
                  <a:gd name="textAreaTop" fmla="*/ 0 h 55440"/>
                  <a:gd name="textAreaBottom" fmla="*/ 55800 h 5544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215" name="Straight Connector 363"/>
              <p:cNvCxnSpPr/>
              <p:nvPr/>
            </p:nvCxnSpPr>
            <p:spPr>
              <a:xfrm flipH="1" flipV="1">
                <a:off x="7843320" y="6403680"/>
                <a:ext cx="1440" cy="7092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216" name="Straight Connector 364"/>
              <p:cNvCxnSpPr/>
              <p:nvPr/>
            </p:nvCxnSpPr>
            <p:spPr>
              <a:xfrm flipH="1" flipV="1">
                <a:off x="8277840" y="6402240"/>
                <a:ext cx="1440" cy="7092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217" name="Group 347"/>
            <p:cNvGrpSpPr/>
            <p:nvPr/>
          </p:nvGrpSpPr>
          <p:grpSpPr>
            <a:xfrm>
              <a:off x="6761160" y="6407280"/>
              <a:ext cx="435600" cy="250920"/>
              <a:chOff x="6761160" y="6407280"/>
              <a:chExt cx="435600" cy="250920"/>
            </a:xfrm>
          </p:grpSpPr>
          <p:sp>
            <p:nvSpPr>
              <p:cNvPr id="10218" name="Oval 347"/>
              <p:cNvSpPr/>
              <p:nvPr/>
            </p:nvSpPr>
            <p:spPr>
              <a:xfrm flipV="1">
                <a:off x="6762600" y="6475320"/>
                <a:ext cx="434160" cy="18288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19" name="Rectangle 348"/>
              <p:cNvSpPr/>
              <p:nvPr/>
            </p:nvSpPr>
            <p:spPr>
              <a:xfrm>
                <a:off x="6761520" y="6500880"/>
                <a:ext cx="435240" cy="6624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600" rIns="90000" bIns="21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20" name="Oval 349"/>
              <p:cNvSpPr/>
              <p:nvPr/>
            </p:nvSpPr>
            <p:spPr>
              <a:xfrm flipV="1">
                <a:off x="6761520" y="6407280"/>
                <a:ext cx="434160" cy="18288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21" name="Freeform 350"/>
              <p:cNvSpPr/>
              <p:nvPr/>
            </p:nvSpPr>
            <p:spPr>
              <a:xfrm>
                <a:off x="6872760" y="6463080"/>
                <a:ext cx="211320" cy="92160"/>
              </a:xfrm>
              <a:custGeom>
                <a:avLst/>
                <a:gdLst>
                  <a:gd name="textAreaLeft" fmla="*/ 0 w 211320"/>
                  <a:gd name="textAreaRight" fmla="*/ 211680 w 211320"/>
                  <a:gd name="textAreaTop" fmla="*/ 0 h 92160"/>
                  <a:gd name="textAreaBottom" fmla="*/ 92520 h 9216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22" name="Freeform 351"/>
              <p:cNvSpPr/>
              <p:nvPr/>
            </p:nvSpPr>
            <p:spPr>
              <a:xfrm>
                <a:off x="6850800" y="6439680"/>
                <a:ext cx="255240" cy="63360"/>
              </a:xfrm>
              <a:custGeom>
                <a:avLst/>
                <a:gdLst>
                  <a:gd name="textAreaLeft" fmla="*/ 0 w 255240"/>
                  <a:gd name="textAreaRight" fmla="*/ 255600 w 255240"/>
                  <a:gd name="textAreaTop" fmla="*/ 0 h 63360"/>
                  <a:gd name="textAreaBottom" fmla="*/ 63720 h 633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720" rIns="90000" bIns="1872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23" name="Freeform 352"/>
              <p:cNvSpPr/>
              <p:nvPr/>
            </p:nvSpPr>
            <p:spPr>
              <a:xfrm>
                <a:off x="7018560" y="6494040"/>
                <a:ext cx="93960" cy="55440"/>
              </a:xfrm>
              <a:custGeom>
                <a:avLst/>
                <a:gdLst>
                  <a:gd name="textAreaLeft" fmla="*/ 0 w 93960"/>
                  <a:gd name="textAreaRight" fmla="*/ 94320 w 93960"/>
                  <a:gd name="textAreaTop" fmla="*/ 0 h 55440"/>
                  <a:gd name="textAreaBottom" fmla="*/ 55800 h 554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224" name="Freeform 353"/>
              <p:cNvSpPr/>
              <p:nvPr/>
            </p:nvSpPr>
            <p:spPr>
              <a:xfrm>
                <a:off x="6845760" y="6495480"/>
                <a:ext cx="92520" cy="55440"/>
              </a:xfrm>
              <a:custGeom>
                <a:avLst/>
                <a:gdLst>
                  <a:gd name="textAreaLeft" fmla="*/ 0 w 92520"/>
                  <a:gd name="textAreaRight" fmla="*/ 92880 w 92520"/>
                  <a:gd name="textAreaTop" fmla="*/ 0 h 55440"/>
                  <a:gd name="textAreaBottom" fmla="*/ 55800 h 5544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0800" rIns="90000" bIns="108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225" name="Straight Connector 354"/>
              <p:cNvCxnSpPr/>
              <p:nvPr/>
            </p:nvCxnSpPr>
            <p:spPr>
              <a:xfrm flipH="1" flipV="1">
                <a:off x="6761160" y="6499440"/>
                <a:ext cx="1800" cy="7092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226" name="Straight Connector 355"/>
              <p:cNvCxnSpPr/>
              <p:nvPr/>
            </p:nvCxnSpPr>
            <p:spPr>
              <a:xfrm flipH="1" flipV="1">
                <a:off x="7195680" y="6498000"/>
                <a:ext cx="1440" cy="712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</p:grpSp>
      <p:sp>
        <p:nvSpPr>
          <p:cNvPr id="10227" name="Rectangle 392"/>
          <p:cNvSpPr/>
          <p:nvPr/>
        </p:nvSpPr>
        <p:spPr>
          <a:xfrm>
            <a:off x="5074560" y="5725080"/>
            <a:ext cx="5333760" cy="11325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28" name="Group 393"/>
          <p:cNvGrpSpPr/>
          <p:nvPr/>
        </p:nvGrpSpPr>
        <p:grpSpPr>
          <a:xfrm>
            <a:off x="5329440" y="1276200"/>
            <a:ext cx="1023120" cy="589680"/>
            <a:chOff x="5329440" y="1276200"/>
            <a:chExt cx="1023120" cy="589680"/>
          </a:xfrm>
        </p:grpSpPr>
        <p:sp>
          <p:nvSpPr>
            <p:cNvPr id="10149" name="Oval 394"/>
            <p:cNvSpPr/>
            <p:nvPr/>
          </p:nvSpPr>
          <p:spPr>
            <a:xfrm>
              <a:off x="5329440" y="1276200"/>
              <a:ext cx="1023120" cy="589680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 w="9525">
              <a:solidFill>
                <a:srgbClr val="008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229" name="TextBox 395"/>
            <p:cNvSpPr/>
            <p:nvPr/>
          </p:nvSpPr>
          <p:spPr>
            <a:xfrm>
              <a:off x="5405760" y="1373400"/>
              <a:ext cx="880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routing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30" name="Group 396"/>
          <p:cNvGrpSpPr/>
          <p:nvPr/>
        </p:nvGrpSpPr>
        <p:grpSpPr>
          <a:xfrm>
            <a:off x="6543360" y="1301760"/>
            <a:ext cx="1023120" cy="589680"/>
            <a:chOff x="6543360" y="1301760"/>
            <a:chExt cx="1023120" cy="589680"/>
          </a:xfrm>
        </p:grpSpPr>
        <p:sp>
          <p:nvSpPr>
            <p:cNvPr id="10231" name="Oval 397"/>
            <p:cNvSpPr/>
            <p:nvPr/>
          </p:nvSpPr>
          <p:spPr>
            <a:xfrm>
              <a:off x="6543360" y="1301760"/>
              <a:ext cx="1023120" cy="589680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 w="9525">
              <a:solidFill>
                <a:srgbClr val="008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151" name="TextBox 398"/>
            <p:cNvSpPr/>
            <p:nvPr/>
          </p:nvSpPr>
          <p:spPr>
            <a:xfrm>
              <a:off x="6588360" y="1331640"/>
              <a:ext cx="954720" cy="52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access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control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32" name="Group 399"/>
          <p:cNvGrpSpPr/>
          <p:nvPr/>
        </p:nvGrpSpPr>
        <p:grpSpPr>
          <a:xfrm>
            <a:off x="7733160" y="1320480"/>
            <a:ext cx="1023120" cy="589680"/>
            <a:chOff x="7733160" y="1320480"/>
            <a:chExt cx="1023120" cy="589680"/>
          </a:xfrm>
        </p:grpSpPr>
        <p:sp>
          <p:nvSpPr>
            <p:cNvPr id="10118" name="Oval 400"/>
            <p:cNvSpPr/>
            <p:nvPr/>
          </p:nvSpPr>
          <p:spPr>
            <a:xfrm>
              <a:off x="7733160" y="1320480"/>
              <a:ext cx="1023120" cy="589680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 w="9525">
              <a:solidFill>
                <a:srgbClr val="008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Gill Sans MT"/>
              </a:endParaRPr>
            </a:p>
          </p:txBody>
        </p:sp>
        <p:sp>
          <p:nvSpPr>
            <p:cNvPr id="10233" name="TextBox 401"/>
            <p:cNvSpPr/>
            <p:nvPr/>
          </p:nvSpPr>
          <p:spPr>
            <a:xfrm>
              <a:off x="7764480" y="1350360"/>
              <a:ext cx="981720" cy="52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load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balance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34" name="Rectangle 402"/>
          <p:cNvSpPr/>
          <p:nvPr/>
        </p:nvSpPr>
        <p:spPr>
          <a:xfrm>
            <a:off x="4711320" y="1143000"/>
            <a:ext cx="4964760" cy="7833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5" name="Freeform 403"/>
          <p:cNvSpPr/>
          <p:nvPr/>
        </p:nvSpPr>
        <p:spPr>
          <a:xfrm rot="10800000">
            <a:off x="10030680" y="4626360"/>
            <a:ext cx="221760" cy="1166400"/>
          </a:xfrm>
          <a:custGeom>
            <a:avLst/>
            <a:gdLst>
              <a:gd name="textAreaLeft" fmla="*/ 0 w 221760"/>
              <a:gd name="textAreaRight" fmla="*/ 222120 w 221760"/>
              <a:gd name="textAreaTop" fmla="*/ 0 h 1166400"/>
              <a:gd name="textAreaBottom" fmla="*/ 1166760 h 1166400"/>
              <a:gd name="GluePoint1X" fmla="*/ 11247 w 223767"/>
              <a:gd name="GluePoint1Y" fmla="*/ 0 h 1166325"/>
              <a:gd name="GluePoint2X" fmla="*/ 217832 w 223767"/>
              <a:gd name="GluePoint2Y" fmla="*/ 138456 h 1166325"/>
              <a:gd name="GluePoint3X" fmla="*/ 223767 w 223767"/>
              <a:gd name="GluePoint3Y" fmla="*/ 1166325 h 1166325"/>
              <a:gd name="GluePoint4X" fmla="*/ 110 w 223767"/>
              <a:gd name="GluePoint4Y" fmla="*/ 226631 h 1166325"/>
              <a:gd name="GluePoint5X" fmla="*/ 11247 w 223767"/>
              <a:gd name="GluePoint5Y" fmla="*/ 0 h 11663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3767" h="1166325">
                <a:moveTo>
                  <a:pt x="11247" y="0"/>
                </a:moveTo>
                <a:lnTo>
                  <a:pt x="217832" y="138456"/>
                </a:lnTo>
                <a:cubicBezTo>
                  <a:pt x="219810" y="481079"/>
                  <a:pt x="221789" y="823702"/>
                  <a:pt x="223767" y="1166325"/>
                </a:cubicBezTo>
                <a:cubicBezTo>
                  <a:pt x="98607" y="641817"/>
                  <a:pt x="99941" y="672062"/>
                  <a:pt x="110" y="226631"/>
                </a:cubicBezTo>
                <a:cubicBezTo>
                  <a:pt x="-1380" y="13351"/>
                  <a:pt x="12737" y="213280"/>
                  <a:pt x="11247" y="0"/>
                </a:cubicBez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D2D2F4"/>
              </a:gs>
            </a:gsLst>
            <a:lin ang="108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grpSp>
        <p:nvGrpSpPr>
          <p:cNvPr id="10236" name="Group 950"/>
          <p:cNvGrpSpPr/>
          <p:nvPr/>
        </p:nvGrpSpPr>
        <p:grpSpPr>
          <a:xfrm>
            <a:off x="10230840" y="5169960"/>
            <a:ext cx="251280" cy="563760"/>
            <a:chOff x="10230840" y="5169960"/>
            <a:chExt cx="251280" cy="563760"/>
          </a:xfrm>
        </p:grpSpPr>
        <p:sp>
          <p:nvSpPr>
            <p:cNvPr id="10237" name="Freeform 951"/>
            <p:cNvSpPr/>
            <p:nvPr/>
          </p:nvSpPr>
          <p:spPr>
            <a:xfrm>
              <a:off x="10429920" y="5171040"/>
              <a:ext cx="49680" cy="53784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537840"/>
                <a:gd name="textAreaBottom" fmla="*/ 538200 h 537840"/>
                <a:gd name="GluePoint1X" fmla="*/ 3 w 354"/>
                <a:gd name="GluePoint1Y" fmla="*/ 0 h 2742"/>
                <a:gd name="GluePoint2X" fmla="*/ 15 w 354"/>
                <a:gd name="GluePoint2Y" fmla="*/ 27 h 2742"/>
                <a:gd name="GluePoint3X" fmla="*/ 15 w 354"/>
                <a:gd name="GluePoint3Y" fmla="*/ 205 h 2742"/>
                <a:gd name="GluePoint4X" fmla="*/ 0 w 354"/>
                <a:gd name="GluePoint4Y" fmla="*/ 215 h 2742"/>
                <a:gd name="GluePoint5X" fmla="*/ 3 w 354"/>
                <a:gd name="GluePoint5Y" fmla="*/ 0 h 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38" name="Rectangle 952"/>
            <p:cNvSpPr/>
            <p:nvPr/>
          </p:nvSpPr>
          <p:spPr>
            <a:xfrm>
              <a:off x="10243080" y="5169960"/>
              <a:ext cx="184320" cy="53748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39" name="Freeform 953"/>
            <p:cNvSpPr/>
            <p:nvPr/>
          </p:nvSpPr>
          <p:spPr>
            <a:xfrm>
              <a:off x="10439280" y="5203080"/>
              <a:ext cx="29520" cy="4975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497520"/>
                <a:gd name="textAreaBottom" fmla="*/ 497880 h 497520"/>
                <a:gd name="GluePoint1X" fmla="*/ 2 w 211"/>
                <a:gd name="GluePoint1Y" fmla="*/ 0 h 2537"/>
                <a:gd name="GluePoint2X" fmla="*/ 9 w 211"/>
                <a:gd name="GluePoint2Y" fmla="*/ 18 h 2537"/>
                <a:gd name="GluePoint3X" fmla="*/ 2 w 211"/>
                <a:gd name="GluePoint3Y" fmla="*/ 196 h 2537"/>
                <a:gd name="GluePoint4X" fmla="*/ 2 w 211"/>
                <a:gd name="GluePoint4Y" fmla="*/ 0 h 2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0" name="Freeform 954"/>
            <p:cNvSpPr/>
            <p:nvPr/>
          </p:nvSpPr>
          <p:spPr>
            <a:xfrm>
              <a:off x="10432800" y="5455080"/>
              <a:ext cx="46080" cy="44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4280"/>
                <a:gd name="textAreaBottom" fmla="*/ 44640 h 44280"/>
                <a:gd name="GluePoint1X" fmla="*/ 2 w 328"/>
                <a:gd name="GluePoint1Y" fmla="*/ 0 h 226"/>
                <a:gd name="GluePoint2X" fmla="*/ 14 w 328"/>
                <a:gd name="GluePoint2Y" fmla="*/ 11 h 226"/>
                <a:gd name="GluePoint3X" fmla="*/ 14 w 328"/>
                <a:gd name="GluePoint3Y" fmla="*/ 19 h 226"/>
                <a:gd name="GluePoint4X" fmla="*/ 0 w 328"/>
                <a:gd name="GluePoint4Y" fmla="*/ 8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60" rIns="90000" bIns="-3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1" name="Rectangle 955"/>
            <p:cNvSpPr/>
            <p:nvPr/>
          </p:nvSpPr>
          <p:spPr>
            <a:xfrm>
              <a:off x="10243080" y="5231520"/>
              <a:ext cx="10512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42" name="Group 956"/>
            <p:cNvGrpSpPr/>
            <p:nvPr/>
          </p:nvGrpSpPr>
          <p:grpSpPr>
            <a:xfrm>
              <a:off x="10338120" y="5225760"/>
              <a:ext cx="101520" cy="34920"/>
              <a:chOff x="10338120" y="5225760"/>
              <a:chExt cx="101520" cy="34920"/>
            </a:xfrm>
          </p:grpSpPr>
          <p:sp>
            <p:nvSpPr>
              <p:cNvPr id="10243" name="AutoShape 957"/>
              <p:cNvSpPr/>
              <p:nvPr/>
            </p:nvSpPr>
            <p:spPr>
              <a:xfrm>
                <a:off x="10338120" y="5225760"/>
                <a:ext cx="101520" cy="349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0160" rIns="90000" bIns="-201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4" name="AutoShape 958"/>
              <p:cNvSpPr/>
              <p:nvPr/>
            </p:nvSpPr>
            <p:spPr>
              <a:xfrm>
                <a:off x="10339920" y="5229360"/>
                <a:ext cx="98280" cy="2772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5200" rIns="90000" bIns="-252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45" name="Rectangle 959"/>
            <p:cNvSpPr/>
            <p:nvPr/>
          </p:nvSpPr>
          <p:spPr>
            <a:xfrm>
              <a:off x="10244880" y="5309640"/>
              <a:ext cx="10512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46" name="Group 960"/>
            <p:cNvGrpSpPr/>
            <p:nvPr/>
          </p:nvGrpSpPr>
          <p:grpSpPr>
            <a:xfrm>
              <a:off x="10338120" y="5302080"/>
              <a:ext cx="101520" cy="31320"/>
              <a:chOff x="10338120" y="5302080"/>
              <a:chExt cx="101520" cy="31320"/>
            </a:xfrm>
          </p:grpSpPr>
          <p:sp>
            <p:nvSpPr>
              <p:cNvPr id="10247" name="AutoShape 961"/>
              <p:cNvSpPr/>
              <p:nvPr/>
            </p:nvSpPr>
            <p:spPr>
              <a:xfrm>
                <a:off x="10338120" y="5302080"/>
                <a:ext cx="101520" cy="31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2320" rIns="90000" bIns="-223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8" name="AutoShape 962"/>
              <p:cNvSpPr/>
              <p:nvPr/>
            </p:nvSpPr>
            <p:spPr>
              <a:xfrm>
                <a:off x="10339920" y="5306040"/>
                <a:ext cx="98280" cy="2376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7720" rIns="90000" bIns="-277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49" name="Rectangle 963"/>
            <p:cNvSpPr/>
            <p:nvPr/>
          </p:nvSpPr>
          <p:spPr>
            <a:xfrm>
              <a:off x="10244880" y="5387760"/>
              <a:ext cx="10512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0" name="Rectangle 964"/>
            <p:cNvSpPr/>
            <p:nvPr/>
          </p:nvSpPr>
          <p:spPr>
            <a:xfrm>
              <a:off x="10246680" y="5458680"/>
              <a:ext cx="10512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51" name="Group 965"/>
            <p:cNvGrpSpPr/>
            <p:nvPr/>
          </p:nvGrpSpPr>
          <p:grpSpPr>
            <a:xfrm>
              <a:off x="10336320" y="5456520"/>
              <a:ext cx="101520" cy="31320"/>
              <a:chOff x="10336320" y="5456520"/>
              <a:chExt cx="101520" cy="31320"/>
            </a:xfrm>
          </p:grpSpPr>
          <p:sp>
            <p:nvSpPr>
              <p:cNvPr id="10252" name="AutoShape 966"/>
              <p:cNvSpPr/>
              <p:nvPr/>
            </p:nvSpPr>
            <p:spPr>
              <a:xfrm>
                <a:off x="10336320" y="5456520"/>
                <a:ext cx="101520" cy="31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2320" rIns="90000" bIns="-223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3" name="AutoShape 967"/>
              <p:cNvSpPr/>
              <p:nvPr/>
            </p:nvSpPr>
            <p:spPr>
              <a:xfrm>
                <a:off x="10338120" y="5456520"/>
                <a:ext cx="98280" cy="2736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5560" rIns="90000" bIns="-25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54" name="Freeform 968"/>
            <p:cNvSpPr/>
            <p:nvPr/>
          </p:nvSpPr>
          <p:spPr>
            <a:xfrm>
              <a:off x="10433520" y="5387760"/>
              <a:ext cx="46080" cy="4392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3920"/>
                <a:gd name="textAreaBottom" fmla="*/ 44280 h 43920"/>
                <a:gd name="GluePoint1X" fmla="*/ 2 w 328"/>
                <a:gd name="GluePoint1Y" fmla="*/ 0 h 226"/>
                <a:gd name="GluePoint2X" fmla="*/ 14 w 328"/>
                <a:gd name="GluePoint2Y" fmla="*/ 10 h 226"/>
                <a:gd name="GluePoint3X" fmla="*/ 14 w 328"/>
                <a:gd name="GluePoint3Y" fmla="*/ 17 h 226"/>
                <a:gd name="GluePoint4X" fmla="*/ 0 w 328"/>
                <a:gd name="GluePoint4Y" fmla="*/ 7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720" rIns="90000" bIns="-7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55" name="Group 969"/>
            <p:cNvGrpSpPr/>
            <p:nvPr/>
          </p:nvGrpSpPr>
          <p:grpSpPr>
            <a:xfrm>
              <a:off x="10336320" y="5382000"/>
              <a:ext cx="103320" cy="31320"/>
              <a:chOff x="10336320" y="5382000"/>
              <a:chExt cx="103320" cy="31320"/>
            </a:xfrm>
          </p:grpSpPr>
          <p:sp>
            <p:nvSpPr>
              <p:cNvPr id="10256" name="AutoShape 970"/>
              <p:cNvSpPr/>
              <p:nvPr/>
            </p:nvSpPr>
            <p:spPr>
              <a:xfrm>
                <a:off x="10336320" y="5382000"/>
                <a:ext cx="103320" cy="31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2320" rIns="90000" bIns="-223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7" name="AutoShape 971"/>
              <p:cNvSpPr/>
              <p:nvPr/>
            </p:nvSpPr>
            <p:spPr>
              <a:xfrm>
                <a:off x="10338120" y="5385960"/>
                <a:ext cx="101520" cy="2376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7720" rIns="90000" bIns="-277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58" name="Rectangle 972"/>
            <p:cNvSpPr/>
            <p:nvPr/>
          </p:nvSpPr>
          <p:spPr>
            <a:xfrm>
              <a:off x="10425960" y="5169960"/>
              <a:ext cx="11880" cy="53748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9" name="Freeform 973"/>
            <p:cNvSpPr/>
            <p:nvPr/>
          </p:nvSpPr>
          <p:spPr>
            <a:xfrm>
              <a:off x="10437480" y="5306040"/>
              <a:ext cx="41400" cy="496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9680"/>
                <a:gd name="textAreaBottom" fmla="*/ 50040 h 49680"/>
                <a:gd name="GluePoint1X" fmla="*/ 2 w 296"/>
                <a:gd name="GluePoint1Y" fmla="*/ 0 h 256"/>
                <a:gd name="GluePoint2X" fmla="*/ 14 w 296"/>
                <a:gd name="GluePoint2Y" fmla="*/ 10 h 256"/>
                <a:gd name="GluePoint3X" fmla="*/ 14 w 296"/>
                <a:gd name="GluePoint3Y" fmla="*/ 19 h 256"/>
                <a:gd name="GluePoint4X" fmla="*/ 0 w 296"/>
                <a:gd name="GluePoint4Y" fmla="*/ 7 h 256"/>
                <a:gd name="GluePoint5X" fmla="*/ 2 w 296"/>
                <a:gd name="GluePoint5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5040" rIns="90000" bIns="50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0" name="Freeform 974"/>
            <p:cNvSpPr/>
            <p:nvPr/>
          </p:nvSpPr>
          <p:spPr>
            <a:xfrm>
              <a:off x="10438200" y="5229000"/>
              <a:ext cx="42840" cy="5616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56160"/>
                <a:gd name="textAreaBottom" fmla="*/ 56520 h 56160"/>
                <a:gd name="GluePoint1X" fmla="*/ 0 w 304"/>
                <a:gd name="GluePoint1Y" fmla="*/ 0 h 288"/>
                <a:gd name="GluePoint2X" fmla="*/ 14 w 304"/>
                <a:gd name="GluePoint2Y" fmla="*/ 13 h 288"/>
                <a:gd name="GluePoint3X" fmla="*/ 13 w 304"/>
                <a:gd name="GluePoint3Y" fmla="*/ 23 h 288"/>
                <a:gd name="GluePoint4X" fmla="*/ 2 w 304"/>
                <a:gd name="GluePoint4Y" fmla="*/ 10 h 288"/>
                <a:gd name="GluePoint5X" fmla="*/ 0 w 304"/>
                <a:gd name="GluePoint5Y" fmla="*/ 0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1520" rIns="90000" bIns="115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1" name="Oval 975"/>
            <p:cNvSpPr/>
            <p:nvPr/>
          </p:nvSpPr>
          <p:spPr>
            <a:xfrm>
              <a:off x="10473480" y="5683680"/>
              <a:ext cx="8640" cy="2196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9520" rIns="90000" bIns="-295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2" name="Freeform 976"/>
            <p:cNvSpPr/>
            <p:nvPr/>
          </p:nvSpPr>
          <p:spPr>
            <a:xfrm>
              <a:off x="10435680" y="5684400"/>
              <a:ext cx="42840" cy="468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6800"/>
                <a:gd name="textAreaBottom" fmla="*/ 47160 h 46800"/>
                <a:gd name="GluePoint1X" fmla="*/ 0 w 306"/>
                <a:gd name="GluePoint1Y" fmla="*/ 9 h 240"/>
                <a:gd name="GluePoint2X" fmla="*/ 2 w 306"/>
                <a:gd name="GluePoint2Y" fmla="*/ 19 h 240"/>
                <a:gd name="GluePoint3X" fmla="*/ 14 w 306"/>
                <a:gd name="GluePoint3Y" fmla="*/ 9 h 240"/>
                <a:gd name="GluePoint4X" fmla="*/ 14 w 306"/>
                <a:gd name="GluePoint4Y" fmla="*/ 0 h 240"/>
                <a:gd name="GluePoint5X" fmla="*/ 0 w 306"/>
                <a:gd name="GluePoint5Y" fmla="*/ 9 h 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160" rIns="90000" bIns="21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3" name="AutoShape 977"/>
            <p:cNvSpPr/>
            <p:nvPr/>
          </p:nvSpPr>
          <p:spPr>
            <a:xfrm>
              <a:off x="10230840" y="5698800"/>
              <a:ext cx="210600" cy="3492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0160" rIns="90000" bIns="-201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4" name="AutoShape 978"/>
            <p:cNvSpPr/>
            <p:nvPr/>
          </p:nvSpPr>
          <p:spPr>
            <a:xfrm>
              <a:off x="10243080" y="5707800"/>
              <a:ext cx="187920" cy="1836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1680" rIns="90000" bIns="-31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5" name="Oval 979"/>
            <p:cNvSpPr/>
            <p:nvPr/>
          </p:nvSpPr>
          <p:spPr>
            <a:xfrm>
              <a:off x="10260360" y="5629680"/>
              <a:ext cx="27720" cy="3312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1240" rIns="90000" bIns="-212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6" name="Oval 980"/>
            <p:cNvSpPr/>
            <p:nvPr/>
          </p:nvSpPr>
          <p:spPr>
            <a:xfrm>
              <a:off x="10292400" y="5629680"/>
              <a:ext cx="27720" cy="3312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1240" rIns="90000" bIns="-21240" anchor="ctr">
              <a:noAutofit/>
            </a:bodyPr>
            <a:p>
              <a:endParaRPr lang="en-US" sz="1800" b="0" u="none" strike="noStrik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7" name="Oval 981"/>
            <p:cNvSpPr/>
            <p:nvPr/>
          </p:nvSpPr>
          <p:spPr>
            <a:xfrm>
              <a:off x="10322280" y="5629680"/>
              <a:ext cx="27720" cy="3312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1240" rIns="90000" bIns="-212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8" name="Rectangle 982"/>
            <p:cNvSpPr/>
            <p:nvPr/>
          </p:nvSpPr>
          <p:spPr>
            <a:xfrm>
              <a:off x="10394280" y="5501520"/>
              <a:ext cx="13680" cy="17820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69" name="TextBox 437"/>
          <p:cNvSpPr/>
          <p:nvPr/>
        </p:nvSpPr>
        <p:spPr>
          <a:xfrm>
            <a:off x="776520" y="4804200"/>
            <a:ext cx="4033080" cy="14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2400" b="0" i="1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communication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: communicate between SDN controller and controlled switches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0" name="TextBox 438"/>
          <p:cNvSpPr/>
          <p:nvPr/>
        </p:nvSpPr>
        <p:spPr>
          <a:xfrm>
            <a:off x="763920" y="3240000"/>
            <a:ext cx="4158360" cy="17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network-wide state management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: state of networks links, switches, services: a </a:t>
            </a:r>
            <a:r>
              <a:rPr lang="en-US" sz="2400" b="0" i="1" u="none" strike="noStrik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distributed database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1" name="TextBox 439"/>
          <p:cNvSpPr/>
          <p:nvPr/>
        </p:nvSpPr>
        <p:spPr>
          <a:xfrm>
            <a:off x="763920" y="2232720"/>
            <a:ext cx="407304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interface layer to network control apps: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abstractions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489" dur="indefinite" restart="never" nodeType="tmRoot">
          <p:childTnLst>
            <p:seq>
              <p:cTn id="2490" dur="indefinite" nodeType="mainSeq">
                <p:childTnLst>
                  <p:par>
                    <p:cTn id="2491" fill="hold">
                      <p:stCondLst>
                        <p:cond delay="indefinite"/>
                      </p:stCondLst>
                      <p:childTnLst>
                        <p:par>
                          <p:cTn id="2492" fill="hold">
                            <p:stCondLst>
                              <p:cond delay="0"/>
                            </p:stCondLst>
                            <p:childTnLst>
                              <p:par>
                                <p:cTn id="249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495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6" fill="hold">
                      <p:stCondLst>
                        <p:cond delay="indefinite"/>
                      </p:stCondLst>
                      <p:childTnLst>
                        <p:par>
                          <p:cTn id="2497" fill="hold">
                            <p:stCondLst>
                              <p:cond delay="0"/>
                            </p:stCondLst>
                            <p:childTnLst>
                              <p:par>
                                <p:cTn id="249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00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1" fill="hold">
                      <p:stCondLst>
                        <p:cond delay="indefinite"/>
                      </p:stCondLst>
                      <p:childTnLst>
                        <p:par>
                          <p:cTn id="2502" fill="hold">
                            <p:stCondLst>
                              <p:cond delay="0"/>
                            </p:stCondLst>
                            <p:childTnLst>
                              <p:par>
                                <p:cTn id="250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05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2" name="PlaceHolder 1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OpenFlow protocol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273" name="PlaceHolder 2"/>
          <p:cNvSpPr>
            <a:spLocks noGrp="1"/>
          </p:cNvSpPr>
          <p:nvPr>
            <p:ph type="sldNum" idx="8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1D125AEA-EE46-4F3F-A6D6-90E1F36E9E3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91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4" name="Content Placeholder 3"/>
          <p:cNvSpPr/>
          <p:nvPr/>
        </p:nvSpPr>
        <p:spPr>
          <a:xfrm>
            <a:off x="863280" y="1363320"/>
            <a:ext cx="6088320" cy="46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281160" defTabSz="914400">
              <a:lnSpc>
                <a:spcPct val="100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operates between controller, switch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81160" defTabSz="914400">
              <a:lnSpc>
                <a:spcPct val="100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TCP used to exchange messages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optional encryption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81160" defTabSz="914400">
              <a:lnSpc>
                <a:spcPct val="100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three classes of  OpenFlow messages: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controller-to-switch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asynchronous (switch to controller)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symmetric (misc.)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7760" indent="-285840" defTabSz="914400">
              <a:lnSpc>
                <a:spcPct val="100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distinct from OpenFlow API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4480" lvl="1" indent="-282600" defTabSz="914400">
              <a:lnSpc>
                <a:spcPct val="100000"/>
              </a:lnSpc>
              <a:spcBef>
                <a:spcPts val="479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API used to specify  generalized forwarding actions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75" name="Group 127"/>
          <p:cNvGrpSpPr/>
          <p:nvPr/>
        </p:nvGrpSpPr>
        <p:grpSpPr>
          <a:xfrm>
            <a:off x="7839360" y="1446120"/>
            <a:ext cx="3692880" cy="3731760"/>
            <a:chOff x="7839360" y="1446120"/>
            <a:chExt cx="3692880" cy="3731760"/>
          </a:xfrm>
        </p:grpSpPr>
        <p:grpSp>
          <p:nvGrpSpPr>
            <p:cNvPr id="10276" name="Group 950"/>
            <p:cNvGrpSpPr/>
            <p:nvPr/>
          </p:nvGrpSpPr>
          <p:grpSpPr>
            <a:xfrm>
              <a:off x="8964000" y="2119680"/>
              <a:ext cx="440280" cy="844920"/>
              <a:chOff x="8964000" y="2119680"/>
              <a:chExt cx="440280" cy="844920"/>
            </a:xfrm>
          </p:grpSpPr>
          <p:sp>
            <p:nvSpPr>
              <p:cNvPr id="10277" name="Freeform 951"/>
              <p:cNvSpPr/>
              <p:nvPr/>
            </p:nvSpPr>
            <p:spPr>
              <a:xfrm>
                <a:off x="9312840" y="2121120"/>
                <a:ext cx="87120" cy="806040"/>
              </a:xfrm>
              <a:custGeom>
                <a:avLst/>
                <a:gdLst>
                  <a:gd name="textAreaLeft" fmla="*/ 0 w 87120"/>
                  <a:gd name="textAreaRight" fmla="*/ 87480 w 87120"/>
                  <a:gd name="textAreaTop" fmla="*/ 0 h 806040"/>
                  <a:gd name="textAreaBottom" fmla="*/ 806400 h 806040"/>
                  <a:gd name="GluePoint1X" fmla="*/ 6 w 354"/>
                  <a:gd name="GluePoint1Y" fmla="*/ 0 h 2742"/>
                  <a:gd name="GluePoint2X" fmla="*/ 30 w 354"/>
                  <a:gd name="GluePoint2Y" fmla="*/ 46 h 2742"/>
                  <a:gd name="GluePoint3X" fmla="*/ 30 w 354"/>
                  <a:gd name="GluePoint3Y" fmla="*/ 354 h 2742"/>
                  <a:gd name="GluePoint4X" fmla="*/ 0 w 354"/>
                  <a:gd name="GluePoint4Y" fmla="*/ 371 h 2742"/>
                  <a:gd name="GluePoint5X" fmla="*/ 6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78" name="Rectangle 952"/>
              <p:cNvSpPr/>
              <p:nvPr/>
            </p:nvSpPr>
            <p:spPr>
              <a:xfrm>
                <a:off x="8985600" y="2119680"/>
                <a:ext cx="323280" cy="80568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79" name="Freeform 953"/>
              <p:cNvSpPr/>
              <p:nvPr/>
            </p:nvSpPr>
            <p:spPr>
              <a:xfrm>
                <a:off x="9329400" y="2169360"/>
                <a:ext cx="51840" cy="74592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745920"/>
                  <a:gd name="textAreaBottom" fmla="*/ 746280 h 745920"/>
                  <a:gd name="GluePoint1X" fmla="*/ 2 w 211"/>
                  <a:gd name="GluePoint1Y" fmla="*/ 0 h 2537"/>
                  <a:gd name="GluePoint2X" fmla="*/ 18 w 211"/>
                  <a:gd name="GluePoint2Y" fmla="*/ 30 h 2537"/>
                  <a:gd name="GluePoint3X" fmla="*/ 2 w 211"/>
                  <a:gd name="GluePoint3Y" fmla="*/ 338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80" name="Freeform 954"/>
              <p:cNvSpPr/>
              <p:nvPr/>
            </p:nvSpPr>
            <p:spPr>
              <a:xfrm>
                <a:off x="9317880" y="2547000"/>
                <a:ext cx="81000" cy="66240"/>
              </a:xfrm>
              <a:custGeom>
                <a:avLst/>
                <a:gdLst>
                  <a:gd name="textAreaLeft" fmla="*/ 0 w 81000"/>
                  <a:gd name="textAreaRight" fmla="*/ 81360 w 81000"/>
                  <a:gd name="textAreaTop" fmla="*/ 0 h 66240"/>
                  <a:gd name="textAreaBottom" fmla="*/ 66600 h 66240"/>
                  <a:gd name="GluePoint1X" fmla="*/ 2 w 328"/>
                  <a:gd name="GluePoint1Y" fmla="*/ 0 h 226"/>
                  <a:gd name="GluePoint2X" fmla="*/ 29 w 328"/>
                  <a:gd name="GluePoint2Y" fmla="*/ 18 h 226"/>
                  <a:gd name="GluePoint3X" fmla="*/ 29 w 328"/>
                  <a:gd name="GluePoint3Y" fmla="*/ 32 h 226"/>
                  <a:gd name="GluePoint4X" fmla="*/ 0 w 328"/>
                  <a:gd name="GluePoint4Y" fmla="*/ 13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600" rIns="90000" bIns="21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81" name="Rectangle 955"/>
              <p:cNvSpPr/>
              <p:nvPr/>
            </p:nvSpPr>
            <p:spPr>
              <a:xfrm>
                <a:off x="8985600" y="221184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282" name="Group 956"/>
              <p:cNvGrpSpPr/>
              <p:nvPr/>
            </p:nvGrpSpPr>
            <p:grpSpPr>
              <a:xfrm>
                <a:off x="9151920" y="2203200"/>
                <a:ext cx="178560" cy="52560"/>
                <a:chOff x="9151920" y="2203200"/>
                <a:chExt cx="178560" cy="52560"/>
              </a:xfrm>
            </p:grpSpPr>
            <p:sp>
              <p:nvSpPr>
                <p:cNvPr id="10283" name="AutoShape 957"/>
                <p:cNvSpPr/>
                <p:nvPr/>
              </p:nvSpPr>
              <p:spPr>
                <a:xfrm>
                  <a:off x="9151920" y="2203200"/>
                  <a:ext cx="178560" cy="525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7560" rIns="90000" bIns="-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84" name="AutoShape 958"/>
                <p:cNvSpPr/>
                <p:nvPr/>
              </p:nvSpPr>
              <p:spPr>
                <a:xfrm>
                  <a:off x="9155160" y="2208960"/>
                  <a:ext cx="172080" cy="4176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480" rIns="90000" bIns="-154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285" name="Rectangle 959"/>
              <p:cNvSpPr/>
              <p:nvPr/>
            </p:nvSpPr>
            <p:spPr>
              <a:xfrm>
                <a:off x="8988480" y="232884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286" name="Group 960"/>
              <p:cNvGrpSpPr/>
              <p:nvPr/>
            </p:nvGrpSpPr>
            <p:grpSpPr>
              <a:xfrm>
                <a:off x="9151920" y="2317680"/>
                <a:ext cx="178560" cy="46800"/>
                <a:chOff x="9151920" y="2317680"/>
                <a:chExt cx="178560" cy="46800"/>
              </a:xfrm>
            </p:grpSpPr>
            <p:sp>
              <p:nvSpPr>
                <p:cNvPr id="10287" name="AutoShape 961"/>
                <p:cNvSpPr/>
                <p:nvPr/>
              </p:nvSpPr>
              <p:spPr>
                <a:xfrm>
                  <a:off x="9151920" y="2317680"/>
                  <a:ext cx="178560" cy="46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880" rIns="90000" bIns="-118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88" name="AutoShape 962"/>
                <p:cNvSpPr/>
                <p:nvPr/>
              </p:nvSpPr>
              <p:spPr>
                <a:xfrm>
                  <a:off x="9155160" y="2323440"/>
                  <a:ext cx="172080" cy="360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9080" rIns="90000" bIns="-190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289" name="Rectangle 963"/>
              <p:cNvSpPr/>
              <p:nvPr/>
            </p:nvSpPr>
            <p:spPr>
              <a:xfrm>
                <a:off x="8988480" y="244620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0" name="Rectangle 964"/>
              <p:cNvSpPr/>
              <p:nvPr/>
            </p:nvSpPr>
            <p:spPr>
              <a:xfrm>
                <a:off x="8991720" y="255240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291" name="Group 965"/>
              <p:cNvGrpSpPr/>
              <p:nvPr/>
            </p:nvGrpSpPr>
            <p:grpSpPr>
              <a:xfrm>
                <a:off x="9149040" y="2549160"/>
                <a:ext cx="178560" cy="47160"/>
                <a:chOff x="9149040" y="2549160"/>
                <a:chExt cx="178560" cy="47160"/>
              </a:xfrm>
            </p:grpSpPr>
            <p:sp>
              <p:nvSpPr>
                <p:cNvPr id="10292" name="AutoShape 966"/>
                <p:cNvSpPr/>
                <p:nvPr/>
              </p:nvSpPr>
              <p:spPr>
                <a:xfrm>
                  <a:off x="9149040" y="2549160"/>
                  <a:ext cx="178560" cy="471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520" rIns="90000" bIns="-115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93" name="AutoShape 967"/>
                <p:cNvSpPr/>
                <p:nvPr/>
              </p:nvSpPr>
              <p:spPr>
                <a:xfrm>
                  <a:off x="9151920" y="2549160"/>
                  <a:ext cx="172080" cy="414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120" rIns="90000" bIns="-151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294" name="Freeform 968"/>
              <p:cNvSpPr/>
              <p:nvPr/>
            </p:nvSpPr>
            <p:spPr>
              <a:xfrm>
                <a:off x="9318960" y="2446200"/>
                <a:ext cx="81000" cy="65880"/>
              </a:xfrm>
              <a:custGeom>
                <a:avLst/>
                <a:gdLst>
                  <a:gd name="textAreaLeft" fmla="*/ 0 w 81000"/>
                  <a:gd name="textAreaRight" fmla="*/ 81360 w 81000"/>
                  <a:gd name="textAreaTop" fmla="*/ 0 h 65880"/>
                  <a:gd name="textAreaBottom" fmla="*/ 66240 h 65880"/>
                  <a:gd name="GluePoint1X" fmla="*/ 2 w 328"/>
                  <a:gd name="GluePoint1Y" fmla="*/ 0 h 226"/>
                  <a:gd name="GluePoint2X" fmla="*/ 29 w 328"/>
                  <a:gd name="GluePoint2Y" fmla="*/ 17 h 226"/>
                  <a:gd name="GluePoint3X" fmla="*/ 29 w 328"/>
                  <a:gd name="GluePoint3Y" fmla="*/ 30 h 226"/>
                  <a:gd name="GluePoint4X" fmla="*/ 0 w 328"/>
                  <a:gd name="GluePoint4Y" fmla="*/ 12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240" rIns="90000" bIns="21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295" name="Group 969"/>
              <p:cNvGrpSpPr/>
              <p:nvPr/>
            </p:nvGrpSpPr>
            <p:grpSpPr>
              <a:xfrm>
                <a:off x="9149040" y="2437560"/>
                <a:ext cx="181440" cy="46800"/>
                <a:chOff x="9149040" y="2437560"/>
                <a:chExt cx="181440" cy="46800"/>
              </a:xfrm>
            </p:grpSpPr>
            <p:sp>
              <p:nvSpPr>
                <p:cNvPr id="10296" name="AutoShape 970"/>
                <p:cNvSpPr/>
                <p:nvPr/>
              </p:nvSpPr>
              <p:spPr>
                <a:xfrm>
                  <a:off x="9149040" y="2437560"/>
                  <a:ext cx="181440" cy="46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880" rIns="90000" bIns="-118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97" name="AutoShape 971"/>
                <p:cNvSpPr/>
                <p:nvPr/>
              </p:nvSpPr>
              <p:spPr>
                <a:xfrm>
                  <a:off x="9151920" y="2443320"/>
                  <a:ext cx="178560" cy="360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9080" rIns="90000" bIns="-190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298" name="Rectangle 972"/>
              <p:cNvSpPr/>
              <p:nvPr/>
            </p:nvSpPr>
            <p:spPr>
              <a:xfrm>
                <a:off x="9306000" y="2119680"/>
                <a:ext cx="21240" cy="80568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9" name="Freeform 973"/>
              <p:cNvSpPr/>
              <p:nvPr/>
            </p:nvSpPr>
            <p:spPr>
              <a:xfrm>
                <a:off x="9326520" y="2323800"/>
                <a:ext cx="73080" cy="748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4880"/>
                  <a:gd name="textAreaBottom" fmla="*/ 75240 h 74880"/>
                  <a:gd name="GluePoint1X" fmla="*/ 2 w 296"/>
                  <a:gd name="GluePoint1Y" fmla="*/ 0 h 256"/>
                  <a:gd name="GluePoint2X" fmla="*/ 26 w 296"/>
                  <a:gd name="GluePoint2Y" fmla="*/ 18 h 256"/>
                  <a:gd name="GluePoint3X" fmla="*/ 26 w 296"/>
                  <a:gd name="GluePoint3Y" fmla="*/ 34 h 256"/>
                  <a:gd name="GluePoint4X" fmla="*/ 0 w 296"/>
                  <a:gd name="GluePoint4Y" fmla="*/ 12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0240" rIns="90000" bIns="30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0" name="Freeform 974"/>
              <p:cNvSpPr/>
              <p:nvPr/>
            </p:nvSpPr>
            <p:spPr>
              <a:xfrm>
                <a:off x="9327600" y="2208240"/>
                <a:ext cx="75240" cy="84240"/>
              </a:xfrm>
              <a:custGeom>
                <a:avLst/>
                <a:gdLst>
                  <a:gd name="textAreaLeft" fmla="*/ 0 w 75240"/>
                  <a:gd name="textAreaRight" fmla="*/ 75600 w 75240"/>
                  <a:gd name="textAreaTop" fmla="*/ 0 h 84240"/>
                  <a:gd name="textAreaBottom" fmla="*/ 84600 h 84240"/>
                  <a:gd name="GluePoint1X" fmla="*/ 0 w 304"/>
                  <a:gd name="GluePoint1Y" fmla="*/ 0 h 288"/>
                  <a:gd name="GluePoint2X" fmla="*/ 27 w 304"/>
                  <a:gd name="GluePoint2Y" fmla="*/ 23 h 288"/>
                  <a:gd name="GluePoint3X" fmla="*/ 25 w 304"/>
                  <a:gd name="GluePoint3Y" fmla="*/ 39 h 288"/>
                  <a:gd name="GluePoint4X" fmla="*/ 2 w 304"/>
                  <a:gd name="GluePoint4Y" fmla="*/ 17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9600" rIns="90000" bIns="39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1" name="Oval 975"/>
              <p:cNvSpPr/>
              <p:nvPr/>
            </p:nvSpPr>
            <p:spPr>
              <a:xfrm>
                <a:off x="9389160" y="2889360"/>
                <a:ext cx="15120" cy="3312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1240" rIns="90000" bIns="-212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2" name="Freeform 976"/>
              <p:cNvSpPr/>
              <p:nvPr/>
            </p:nvSpPr>
            <p:spPr>
              <a:xfrm>
                <a:off x="9323280" y="2890440"/>
                <a:ext cx="75600" cy="70200"/>
              </a:xfrm>
              <a:custGeom>
                <a:avLst/>
                <a:gdLst>
                  <a:gd name="textAreaLeft" fmla="*/ 0 w 75600"/>
                  <a:gd name="textAreaRight" fmla="*/ 75960 w 75600"/>
                  <a:gd name="textAreaTop" fmla="*/ 0 h 70200"/>
                  <a:gd name="textAreaBottom" fmla="*/ 70560 h 70200"/>
                  <a:gd name="GluePoint1X" fmla="*/ 0 w 306"/>
                  <a:gd name="GluePoint1Y" fmla="*/ 15 h 240"/>
                  <a:gd name="GluePoint2X" fmla="*/ 2 w 306"/>
                  <a:gd name="GluePoint2Y" fmla="*/ 33 h 240"/>
                  <a:gd name="GluePoint3X" fmla="*/ 27 w 306"/>
                  <a:gd name="GluePoint3Y" fmla="*/ 15 h 240"/>
                  <a:gd name="GluePoint4X" fmla="*/ 26 w 306"/>
                  <a:gd name="GluePoint4Y" fmla="*/ 0 h 240"/>
                  <a:gd name="GluePoint5X" fmla="*/ 0 w 306"/>
                  <a:gd name="GluePoint5Y" fmla="*/ 15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560" rIns="90000" bIns="255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3" name="AutoShape 977"/>
              <p:cNvSpPr/>
              <p:nvPr/>
            </p:nvSpPr>
            <p:spPr>
              <a:xfrm>
                <a:off x="8964000" y="2912040"/>
                <a:ext cx="369720" cy="5256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7560" rIns="90000" bIns="-7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4" name="AutoShape 978"/>
              <p:cNvSpPr/>
              <p:nvPr/>
            </p:nvSpPr>
            <p:spPr>
              <a:xfrm>
                <a:off x="8985600" y="2925720"/>
                <a:ext cx="329400" cy="2736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5560" rIns="90000" bIns="-25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5" name="Oval 979"/>
              <p:cNvSpPr/>
              <p:nvPr/>
            </p:nvSpPr>
            <p:spPr>
              <a:xfrm>
                <a:off x="9016200" y="2808720"/>
                <a:ext cx="48960" cy="496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9720" rIns="90000" bIns="-97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6" name="Oval 980"/>
              <p:cNvSpPr/>
              <p:nvPr/>
            </p:nvSpPr>
            <p:spPr>
              <a:xfrm>
                <a:off x="9072000" y="2808720"/>
                <a:ext cx="48960" cy="4968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9720" rIns="90000" bIns="-972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7" name="Oval 981"/>
              <p:cNvSpPr/>
              <p:nvPr/>
            </p:nvSpPr>
            <p:spPr>
              <a:xfrm>
                <a:off x="9124200" y="2808720"/>
                <a:ext cx="48960" cy="496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9720" rIns="90000" bIns="-97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8" name="Rectangle 982"/>
              <p:cNvSpPr/>
              <p:nvPr/>
            </p:nvSpPr>
            <p:spPr>
              <a:xfrm>
                <a:off x="9250560" y="2616480"/>
                <a:ext cx="24480" cy="26748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0309" name="Picture 4"/>
            <p:cNvPicPr/>
            <p:nvPr/>
          </p:nvPicPr>
          <p:blipFill>
            <a:blip r:embed="rId1"/>
            <a:stretch/>
          </p:blipFill>
          <p:spPr>
            <a:xfrm>
              <a:off x="9443880" y="2246040"/>
              <a:ext cx="1629360" cy="43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310" name="TextBox 130"/>
            <p:cNvSpPr/>
            <p:nvPr/>
          </p:nvSpPr>
          <p:spPr>
            <a:xfrm>
              <a:off x="7910280" y="1446120"/>
              <a:ext cx="362196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800" b="0" u="none" strike="noStrike">
                  <a:solidFill>
                    <a:srgbClr val="0000A8"/>
                  </a:solidFill>
                  <a:effectLst/>
                  <a:uFillTx/>
                  <a:latin typeface="Calibri"/>
                  <a:ea typeface="ＭＳ Ｐゴシック"/>
                </a:rPr>
                <a:t>OpenFlow Controller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1" name="Freeform 3"/>
            <p:cNvSpPr/>
            <p:nvPr/>
          </p:nvSpPr>
          <p:spPr>
            <a:xfrm>
              <a:off x="7839360" y="3573720"/>
              <a:ext cx="3616200" cy="1604160"/>
            </a:xfrm>
            <a:custGeom>
              <a:avLst/>
              <a:gdLst>
                <a:gd name="textAreaLeft" fmla="*/ 0 w 3616200"/>
                <a:gd name="textAreaRight" fmla="*/ 3616560 w 3616200"/>
                <a:gd name="textAreaTop" fmla="*/ 0 h 1604160"/>
                <a:gd name="textAreaBottom" fmla="*/ 1604520 h 1604160"/>
                <a:gd name="GluePoint1X" fmla="*/ 0 w 10000"/>
                <a:gd name="GluePoint1Y" fmla="*/ 4486 h 10016"/>
                <a:gd name="GluePoint2X" fmla="*/ 1210 w 10000"/>
                <a:gd name="GluePoint2Y" fmla="*/ 2006 h 10016"/>
                <a:gd name="GluePoint3X" fmla="*/ 3506 w 10000"/>
                <a:gd name="GluePoint3Y" fmla="*/ 1 h 10016"/>
                <a:gd name="GluePoint4X" fmla="*/ 6554 w 10000"/>
                <a:gd name="GluePoint4Y" fmla="*/ 1705 h 10016"/>
                <a:gd name="GluePoint5X" fmla="*/ 9013 w 10000"/>
                <a:gd name="GluePoint5Y" fmla="*/ 2548 h 10016"/>
                <a:gd name="GluePoint6X" fmla="*/ 9935 w 10000"/>
                <a:gd name="GluePoint6Y" fmla="*/ 6286 h 10016"/>
                <a:gd name="GluePoint7X" fmla="*/ 7377 w 10000"/>
                <a:gd name="GluePoint7Y" fmla="*/ 9393 h 10016"/>
                <a:gd name="GluePoint8X" fmla="*/ 4222 w 10000"/>
                <a:gd name="GluePoint8Y" fmla="*/ 9941 h 10016"/>
                <a:gd name="GluePoint9X" fmla="*/ 2296 w 10000"/>
                <a:gd name="GluePoint9Y" fmla="*/ 8329 h 10016"/>
                <a:gd name="GluePoint10X" fmla="*/ 652 w 10000"/>
                <a:gd name="GluePoint10Y" fmla="*/ 7520 h 10016"/>
                <a:gd name="GluePoint11X" fmla="*/ 0 w 10000"/>
                <a:gd name="GluePoint11Y" fmla="*/ 4486 h 100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0000" h="10016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312" name="Straight Connector 132"/>
            <p:cNvCxnSpPr/>
            <p:nvPr/>
          </p:nvCxnSpPr>
          <p:spPr>
            <a:xfrm flipV="1">
              <a:off x="8140680" y="3774960"/>
              <a:ext cx="1203840" cy="66060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313" name="Straight Connector 133"/>
            <p:cNvCxnSpPr/>
            <p:nvPr/>
          </p:nvCxnSpPr>
          <p:spPr>
            <a:xfrm>
              <a:off x="8140680" y="4435200"/>
              <a:ext cx="1203840" cy="5180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314" name="Straight Connector 134"/>
            <p:cNvCxnSpPr/>
            <p:nvPr/>
          </p:nvCxnSpPr>
          <p:spPr>
            <a:xfrm>
              <a:off x="9150120" y="3982320"/>
              <a:ext cx="320040" cy="82872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315" name="Straight Connector 135"/>
            <p:cNvCxnSpPr/>
            <p:nvPr/>
          </p:nvCxnSpPr>
          <p:spPr>
            <a:xfrm>
              <a:off x="9420840" y="3917520"/>
              <a:ext cx="1307880" cy="27216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316" name="Straight Connector 136"/>
            <p:cNvCxnSpPr/>
            <p:nvPr/>
          </p:nvCxnSpPr>
          <p:spPr>
            <a:xfrm flipV="1">
              <a:off x="9613080" y="4344480"/>
              <a:ext cx="1115640" cy="60876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grpSp>
          <p:nvGrpSpPr>
            <p:cNvPr id="10317" name="Group 137"/>
            <p:cNvGrpSpPr/>
            <p:nvPr/>
          </p:nvGrpSpPr>
          <p:grpSpPr>
            <a:xfrm>
              <a:off x="10440360" y="4115160"/>
              <a:ext cx="753480" cy="373320"/>
              <a:chOff x="10440360" y="4115160"/>
              <a:chExt cx="753480" cy="373320"/>
            </a:xfrm>
          </p:grpSpPr>
          <p:sp>
            <p:nvSpPr>
              <p:cNvPr id="10318" name="Freeform 166"/>
              <p:cNvSpPr/>
              <p:nvPr/>
            </p:nvSpPr>
            <p:spPr>
              <a:xfrm>
                <a:off x="10440360" y="424440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9" name="Oval 167"/>
              <p:cNvSpPr/>
              <p:nvPr/>
            </p:nvSpPr>
            <p:spPr>
              <a:xfrm>
                <a:off x="10441080" y="411516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320" name="Group 168"/>
              <p:cNvGrpSpPr/>
              <p:nvPr/>
            </p:nvGrpSpPr>
            <p:grpSpPr>
              <a:xfrm>
                <a:off x="10552320" y="4145760"/>
                <a:ext cx="529920" cy="177480"/>
                <a:chOff x="10552320" y="4145760"/>
                <a:chExt cx="529920" cy="177480"/>
              </a:xfrm>
            </p:grpSpPr>
            <p:sp>
              <p:nvSpPr>
                <p:cNvPr id="10321" name="Freeform 169"/>
                <p:cNvSpPr/>
                <p:nvPr/>
              </p:nvSpPr>
              <p:spPr>
                <a:xfrm>
                  <a:off x="10567080" y="414576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22" name="Freeform 170"/>
                <p:cNvSpPr/>
                <p:nvPr/>
              </p:nvSpPr>
              <p:spPr>
                <a:xfrm>
                  <a:off x="10895400" y="423108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23" name="Freeform 171"/>
                <p:cNvSpPr/>
                <p:nvPr/>
              </p:nvSpPr>
              <p:spPr>
                <a:xfrm>
                  <a:off x="10552320" y="423108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24" name="Freeform 172"/>
                <p:cNvSpPr/>
                <p:nvPr/>
              </p:nvSpPr>
              <p:spPr>
                <a:xfrm>
                  <a:off x="10616040" y="418896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0325" name="Group 138"/>
            <p:cNvGrpSpPr/>
            <p:nvPr/>
          </p:nvGrpSpPr>
          <p:grpSpPr>
            <a:xfrm>
              <a:off x="8140680" y="4212000"/>
              <a:ext cx="753480" cy="373680"/>
              <a:chOff x="8140680" y="4212000"/>
              <a:chExt cx="753480" cy="373680"/>
            </a:xfrm>
          </p:grpSpPr>
          <p:sp>
            <p:nvSpPr>
              <p:cNvPr id="10326" name="Freeform 159"/>
              <p:cNvSpPr/>
              <p:nvPr/>
            </p:nvSpPr>
            <p:spPr>
              <a:xfrm>
                <a:off x="8140680" y="434160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7" name="Oval 160"/>
              <p:cNvSpPr/>
              <p:nvPr/>
            </p:nvSpPr>
            <p:spPr>
              <a:xfrm>
                <a:off x="8141040" y="421200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328" name="Group 161"/>
              <p:cNvGrpSpPr/>
              <p:nvPr/>
            </p:nvGrpSpPr>
            <p:grpSpPr>
              <a:xfrm>
                <a:off x="8252280" y="4242960"/>
                <a:ext cx="529920" cy="177480"/>
                <a:chOff x="8252280" y="4242960"/>
                <a:chExt cx="529920" cy="177480"/>
              </a:xfrm>
            </p:grpSpPr>
            <p:sp>
              <p:nvSpPr>
                <p:cNvPr id="10329" name="Freeform 162"/>
                <p:cNvSpPr/>
                <p:nvPr/>
              </p:nvSpPr>
              <p:spPr>
                <a:xfrm>
                  <a:off x="8267040" y="424296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30" name="Freeform 163"/>
                <p:cNvSpPr/>
                <p:nvPr/>
              </p:nvSpPr>
              <p:spPr>
                <a:xfrm>
                  <a:off x="8595360" y="432792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31" name="Freeform 164"/>
                <p:cNvSpPr/>
                <p:nvPr/>
              </p:nvSpPr>
              <p:spPr>
                <a:xfrm>
                  <a:off x="8252280" y="432792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32" name="Freeform 165"/>
                <p:cNvSpPr/>
                <p:nvPr/>
              </p:nvSpPr>
              <p:spPr>
                <a:xfrm>
                  <a:off x="8316360" y="428616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0333" name="Group 139"/>
            <p:cNvGrpSpPr/>
            <p:nvPr/>
          </p:nvGrpSpPr>
          <p:grpSpPr>
            <a:xfrm>
              <a:off x="9124200" y="4738680"/>
              <a:ext cx="753480" cy="373320"/>
              <a:chOff x="9124200" y="4738680"/>
              <a:chExt cx="753480" cy="373320"/>
            </a:xfrm>
          </p:grpSpPr>
          <p:sp>
            <p:nvSpPr>
              <p:cNvPr id="10334" name="Freeform 152"/>
              <p:cNvSpPr/>
              <p:nvPr/>
            </p:nvSpPr>
            <p:spPr>
              <a:xfrm>
                <a:off x="9124200" y="486792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5" name="Oval 153"/>
              <p:cNvSpPr/>
              <p:nvPr/>
            </p:nvSpPr>
            <p:spPr>
              <a:xfrm>
                <a:off x="9124560" y="473868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336" name="Group 154"/>
              <p:cNvGrpSpPr/>
              <p:nvPr/>
            </p:nvGrpSpPr>
            <p:grpSpPr>
              <a:xfrm>
                <a:off x="9236160" y="4769280"/>
                <a:ext cx="529920" cy="177480"/>
                <a:chOff x="9236160" y="4769280"/>
                <a:chExt cx="529920" cy="177480"/>
              </a:xfrm>
            </p:grpSpPr>
            <p:sp>
              <p:nvSpPr>
                <p:cNvPr id="10337" name="Freeform 155"/>
                <p:cNvSpPr/>
                <p:nvPr/>
              </p:nvSpPr>
              <p:spPr>
                <a:xfrm>
                  <a:off x="9250920" y="476928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38" name="Freeform 156"/>
                <p:cNvSpPr/>
                <p:nvPr/>
              </p:nvSpPr>
              <p:spPr>
                <a:xfrm>
                  <a:off x="9579240" y="485460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39" name="Freeform 157"/>
                <p:cNvSpPr/>
                <p:nvPr/>
              </p:nvSpPr>
              <p:spPr>
                <a:xfrm>
                  <a:off x="9236160" y="485460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40" name="Freeform 158"/>
                <p:cNvSpPr/>
                <p:nvPr/>
              </p:nvSpPr>
              <p:spPr>
                <a:xfrm>
                  <a:off x="9299880" y="481248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0341" name="Group 140"/>
            <p:cNvGrpSpPr/>
            <p:nvPr/>
          </p:nvGrpSpPr>
          <p:grpSpPr>
            <a:xfrm>
              <a:off x="8888760" y="3768840"/>
              <a:ext cx="753480" cy="373320"/>
              <a:chOff x="8888760" y="3768840"/>
              <a:chExt cx="753480" cy="373320"/>
            </a:xfrm>
          </p:grpSpPr>
          <p:sp>
            <p:nvSpPr>
              <p:cNvPr id="10342" name="Freeform 145"/>
              <p:cNvSpPr/>
              <p:nvPr/>
            </p:nvSpPr>
            <p:spPr>
              <a:xfrm>
                <a:off x="8888760" y="389808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3" name="Oval 146"/>
              <p:cNvSpPr/>
              <p:nvPr/>
            </p:nvSpPr>
            <p:spPr>
              <a:xfrm>
                <a:off x="8889120" y="376884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344" name="Group 147"/>
              <p:cNvGrpSpPr/>
              <p:nvPr/>
            </p:nvGrpSpPr>
            <p:grpSpPr>
              <a:xfrm>
                <a:off x="9000720" y="3799440"/>
                <a:ext cx="529560" cy="177480"/>
                <a:chOff x="9000720" y="3799440"/>
                <a:chExt cx="529560" cy="177480"/>
              </a:xfrm>
            </p:grpSpPr>
            <p:sp>
              <p:nvSpPr>
                <p:cNvPr id="10345" name="Freeform 148"/>
                <p:cNvSpPr/>
                <p:nvPr/>
              </p:nvSpPr>
              <p:spPr>
                <a:xfrm>
                  <a:off x="9015120" y="379944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46" name="Freeform 149"/>
                <p:cNvSpPr/>
                <p:nvPr/>
              </p:nvSpPr>
              <p:spPr>
                <a:xfrm>
                  <a:off x="9343440" y="388476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47" name="Freeform 150"/>
                <p:cNvSpPr/>
                <p:nvPr/>
              </p:nvSpPr>
              <p:spPr>
                <a:xfrm>
                  <a:off x="9000720" y="388476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348" name="Freeform 151"/>
                <p:cNvSpPr/>
                <p:nvPr/>
              </p:nvSpPr>
              <p:spPr>
                <a:xfrm>
                  <a:off x="9064440" y="384264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sp>
          <p:nvSpPr>
            <p:cNvPr id="10349" name="Up-Down Arrow 141"/>
            <p:cNvSpPr/>
            <p:nvPr/>
          </p:nvSpPr>
          <p:spPr>
            <a:xfrm rot="18842400">
              <a:off x="9925200" y="2749680"/>
              <a:ext cx="110160" cy="162108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50" name="Up-Down Arrow 142"/>
            <p:cNvSpPr/>
            <p:nvPr/>
          </p:nvSpPr>
          <p:spPr>
            <a:xfrm rot="1544400">
              <a:off x="8650800" y="2913480"/>
              <a:ext cx="132120" cy="134064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51" name="Up-Down Arrow 143"/>
            <p:cNvSpPr/>
            <p:nvPr/>
          </p:nvSpPr>
          <p:spPr>
            <a:xfrm>
              <a:off x="9043560" y="2979000"/>
              <a:ext cx="132120" cy="79416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52" name="Up-Down Arrow 144"/>
            <p:cNvSpPr/>
            <p:nvPr/>
          </p:nvSpPr>
          <p:spPr>
            <a:xfrm rot="21168600">
              <a:off x="9334080" y="2978640"/>
              <a:ext cx="132120" cy="17406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506" dur="indefinite" restart="never" nodeType="tmRoot">
          <p:childTnLst>
            <p:seq>
              <p:cTn id="2507" dur="indefinite" nodeType="mainSeq">
                <p:childTnLst>
                  <p:par>
                    <p:cTn id="2508" fill="hold">
                      <p:stCondLst>
                        <p:cond delay="indefinite"/>
                      </p:stCondLst>
                      <p:childTnLst>
                        <p:par>
                          <p:cTn id="2509" fill="hold">
                            <p:stCondLst>
                              <p:cond delay="0"/>
                            </p:stCondLst>
                            <p:childTnLst>
                              <p:par>
                                <p:cTn id="25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12" dur="500"/>
                                        <p:tgtEl>
                                          <p:spTgt spid="10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15" dur="500"/>
                                        <p:tgtEl>
                                          <p:spTgt spid="10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6" fill="hold">
                      <p:stCondLst>
                        <p:cond delay="indefinite"/>
                      </p:stCondLst>
                      <p:childTnLst>
                        <p:par>
                          <p:cTn id="2517" fill="hold">
                            <p:stCondLst>
                              <p:cond delay="0"/>
                            </p:stCondLst>
                            <p:childTnLst>
                              <p:par>
                                <p:cTn id="251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20" dur="500"/>
                                        <p:tgtEl>
                                          <p:spTgt spid="10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23" dur="500"/>
                                        <p:tgtEl>
                                          <p:spTgt spid="10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26" dur="500"/>
                                        <p:tgtEl>
                                          <p:spTgt spid="10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7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29" dur="500"/>
                                        <p:tgtEl>
                                          <p:spTgt spid="102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0" fill="hold">
                      <p:stCondLst>
                        <p:cond delay="indefinite"/>
                      </p:stCondLst>
                      <p:childTnLst>
                        <p:par>
                          <p:cTn id="2531" fill="hold">
                            <p:stCondLst>
                              <p:cond delay="0"/>
                            </p:stCondLst>
                            <p:childTnLst>
                              <p:par>
                                <p:cTn id="253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34" dur="500"/>
                                        <p:tgtEl>
                                          <p:spTgt spid="102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37" dur="500"/>
                                        <p:tgtEl>
                                          <p:spTgt spid="102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3" name="PlaceHolder 1"/>
          <p:cNvSpPr>
            <a:spLocks noGrp="1"/>
          </p:cNvSpPr>
          <p:nvPr>
            <p:ph type="title"/>
          </p:nvPr>
        </p:nvSpPr>
        <p:spPr>
          <a:xfrm>
            <a:off x="838080" y="2764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OpenFlow: </a:t>
            </a: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controller-to-switch messages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354" name="PlaceHolder 2"/>
          <p:cNvSpPr>
            <a:spLocks noGrp="1"/>
          </p:cNvSpPr>
          <p:nvPr>
            <p:ph type="sldNum" idx="8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A8D2512C-A9A3-4C84-9F45-548544D08C5B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92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5" name="Rectangle 1"/>
          <p:cNvSpPr/>
          <p:nvPr/>
        </p:nvSpPr>
        <p:spPr>
          <a:xfrm>
            <a:off x="918720" y="1523160"/>
            <a:ext cx="6058080" cy="53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000090"/>
                </a:solidFill>
                <a:effectLst/>
                <a:uFillTx/>
                <a:latin typeface="Calibri"/>
              </a:rPr>
              <a:t>Key controller-to-switch messages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81160" defTabSz="914400">
              <a:lnSpc>
                <a:spcPct val="10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28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features: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controller queries switch features, switch replies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81160" defTabSz="914400">
              <a:lnSpc>
                <a:spcPct val="10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28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configure: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controller queries/sets switch configuration parameters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81160" defTabSz="914400">
              <a:lnSpc>
                <a:spcPct val="10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28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modify-state: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add, delete, modify flow entries in the OpenFlow tables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81160" defTabSz="914400">
              <a:lnSpc>
                <a:spcPct val="10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28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packet-out: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controller can send this packet out of specific switch port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56" name="Group 177"/>
          <p:cNvGrpSpPr/>
          <p:nvPr/>
        </p:nvGrpSpPr>
        <p:grpSpPr>
          <a:xfrm>
            <a:off x="7839360" y="1446120"/>
            <a:ext cx="3692880" cy="3731760"/>
            <a:chOff x="7839360" y="1446120"/>
            <a:chExt cx="3692880" cy="3731760"/>
          </a:xfrm>
        </p:grpSpPr>
        <p:grpSp>
          <p:nvGrpSpPr>
            <p:cNvPr id="10357" name="Group 950"/>
            <p:cNvGrpSpPr/>
            <p:nvPr/>
          </p:nvGrpSpPr>
          <p:grpSpPr>
            <a:xfrm>
              <a:off x="8964000" y="2119680"/>
              <a:ext cx="440280" cy="844920"/>
              <a:chOff x="8964000" y="2119680"/>
              <a:chExt cx="440280" cy="844920"/>
            </a:xfrm>
          </p:grpSpPr>
          <p:sp>
            <p:nvSpPr>
              <p:cNvPr id="10358" name="Freeform 951"/>
              <p:cNvSpPr/>
              <p:nvPr/>
            </p:nvSpPr>
            <p:spPr>
              <a:xfrm>
                <a:off x="9312840" y="2121120"/>
                <a:ext cx="87120" cy="806040"/>
              </a:xfrm>
              <a:custGeom>
                <a:avLst/>
                <a:gdLst>
                  <a:gd name="textAreaLeft" fmla="*/ 0 w 87120"/>
                  <a:gd name="textAreaRight" fmla="*/ 87480 w 87120"/>
                  <a:gd name="textAreaTop" fmla="*/ 0 h 806040"/>
                  <a:gd name="textAreaBottom" fmla="*/ 806400 h 806040"/>
                  <a:gd name="GluePoint1X" fmla="*/ 6 w 354"/>
                  <a:gd name="GluePoint1Y" fmla="*/ 0 h 2742"/>
                  <a:gd name="GluePoint2X" fmla="*/ 30 w 354"/>
                  <a:gd name="GluePoint2Y" fmla="*/ 46 h 2742"/>
                  <a:gd name="GluePoint3X" fmla="*/ 30 w 354"/>
                  <a:gd name="GluePoint3Y" fmla="*/ 354 h 2742"/>
                  <a:gd name="GluePoint4X" fmla="*/ 0 w 354"/>
                  <a:gd name="GluePoint4Y" fmla="*/ 371 h 2742"/>
                  <a:gd name="GluePoint5X" fmla="*/ 6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9" name="Rectangle 952"/>
              <p:cNvSpPr/>
              <p:nvPr/>
            </p:nvSpPr>
            <p:spPr>
              <a:xfrm>
                <a:off x="8985600" y="2119680"/>
                <a:ext cx="323280" cy="80568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0" name="Freeform 953"/>
              <p:cNvSpPr/>
              <p:nvPr/>
            </p:nvSpPr>
            <p:spPr>
              <a:xfrm>
                <a:off x="9329400" y="2169360"/>
                <a:ext cx="51840" cy="74592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745920"/>
                  <a:gd name="textAreaBottom" fmla="*/ 746280 h 745920"/>
                  <a:gd name="GluePoint1X" fmla="*/ 2 w 211"/>
                  <a:gd name="GluePoint1Y" fmla="*/ 0 h 2537"/>
                  <a:gd name="GluePoint2X" fmla="*/ 18 w 211"/>
                  <a:gd name="GluePoint2Y" fmla="*/ 30 h 2537"/>
                  <a:gd name="GluePoint3X" fmla="*/ 2 w 211"/>
                  <a:gd name="GluePoint3Y" fmla="*/ 338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1" name="Freeform 954"/>
              <p:cNvSpPr/>
              <p:nvPr/>
            </p:nvSpPr>
            <p:spPr>
              <a:xfrm>
                <a:off x="9317880" y="2547000"/>
                <a:ext cx="81000" cy="66240"/>
              </a:xfrm>
              <a:custGeom>
                <a:avLst/>
                <a:gdLst>
                  <a:gd name="textAreaLeft" fmla="*/ 0 w 81000"/>
                  <a:gd name="textAreaRight" fmla="*/ 81360 w 81000"/>
                  <a:gd name="textAreaTop" fmla="*/ 0 h 66240"/>
                  <a:gd name="textAreaBottom" fmla="*/ 66600 h 66240"/>
                  <a:gd name="GluePoint1X" fmla="*/ 2 w 328"/>
                  <a:gd name="GluePoint1Y" fmla="*/ 0 h 226"/>
                  <a:gd name="GluePoint2X" fmla="*/ 29 w 328"/>
                  <a:gd name="GluePoint2Y" fmla="*/ 18 h 226"/>
                  <a:gd name="GluePoint3X" fmla="*/ 29 w 328"/>
                  <a:gd name="GluePoint3Y" fmla="*/ 32 h 226"/>
                  <a:gd name="GluePoint4X" fmla="*/ 0 w 328"/>
                  <a:gd name="GluePoint4Y" fmla="*/ 13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600" rIns="90000" bIns="21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2" name="Rectangle 955"/>
              <p:cNvSpPr/>
              <p:nvPr/>
            </p:nvSpPr>
            <p:spPr>
              <a:xfrm>
                <a:off x="8985600" y="221184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363" name="Group 956"/>
              <p:cNvGrpSpPr/>
              <p:nvPr/>
            </p:nvGrpSpPr>
            <p:grpSpPr>
              <a:xfrm>
                <a:off x="9151920" y="2203200"/>
                <a:ext cx="178560" cy="52560"/>
                <a:chOff x="9151920" y="2203200"/>
                <a:chExt cx="178560" cy="52560"/>
              </a:xfrm>
            </p:grpSpPr>
            <p:sp>
              <p:nvSpPr>
                <p:cNvPr id="10364" name="AutoShape 957"/>
                <p:cNvSpPr/>
                <p:nvPr/>
              </p:nvSpPr>
              <p:spPr>
                <a:xfrm>
                  <a:off x="9151920" y="2203200"/>
                  <a:ext cx="178560" cy="525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7560" rIns="90000" bIns="-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65" name="AutoShape 958"/>
                <p:cNvSpPr/>
                <p:nvPr/>
              </p:nvSpPr>
              <p:spPr>
                <a:xfrm>
                  <a:off x="9155160" y="2208960"/>
                  <a:ext cx="172080" cy="4176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480" rIns="90000" bIns="-154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366" name="Rectangle 959"/>
              <p:cNvSpPr/>
              <p:nvPr/>
            </p:nvSpPr>
            <p:spPr>
              <a:xfrm>
                <a:off x="8988480" y="232884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367" name="Group 960"/>
              <p:cNvGrpSpPr/>
              <p:nvPr/>
            </p:nvGrpSpPr>
            <p:grpSpPr>
              <a:xfrm>
                <a:off x="9151920" y="2317680"/>
                <a:ext cx="178560" cy="46800"/>
                <a:chOff x="9151920" y="2317680"/>
                <a:chExt cx="178560" cy="46800"/>
              </a:xfrm>
            </p:grpSpPr>
            <p:sp>
              <p:nvSpPr>
                <p:cNvPr id="10368" name="AutoShape 961"/>
                <p:cNvSpPr/>
                <p:nvPr/>
              </p:nvSpPr>
              <p:spPr>
                <a:xfrm>
                  <a:off x="9151920" y="2317680"/>
                  <a:ext cx="178560" cy="46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880" rIns="90000" bIns="-118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69" name="AutoShape 962"/>
                <p:cNvSpPr/>
                <p:nvPr/>
              </p:nvSpPr>
              <p:spPr>
                <a:xfrm>
                  <a:off x="9155160" y="2323440"/>
                  <a:ext cx="172080" cy="360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9080" rIns="90000" bIns="-190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370" name="Rectangle 963"/>
              <p:cNvSpPr/>
              <p:nvPr/>
            </p:nvSpPr>
            <p:spPr>
              <a:xfrm>
                <a:off x="8988480" y="244620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1" name="Rectangle 964"/>
              <p:cNvSpPr/>
              <p:nvPr/>
            </p:nvSpPr>
            <p:spPr>
              <a:xfrm>
                <a:off x="8991720" y="255240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372" name="Group 965"/>
              <p:cNvGrpSpPr/>
              <p:nvPr/>
            </p:nvGrpSpPr>
            <p:grpSpPr>
              <a:xfrm>
                <a:off x="9149040" y="2549160"/>
                <a:ext cx="178560" cy="47160"/>
                <a:chOff x="9149040" y="2549160"/>
                <a:chExt cx="178560" cy="47160"/>
              </a:xfrm>
            </p:grpSpPr>
            <p:sp>
              <p:nvSpPr>
                <p:cNvPr id="10373" name="AutoShape 966"/>
                <p:cNvSpPr/>
                <p:nvPr/>
              </p:nvSpPr>
              <p:spPr>
                <a:xfrm>
                  <a:off x="9149040" y="2549160"/>
                  <a:ext cx="178560" cy="471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520" rIns="90000" bIns="-115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74" name="AutoShape 967"/>
                <p:cNvSpPr/>
                <p:nvPr/>
              </p:nvSpPr>
              <p:spPr>
                <a:xfrm>
                  <a:off x="9151920" y="2549160"/>
                  <a:ext cx="172080" cy="414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120" rIns="90000" bIns="-151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375" name="Freeform 968"/>
              <p:cNvSpPr/>
              <p:nvPr/>
            </p:nvSpPr>
            <p:spPr>
              <a:xfrm>
                <a:off x="9318960" y="2446200"/>
                <a:ext cx="81000" cy="65880"/>
              </a:xfrm>
              <a:custGeom>
                <a:avLst/>
                <a:gdLst>
                  <a:gd name="textAreaLeft" fmla="*/ 0 w 81000"/>
                  <a:gd name="textAreaRight" fmla="*/ 81360 w 81000"/>
                  <a:gd name="textAreaTop" fmla="*/ 0 h 65880"/>
                  <a:gd name="textAreaBottom" fmla="*/ 66240 h 65880"/>
                  <a:gd name="GluePoint1X" fmla="*/ 2 w 328"/>
                  <a:gd name="GluePoint1Y" fmla="*/ 0 h 226"/>
                  <a:gd name="GluePoint2X" fmla="*/ 29 w 328"/>
                  <a:gd name="GluePoint2Y" fmla="*/ 17 h 226"/>
                  <a:gd name="GluePoint3X" fmla="*/ 29 w 328"/>
                  <a:gd name="GluePoint3Y" fmla="*/ 30 h 226"/>
                  <a:gd name="GluePoint4X" fmla="*/ 0 w 328"/>
                  <a:gd name="GluePoint4Y" fmla="*/ 12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240" rIns="90000" bIns="21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376" name="Group 969"/>
              <p:cNvGrpSpPr/>
              <p:nvPr/>
            </p:nvGrpSpPr>
            <p:grpSpPr>
              <a:xfrm>
                <a:off x="9149040" y="2437560"/>
                <a:ext cx="181440" cy="46800"/>
                <a:chOff x="9149040" y="2437560"/>
                <a:chExt cx="181440" cy="46800"/>
              </a:xfrm>
            </p:grpSpPr>
            <p:sp>
              <p:nvSpPr>
                <p:cNvPr id="10377" name="AutoShape 970"/>
                <p:cNvSpPr/>
                <p:nvPr/>
              </p:nvSpPr>
              <p:spPr>
                <a:xfrm>
                  <a:off x="9149040" y="2437560"/>
                  <a:ext cx="181440" cy="46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880" rIns="90000" bIns="-118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78" name="AutoShape 971"/>
                <p:cNvSpPr/>
                <p:nvPr/>
              </p:nvSpPr>
              <p:spPr>
                <a:xfrm>
                  <a:off x="9151920" y="2443320"/>
                  <a:ext cx="178560" cy="360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9080" rIns="90000" bIns="-190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379" name="Rectangle 972"/>
              <p:cNvSpPr/>
              <p:nvPr/>
            </p:nvSpPr>
            <p:spPr>
              <a:xfrm>
                <a:off x="9306000" y="2119680"/>
                <a:ext cx="21240" cy="80568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0" name="Freeform 973"/>
              <p:cNvSpPr/>
              <p:nvPr/>
            </p:nvSpPr>
            <p:spPr>
              <a:xfrm>
                <a:off x="9326520" y="2323800"/>
                <a:ext cx="73080" cy="748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4880"/>
                  <a:gd name="textAreaBottom" fmla="*/ 75240 h 74880"/>
                  <a:gd name="GluePoint1X" fmla="*/ 2 w 296"/>
                  <a:gd name="GluePoint1Y" fmla="*/ 0 h 256"/>
                  <a:gd name="GluePoint2X" fmla="*/ 26 w 296"/>
                  <a:gd name="GluePoint2Y" fmla="*/ 18 h 256"/>
                  <a:gd name="GluePoint3X" fmla="*/ 26 w 296"/>
                  <a:gd name="GluePoint3Y" fmla="*/ 34 h 256"/>
                  <a:gd name="GluePoint4X" fmla="*/ 0 w 296"/>
                  <a:gd name="GluePoint4Y" fmla="*/ 12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0240" rIns="90000" bIns="30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1" name="Freeform 974"/>
              <p:cNvSpPr/>
              <p:nvPr/>
            </p:nvSpPr>
            <p:spPr>
              <a:xfrm>
                <a:off x="9327600" y="2208240"/>
                <a:ext cx="75240" cy="84240"/>
              </a:xfrm>
              <a:custGeom>
                <a:avLst/>
                <a:gdLst>
                  <a:gd name="textAreaLeft" fmla="*/ 0 w 75240"/>
                  <a:gd name="textAreaRight" fmla="*/ 75600 w 75240"/>
                  <a:gd name="textAreaTop" fmla="*/ 0 h 84240"/>
                  <a:gd name="textAreaBottom" fmla="*/ 84600 h 84240"/>
                  <a:gd name="GluePoint1X" fmla="*/ 0 w 304"/>
                  <a:gd name="GluePoint1Y" fmla="*/ 0 h 288"/>
                  <a:gd name="GluePoint2X" fmla="*/ 27 w 304"/>
                  <a:gd name="GluePoint2Y" fmla="*/ 23 h 288"/>
                  <a:gd name="GluePoint3X" fmla="*/ 25 w 304"/>
                  <a:gd name="GluePoint3Y" fmla="*/ 39 h 288"/>
                  <a:gd name="GluePoint4X" fmla="*/ 2 w 304"/>
                  <a:gd name="GluePoint4Y" fmla="*/ 17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9600" rIns="90000" bIns="39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2" name="Oval 975"/>
              <p:cNvSpPr/>
              <p:nvPr/>
            </p:nvSpPr>
            <p:spPr>
              <a:xfrm>
                <a:off x="9389160" y="2889360"/>
                <a:ext cx="15120" cy="3312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1240" rIns="90000" bIns="-212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3" name="Freeform 976"/>
              <p:cNvSpPr/>
              <p:nvPr/>
            </p:nvSpPr>
            <p:spPr>
              <a:xfrm>
                <a:off x="9323280" y="2890440"/>
                <a:ext cx="75600" cy="70200"/>
              </a:xfrm>
              <a:custGeom>
                <a:avLst/>
                <a:gdLst>
                  <a:gd name="textAreaLeft" fmla="*/ 0 w 75600"/>
                  <a:gd name="textAreaRight" fmla="*/ 75960 w 75600"/>
                  <a:gd name="textAreaTop" fmla="*/ 0 h 70200"/>
                  <a:gd name="textAreaBottom" fmla="*/ 70560 h 70200"/>
                  <a:gd name="GluePoint1X" fmla="*/ 0 w 306"/>
                  <a:gd name="GluePoint1Y" fmla="*/ 15 h 240"/>
                  <a:gd name="GluePoint2X" fmla="*/ 2 w 306"/>
                  <a:gd name="GluePoint2Y" fmla="*/ 33 h 240"/>
                  <a:gd name="GluePoint3X" fmla="*/ 27 w 306"/>
                  <a:gd name="GluePoint3Y" fmla="*/ 15 h 240"/>
                  <a:gd name="GluePoint4X" fmla="*/ 26 w 306"/>
                  <a:gd name="GluePoint4Y" fmla="*/ 0 h 240"/>
                  <a:gd name="GluePoint5X" fmla="*/ 0 w 306"/>
                  <a:gd name="GluePoint5Y" fmla="*/ 15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560" rIns="90000" bIns="255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4" name="AutoShape 977"/>
              <p:cNvSpPr/>
              <p:nvPr/>
            </p:nvSpPr>
            <p:spPr>
              <a:xfrm>
                <a:off x="8964000" y="2912040"/>
                <a:ext cx="369720" cy="5256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7560" rIns="90000" bIns="-7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5" name="AutoShape 978"/>
              <p:cNvSpPr/>
              <p:nvPr/>
            </p:nvSpPr>
            <p:spPr>
              <a:xfrm>
                <a:off x="8985600" y="2925720"/>
                <a:ext cx="329400" cy="2736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5560" rIns="90000" bIns="-25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6" name="Oval 979"/>
              <p:cNvSpPr/>
              <p:nvPr/>
            </p:nvSpPr>
            <p:spPr>
              <a:xfrm>
                <a:off x="9016200" y="2808720"/>
                <a:ext cx="48960" cy="496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9720" rIns="90000" bIns="-97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7" name="Oval 980"/>
              <p:cNvSpPr/>
              <p:nvPr/>
            </p:nvSpPr>
            <p:spPr>
              <a:xfrm>
                <a:off x="9072000" y="2808720"/>
                <a:ext cx="48960" cy="4968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9720" rIns="90000" bIns="-972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8" name="Oval 981"/>
              <p:cNvSpPr/>
              <p:nvPr/>
            </p:nvSpPr>
            <p:spPr>
              <a:xfrm>
                <a:off x="9124200" y="2808720"/>
                <a:ext cx="48960" cy="496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9720" rIns="90000" bIns="-97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9" name="Rectangle 982"/>
              <p:cNvSpPr/>
              <p:nvPr/>
            </p:nvSpPr>
            <p:spPr>
              <a:xfrm>
                <a:off x="9250560" y="2616480"/>
                <a:ext cx="24480" cy="26748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0390" name="Picture 4"/>
            <p:cNvPicPr/>
            <p:nvPr/>
          </p:nvPicPr>
          <p:blipFill>
            <a:blip r:embed="rId1"/>
            <a:stretch/>
          </p:blipFill>
          <p:spPr>
            <a:xfrm>
              <a:off x="9443880" y="2246040"/>
              <a:ext cx="1629360" cy="43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391" name="TextBox 180"/>
            <p:cNvSpPr/>
            <p:nvPr/>
          </p:nvSpPr>
          <p:spPr>
            <a:xfrm>
              <a:off x="7910280" y="1446120"/>
              <a:ext cx="362196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800" b="0" u="none" strike="noStrike">
                  <a:solidFill>
                    <a:srgbClr val="0000A8"/>
                  </a:solidFill>
                  <a:effectLst/>
                  <a:uFillTx/>
                  <a:latin typeface="Calibri"/>
                  <a:ea typeface="ＭＳ Ｐゴシック"/>
                </a:rPr>
                <a:t>OpenFlow Controller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92" name="Freeform 3"/>
            <p:cNvSpPr/>
            <p:nvPr/>
          </p:nvSpPr>
          <p:spPr>
            <a:xfrm>
              <a:off x="7839360" y="3573720"/>
              <a:ext cx="3616200" cy="1604160"/>
            </a:xfrm>
            <a:custGeom>
              <a:avLst/>
              <a:gdLst>
                <a:gd name="textAreaLeft" fmla="*/ 0 w 3616200"/>
                <a:gd name="textAreaRight" fmla="*/ 3616560 w 3616200"/>
                <a:gd name="textAreaTop" fmla="*/ 0 h 1604160"/>
                <a:gd name="textAreaBottom" fmla="*/ 1604520 h 1604160"/>
                <a:gd name="GluePoint1X" fmla="*/ 0 w 10000"/>
                <a:gd name="GluePoint1Y" fmla="*/ 4486 h 10016"/>
                <a:gd name="GluePoint2X" fmla="*/ 1210 w 10000"/>
                <a:gd name="GluePoint2Y" fmla="*/ 2006 h 10016"/>
                <a:gd name="GluePoint3X" fmla="*/ 3506 w 10000"/>
                <a:gd name="GluePoint3Y" fmla="*/ 1 h 10016"/>
                <a:gd name="GluePoint4X" fmla="*/ 6554 w 10000"/>
                <a:gd name="GluePoint4Y" fmla="*/ 1705 h 10016"/>
                <a:gd name="GluePoint5X" fmla="*/ 9013 w 10000"/>
                <a:gd name="GluePoint5Y" fmla="*/ 2548 h 10016"/>
                <a:gd name="GluePoint6X" fmla="*/ 9935 w 10000"/>
                <a:gd name="GluePoint6Y" fmla="*/ 6286 h 10016"/>
                <a:gd name="GluePoint7X" fmla="*/ 7377 w 10000"/>
                <a:gd name="GluePoint7Y" fmla="*/ 9393 h 10016"/>
                <a:gd name="GluePoint8X" fmla="*/ 4222 w 10000"/>
                <a:gd name="GluePoint8Y" fmla="*/ 9941 h 10016"/>
                <a:gd name="GluePoint9X" fmla="*/ 2296 w 10000"/>
                <a:gd name="GluePoint9Y" fmla="*/ 8329 h 10016"/>
                <a:gd name="GluePoint10X" fmla="*/ 652 w 10000"/>
                <a:gd name="GluePoint10Y" fmla="*/ 7520 h 10016"/>
                <a:gd name="GluePoint11X" fmla="*/ 0 w 10000"/>
                <a:gd name="GluePoint11Y" fmla="*/ 4486 h 100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0000" h="10016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393" name="Straight Connector 182"/>
            <p:cNvCxnSpPr/>
            <p:nvPr/>
          </p:nvCxnSpPr>
          <p:spPr>
            <a:xfrm flipV="1">
              <a:off x="8140680" y="3774960"/>
              <a:ext cx="1203840" cy="66060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394" name="Straight Connector 183"/>
            <p:cNvCxnSpPr/>
            <p:nvPr/>
          </p:nvCxnSpPr>
          <p:spPr>
            <a:xfrm>
              <a:off x="8140680" y="4435200"/>
              <a:ext cx="1203840" cy="5180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395" name="Straight Connector 184"/>
            <p:cNvCxnSpPr/>
            <p:nvPr/>
          </p:nvCxnSpPr>
          <p:spPr>
            <a:xfrm>
              <a:off x="9150120" y="3982320"/>
              <a:ext cx="320040" cy="82872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396" name="Straight Connector 185"/>
            <p:cNvCxnSpPr/>
            <p:nvPr/>
          </p:nvCxnSpPr>
          <p:spPr>
            <a:xfrm>
              <a:off x="9420840" y="3917520"/>
              <a:ext cx="1307880" cy="27216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397" name="Straight Connector 186"/>
            <p:cNvCxnSpPr/>
            <p:nvPr/>
          </p:nvCxnSpPr>
          <p:spPr>
            <a:xfrm flipV="1">
              <a:off x="9613080" y="4344480"/>
              <a:ext cx="1115640" cy="60876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grpSp>
          <p:nvGrpSpPr>
            <p:cNvPr id="10398" name="Group 187"/>
            <p:cNvGrpSpPr/>
            <p:nvPr/>
          </p:nvGrpSpPr>
          <p:grpSpPr>
            <a:xfrm>
              <a:off x="10440360" y="4115160"/>
              <a:ext cx="753480" cy="373320"/>
              <a:chOff x="10440360" y="4115160"/>
              <a:chExt cx="753480" cy="373320"/>
            </a:xfrm>
          </p:grpSpPr>
          <p:sp>
            <p:nvSpPr>
              <p:cNvPr id="10399" name="Freeform 216"/>
              <p:cNvSpPr/>
              <p:nvPr/>
            </p:nvSpPr>
            <p:spPr>
              <a:xfrm>
                <a:off x="10440360" y="424440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0" name="Oval 217"/>
              <p:cNvSpPr/>
              <p:nvPr/>
            </p:nvSpPr>
            <p:spPr>
              <a:xfrm>
                <a:off x="10441080" y="411516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01" name="Group 218"/>
              <p:cNvGrpSpPr/>
              <p:nvPr/>
            </p:nvGrpSpPr>
            <p:grpSpPr>
              <a:xfrm>
                <a:off x="10552320" y="4145760"/>
                <a:ext cx="529920" cy="177480"/>
                <a:chOff x="10552320" y="4145760"/>
                <a:chExt cx="529920" cy="177480"/>
              </a:xfrm>
            </p:grpSpPr>
            <p:sp>
              <p:nvSpPr>
                <p:cNvPr id="10402" name="Freeform 219"/>
                <p:cNvSpPr/>
                <p:nvPr/>
              </p:nvSpPr>
              <p:spPr>
                <a:xfrm>
                  <a:off x="10567080" y="414576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03" name="Freeform 220"/>
                <p:cNvSpPr/>
                <p:nvPr/>
              </p:nvSpPr>
              <p:spPr>
                <a:xfrm>
                  <a:off x="10895400" y="423108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04" name="Freeform 221"/>
                <p:cNvSpPr/>
                <p:nvPr/>
              </p:nvSpPr>
              <p:spPr>
                <a:xfrm>
                  <a:off x="10552320" y="423108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05" name="Freeform 222"/>
                <p:cNvSpPr/>
                <p:nvPr/>
              </p:nvSpPr>
              <p:spPr>
                <a:xfrm>
                  <a:off x="10616040" y="418896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0406" name="Group 188"/>
            <p:cNvGrpSpPr/>
            <p:nvPr/>
          </p:nvGrpSpPr>
          <p:grpSpPr>
            <a:xfrm>
              <a:off x="8140680" y="4212000"/>
              <a:ext cx="753480" cy="373680"/>
              <a:chOff x="8140680" y="4212000"/>
              <a:chExt cx="753480" cy="373680"/>
            </a:xfrm>
          </p:grpSpPr>
          <p:sp>
            <p:nvSpPr>
              <p:cNvPr id="10407" name="Freeform 209"/>
              <p:cNvSpPr/>
              <p:nvPr/>
            </p:nvSpPr>
            <p:spPr>
              <a:xfrm>
                <a:off x="8140680" y="434160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8" name="Oval 210"/>
              <p:cNvSpPr/>
              <p:nvPr/>
            </p:nvSpPr>
            <p:spPr>
              <a:xfrm>
                <a:off x="8141040" y="421200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09" name="Group 211"/>
              <p:cNvGrpSpPr/>
              <p:nvPr/>
            </p:nvGrpSpPr>
            <p:grpSpPr>
              <a:xfrm>
                <a:off x="8252280" y="4242960"/>
                <a:ext cx="529920" cy="177480"/>
                <a:chOff x="8252280" y="4242960"/>
                <a:chExt cx="529920" cy="177480"/>
              </a:xfrm>
            </p:grpSpPr>
            <p:sp>
              <p:nvSpPr>
                <p:cNvPr id="10410" name="Freeform 212"/>
                <p:cNvSpPr/>
                <p:nvPr/>
              </p:nvSpPr>
              <p:spPr>
                <a:xfrm>
                  <a:off x="8267040" y="424296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11" name="Freeform 213"/>
                <p:cNvSpPr/>
                <p:nvPr/>
              </p:nvSpPr>
              <p:spPr>
                <a:xfrm>
                  <a:off x="8595360" y="432792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12" name="Freeform 214"/>
                <p:cNvSpPr/>
                <p:nvPr/>
              </p:nvSpPr>
              <p:spPr>
                <a:xfrm>
                  <a:off x="8252280" y="432792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13" name="Freeform 215"/>
                <p:cNvSpPr/>
                <p:nvPr/>
              </p:nvSpPr>
              <p:spPr>
                <a:xfrm>
                  <a:off x="8316360" y="428616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0414" name="Group 189"/>
            <p:cNvGrpSpPr/>
            <p:nvPr/>
          </p:nvGrpSpPr>
          <p:grpSpPr>
            <a:xfrm>
              <a:off x="9124200" y="4738680"/>
              <a:ext cx="753480" cy="373320"/>
              <a:chOff x="9124200" y="4738680"/>
              <a:chExt cx="753480" cy="373320"/>
            </a:xfrm>
          </p:grpSpPr>
          <p:sp>
            <p:nvSpPr>
              <p:cNvPr id="10415" name="Freeform 202"/>
              <p:cNvSpPr/>
              <p:nvPr/>
            </p:nvSpPr>
            <p:spPr>
              <a:xfrm>
                <a:off x="9124200" y="486792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6" name="Oval 203"/>
              <p:cNvSpPr/>
              <p:nvPr/>
            </p:nvSpPr>
            <p:spPr>
              <a:xfrm>
                <a:off x="9124560" y="473868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17" name="Group 204"/>
              <p:cNvGrpSpPr/>
              <p:nvPr/>
            </p:nvGrpSpPr>
            <p:grpSpPr>
              <a:xfrm>
                <a:off x="9236160" y="4769280"/>
                <a:ext cx="529920" cy="177480"/>
                <a:chOff x="9236160" y="4769280"/>
                <a:chExt cx="529920" cy="177480"/>
              </a:xfrm>
            </p:grpSpPr>
            <p:sp>
              <p:nvSpPr>
                <p:cNvPr id="10418" name="Freeform 205"/>
                <p:cNvSpPr/>
                <p:nvPr/>
              </p:nvSpPr>
              <p:spPr>
                <a:xfrm>
                  <a:off x="9250920" y="476928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19" name="Freeform 206"/>
                <p:cNvSpPr/>
                <p:nvPr/>
              </p:nvSpPr>
              <p:spPr>
                <a:xfrm>
                  <a:off x="9579240" y="485460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20" name="Freeform 207"/>
                <p:cNvSpPr/>
                <p:nvPr/>
              </p:nvSpPr>
              <p:spPr>
                <a:xfrm>
                  <a:off x="9236160" y="485460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21" name="Freeform 208"/>
                <p:cNvSpPr/>
                <p:nvPr/>
              </p:nvSpPr>
              <p:spPr>
                <a:xfrm>
                  <a:off x="9299880" y="481248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0422" name="Group 190"/>
            <p:cNvGrpSpPr/>
            <p:nvPr/>
          </p:nvGrpSpPr>
          <p:grpSpPr>
            <a:xfrm>
              <a:off x="8888760" y="3768840"/>
              <a:ext cx="753480" cy="373320"/>
              <a:chOff x="8888760" y="3768840"/>
              <a:chExt cx="753480" cy="373320"/>
            </a:xfrm>
          </p:grpSpPr>
          <p:sp>
            <p:nvSpPr>
              <p:cNvPr id="10423" name="Freeform 195"/>
              <p:cNvSpPr/>
              <p:nvPr/>
            </p:nvSpPr>
            <p:spPr>
              <a:xfrm>
                <a:off x="8888760" y="389808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4" name="Oval 196"/>
              <p:cNvSpPr/>
              <p:nvPr/>
            </p:nvSpPr>
            <p:spPr>
              <a:xfrm>
                <a:off x="8889120" y="376884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25" name="Group 197"/>
              <p:cNvGrpSpPr/>
              <p:nvPr/>
            </p:nvGrpSpPr>
            <p:grpSpPr>
              <a:xfrm>
                <a:off x="9000720" y="3799440"/>
                <a:ext cx="529560" cy="177480"/>
                <a:chOff x="9000720" y="3799440"/>
                <a:chExt cx="529560" cy="177480"/>
              </a:xfrm>
            </p:grpSpPr>
            <p:sp>
              <p:nvSpPr>
                <p:cNvPr id="10426" name="Freeform 198"/>
                <p:cNvSpPr/>
                <p:nvPr/>
              </p:nvSpPr>
              <p:spPr>
                <a:xfrm>
                  <a:off x="9015120" y="379944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27" name="Freeform 199"/>
                <p:cNvSpPr/>
                <p:nvPr/>
              </p:nvSpPr>
              <p:spPr>
                <a:xfrm>
                  <a:off x="9343440" y="388476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28" name="Freeform 200"/>
                <p:cNvSpPr/>
                <p:nvPr/>
              </p:nvSpPr>
              <p:spPr>
                <a:xfrm>
                  <a:off x="9000720" y="388476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29" name="Freeform 201"/>
                <p:cNvSpPr/>
                <p:nvPr/>
              </p:nvSpPr>
              <p:spPr>
                <a:xfrm>
                  <a:off x="9064440" y="384264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sp>
          <p:nvSpPr>
            <p:cNvPr id="10430" name="Up-Down Arrow 191"/>
            <p:cNvSpPr/>
            <p:nvPr/>
          </p:nvSpPr>
          <p:spPr>
            <a:xfrm rot="18842400">
              <a:off x="9925200" y="2749680"/>
              <a:ext cx="110160" cy="162108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1" name="Up-Down Arrow 192"/>
            <p:cNvSpPr/>
            <p:nvPr/>
          </p:nvSpPr>
          <p:spPr>
            <a:xfrm rot="1544400">
              <a:off x="8650800" y="2913480"/>
              <a:ext cx="132120" cy="134064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2" name="Up-Down Arrow 193"/>
            <p:cNvSpPr/>
            <p:nvPr/>
          </p:nvSpPr>
          <p:spPr>
            <a:xfrm>
              <a:off x="9043560" y="2979000"/>
              <a:ext cx="132120" cy="79416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3" name="Up-Down Arrow 194"/>
            <p:cNvSpPr/>
            <p:nvPr/>
          </p:nvSpPr>
          <p:spPr>
            <a:xfrm rot="21168600">
              <a:off x="9334080" y="2978640"/>
              <a:ext cx="132120" cy="17406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538" dur="indefinite" restart="never" nodeType="tmRoot">
          <p:childTnLst>
            <p:seq>
              <p:cTn id="2539" dur="indefinite" nodeType="mainSeq">
                <p:childTnLst>
                  <p:par>
                    <p:cTn id="2540" fill="hold">
                      <p:stCondLst>
                        <p:cond delay="indefinite"/>
                      </p:stCondLst>
                      <p:childTnLst>
                        <p:par>
                          <p:cTn id="2541" fill="hold">
                            <p:stCondLst>
                              <p:cond delay="0"/>
                            </p:stCondLst>
                            <p:childTnLst>
                              <p:par>
                                <p:cTn id="254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44" dur="500"/>
                                        <p:tgtEl>
                                          <p:spTgt spid="1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5" fill="hold">
                      <p:stCondLst>
                        <p:cond delay="indefinite"/>
                      </p:stCondLst>
                      <p:childTnLst>
                        <p:par>
                          <p:cTn id="2546" fill="hold">
                            <p:stCondLst>
                              <p:cond delay="0"/>
                            </p:stCondLst>
                            <p:childTnLst>
                              <p:par>
                                <p:cTn id="254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49" dur="500"/>
                                        <p:tgtEl>
                                          <p:spTgt spid="1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0" fill="hold">
                      <p:stCondLst>
                        <p:cond delay="indefinite"/>
                      </p:stCondLst>
                      <p:childTnLst>
                        <p:par>
                          <p:cTn id="2551" fill="hold">
                            <p:stCondLst>
                              <p:cond delay="0"/>
                            </p:stCondLst>
                            <p:childTnLst>
                              <p:par>
                                <p:cTn id="255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54" dur="500"/>
                                        <p:tgtEl>
                                          <p:spTgt spid="1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5" fill="hold">
                      <p:stCondLst>
                        <p:cond delay="indefinite"/>
                      </p:stCondLst>
                      <p:childTnLst>
                        <p:par>
                          <p:cTn id="2556" fill="hold">
                            <p:stCondLst>
                              <p:cond delay="0"/>
                            </p:stCondLst>
                            <p:childTnLst>
                              <p:par>
                                <p:cTn id="255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59" dur="500"/>
                                        <p:tgtEl>
                                          <p:spTgt spid="1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" name="PlaceHolder 1"/>
          <p:cNvSpPr>
            <a:spLocks noGrp="1"/>
          </p:cNvSpPr>
          <p:nvPr>
            <p:ph type="title"/>
          </p:nvPr>
        </p:nvSpPr>
        <p:spPr>
          <a:xfrm>
            <a:off x="838080" y="27648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OpenFlow: </a:t>
            </a:r>
            <a:r>
              <a:rPr lang="en-US" sz="48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switch-to-controller messages</a:t>
            </a:r>
            <a:endParaRPr lang="en-US" sz="48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435" name="PlaceHolder 2"/>
          <p:cNvSpPr>
            <a:spLocks noGrp="1"/>
          </p:cNvSpPr>
          <p:nvPr>
            <p:ph type="sldNum" idx="8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1E8842B7-600C-47C2-BB9A-19BFF5CCF198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93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6" name="Rectangle 1"/>
          <p:cNvSpPr/>
          <p:nvPr/>
        </p:nvSpPr>
        <p:spPr>
          <a:xfrm>
            <a:off x="805680" y="1385640"/>
            <a:ext cx="644652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000090"/>
                </a:solidFill>
                <a:effectLst/>
                <a:uFillTx/>
                <a:latin typeface="Calibri"/>
              </a:rPr>
              <a:t>Key switch-to-controller messages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7760" indent="-285840" defTabSz="914400">
              <a:lnSpc>
                <a:spcPct val="10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28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packet-in: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transfer packet (and its control) to controller.  See packet-out message from controller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7760" indent="-285840" defTabSz="914400">
              <a:lnSpc>
                <a:spcPct val="10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28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flow-removed: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flow table entry deleted at switch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7760" indent="-285840" defTabSz="914400">
              <a:lnSpc>
                <a:spcPct val="10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lang="en-US" sz="2800" b="0" i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port status: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inform controller of a change on a port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7" name="TextBox 4"/>
          <p:cNvSpPr/>
          <p:nvPr/>
        </p:nvSpPr>
        <p:spPr>
          <a:xfrm>
            <a:off x="977040" y="5497200"/>
            <a:ext cx="104212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Fortunately, network operators don’t “program” switches by creating/sending OpenFlow messages directly.  Instead use higher-level abstraction at controller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38" name="Group 177"/>
          <p:cNvGrpSpPr/>
          <p:nvPr/>
        </p:nvGrpSpPr>
        <p:grpSpPr>
          <a:xfrm>
            <a:off x="7839360" y="1446120"/>
            <a:ext cx="3692880" cy="3731760"/>
            <a:chOff x="7839360" y="1446120"/>
            <a:chExt cx="3692880" cy="3731760"/>
          </a:xfrm>
        </p:grpSpPr>
        <p:grpSp>
          <p:nvGrpSpPr>
            <p:cNvPr id="10439" name="Group 950"/>
            <p:cNvGrpSpPr/>
            <p:nvPr/>
          </p:nvGrpSpPr>
          <p:grpSpPr>
            <a:xfrm>
              <a:off x="8964000" y="2119680"/>
              <a:ext cx="440280" cy="844920"/>
              <a:chOff x="8964000" y="2119680"/>
              <a:chExt cx="440280" cy="844920"/>
            </a:xfrm>
          </p:grpSpPr>
          <p:sp>
            <p:nvSpPr>
              <p:cNvPr id="10440" name="Freeform 951"/>
              <p:cNvSpPr/>
              <p:nvPr/>
            </p:nvSpPr>
            <p:spPr>
              <a:xfrm>
                <a:off x="9312840" y="2121120"/>
                <a:ext cx="87120" cy="806040"/>
              </a:xfrm>
              <a:custGeom>
                <a:avLst/>
                <a:gdLst>
                  <a:gd name="textAreaLeft" fmla="*/ 0 w 87120"/>
                  <a:gd name="textAreaRight" fmla="*/ 87480 w 87120"/>
                  <a:gd name="textAreaTop" fmla="*/ 0 h 806040"/>
                  <a:gd name="textAreaBottom" fmla="*/ 806400 h 806040"/>
                  <a:gd name="GluePoint1X" fmla="*/ 6 w 354"/>
                  <a:gd name="GluePoint1Y" fmla="*/ 0 h 2742"/>
                  <a:gd name="GluePoint2X" fmla="*/ 30 w 354"/>
                  <a:gd name="GluePoint2Y" fmla="*/ 46 h 2742"/>
                  <a:gd name="GluePoint3X" fmla="*/ 30 w 354"/>
                  <a:gd name="GluePoint3Y" fmla="*/ 354 h 2742"/>
                  <a:gd name="GluePoint4X" fmla="*/ 0 w 354"/>
                  <a:gd name="GluePoint4Y" fmla="*/ 371 h 2742"/>
                  <a:gd name="GluePoint5X" fmla="*/ 6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1" name="Rectangle 952"/>
              <p:cNvSpPr/>
              <p:nvPr/>
            </p:nvSpPr>
            <p:spPr>
              <a:xfrm>
                <a:off x="8985600" y="2119680"/>
                <a:ext cx="323280" cy="80568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2" name="Freeform 953"/>
              <p:cNvSpPr/>
              <p:nvPr/>
            </p:nvSpPr>
            <p:spPr>
              <a:xfrm>
                <a:off x="9329400" y="2169360"/>
                <a:ext cx="51840" cy="74592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745920"/>
                  <a:gd name="textAreaBottom" fmla="*/ 746280 h 745920"/>
                  <a:gd name="GluePoint1X" fmla="*/ 2 w 211"/>
                  <a:gd name="GluePoint1Y" fmla="*/ 0 h 2537"/>
                  <a:gd name="GluePoint2X" fmla="*/ 18 w 211"/>
                  <a:gd name="GluePoint2Y" fmla="*/ 30 h 2537"/>
                  <a:gd name="GluePoint3X" fmla="*/ 2 w 211"/>
                  <a:gd name="GluePoint3Y" fmla="*/ 338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3" name="Freeform 954"/>
              <p:cNvSpPr/>
              <p:nvPr/>
            </p:nvSpPr>
            <p:spPr>
              <a:xfrm>
                <a:off x="9317880" y="2547000"/>
                <a:ext cx="81000" cy="66240"/>
              </a:xfrm>
              <a:custGeom>
                <a:avLst/>
                <a:gdLst>
                  <a:gd name="textAreaLeft" fmla="*/ 0 w 81000"/>
                  <a:gd name="textAreaRight" fmla="*/ 81360 w 81000"/>
                  <a:gd name="textAreaTop" fmla="*/ 0 h 66240"/>
                  <a:gd name="textAreaBottom" fmla="*/ 66600 h 66240"/>
                  <a:gd name="GluePoint1X" fmla="*/ 2 w 328"/>
                  <a:gd name="GluePoint1Y" fmla="*/ 0 h 226"/>
                  <a:gd name="GluePoint2X" fmla="*/ 29 w 328"/>
                  <a:gd name="GluePoint2Y" fmla="*/ 18 h 226"/>
                  <a:gd name="GluePoint3X" fmla="*/ 29 w 328"/>
                  <a:gd name="GluePoint3Y" fmla="*/ 32 h 226"/>
                  <a:gd name="GluePoint4X" fmla="*/ 0 w 328"/>
                  <a:gd name="GluePoint4Y" fmla="*/ 13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600" rIns="90000" bIns="21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4" name="Rectangle 955"/>
              <p:cNvSpPr/>
              <p:nvPr/>
            </p:nvSpPr>
            <p:spPr>
              <a:xfrm>
                <a:off x="8985600" y="221184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45" name="Group 956"/>
              <p:cNvGrpSpPr/>
              <p:nvPr/>
            </p:nvGrpSpPr>
            <p:grpSpPr>
              <a:xfrm>
                <a:off x="9151920" y="2203200"/>
                <a:ext cx="178560" cy="52560"/>
                <a:chOff x="9151920" y="2203200"/>
                <a:chExt cx="178560" cy="52560"/>
              </a:xfrm>
            </p:grpSpPr>
            <p:sp>
              <p:nvSpPr>
                <p:cNvPr id="10446" name="AutoShape 957"/>
                <p:cNvSpPr/>
                <p:nvPr/>
              </p:nvSpPr>
              <p:spPr>
                <a:xfrm>
                  <a:off x="9151920" y="2203200"/>
                  <a:ext cx="178560" cy="525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7560" rIns="90000" bIns="-7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47" name="AutoShape 958"/>
                <p:cNvSpPr/>
                <p:nvPr/>
              </p:nvSpPr>
              <p:spPr>
                <a:xfrm>
                  <a:off x="9155160" y="2208960"/>
                  <a:ext cx="172080" cy="4176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480" rIns="90000" bIns="-154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448" name="Rectangle 959"/>
              <p:cNvSpPr/>
              <p:nvPr/>
            </p:nvSpPr>
            <p:spPr>
              <a:xfrm>
                <a:off x="8988480" y="232884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49" name="Group 960"/>
              <p:cNvGrpSpPr/>
              <p:nvPr/>
            </p:nvGrpSpPr>
            <p:grpSpPr>
              <a:xfrm>
                <a:off x="9151920" y="2317680"/>
                <a:ext cx="178560" cy="46800"/>
                <a:chOff x="9151920" y="2317680"/>
                <a:chExt cx="178560" cy="46800"/>
              </a:xfrm>
            </p:grpSpPr>
            <p:sp>
              <p:nvSpPr>
                <p:cNvPr id="10450" name="AutoShape 961"/>
                <p:cNvSpPr/>
                <p:nvPr/>
              </p:nvSpPr>
              <p:spPr>
                <a:xfrm>
                  <a:off x="9151920" y="2317680"/>
                  <a:ext cx="178560" cy="46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880" rIns="90000" bIns="-118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51" name="AutoShape 962"/>
                <p:cNvSpPr/>
                <p:nvPr/>
              </p:nvSpPr>
              <p:spPr>
                <a:xfrm>
                  <a:off x="9155160" y="2323440"/>
                  <a:ext cx="172080" cy="360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9080" rIns="90000" bIns="-190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452" name="Rectangle 963"/>
              <p:cNvSpPr/>
              <p:nvPr/>
            </p:nvSpPr>
            <p:spPr>
              <a:xfrm>
                <a:off x="8988480" y="244620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53" name="Rectangle 964"/>
              <p:cNvSpPr/>
              <p:nvPr/>
            </p:nvSpPr>
            <p:spPr>
              <a:xfrm>
                <a:off x="8991720" y="2552400"/>
                <a:ext cx="18468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54" name="Group 965"/>
              <p:cNvGrpSpPr/>
              <p:nvPr/>
            </p:nvGrpSpPr>
            <p:grpSpPr>
              <a:xfrm>
                <a:off x="9149040" y="2549160"/>
                <a:ext cx="178560" cy="47160"/>
                <a:chOff x="9149040" y="2549160"/>
                <a:chExt cx="178560" cy="47160"/>
              </a:xfrm>
            </p:grpSpPr>
            <p:sp>
              <p:nvSpPr>
                <p:cNvPr id="10455" name="AutoShape 966"/>
                <p:cNvSpPr/>
                <p:nvPr/>
              </p:nvSpPr>
              <p:spPr>
                <a:xfrm>
                  <a:off x="9149040" y="2549160"/>
                  <a:ext cx="178560" cy="471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520" rIns="90000" bIns="-115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56" name="AutoShape 967"/>
                <p:cNvSpPr/>
                <p:nvPr/>
              </p:nvSpPr>
              <p:spPr>
                <a:xfrm>
                  <a:off x="9151920" y="2549160"/>
                  <a:ext cx="172080" cy="414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5120" rIns="90000" bIns="-1512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457" name="Freeform 968"/>
              <p:cNvSpPr/>
              <p:nvPr/>
            </p:nvSpPr>
            <p:spPr>
              <a:xfrm>
                <a:off x="9318960" y="2446200"/>
                <a:ext cx="81000" cy="65880"/>
              </a:xfrm>
              <a:custGeom>
                <a:avLst/>
                <a:gdLst>
                  <a:gd name="textAreaLeft" fmla="*/ 0 w 81000"/>
                  <a:gd name="textAreaRight" fmla="*/ 81360 w 81000"/>
                  <a:gd name="textAreaTop" fmla="*/ 0 h 65880"/>
                  <a:gd name="textAreaBottom" fmla="*/ 66240 h 65880"/>
                  <a:gd name="GluePoint1X" fmla="*/ 2 w 328"/>
                  <a:gd name="GluePoint1Y" fmla="*/ 0 h 226"/>
                  <a:gd name="GluePoint2X" fmla="*/ 29 w 328"/>
                  <a:gd name="GluePoint2Y" fmla="*/ 17 h 226"/>
                  <a:gd name="GluePoint3X" fmla="*/ 29 w 328"/>
                  <a:gd name="GluePoint3Y" fmla="*/ 30 h 226"/>
                  <a:gd name="GluePoint4X" fmla="*/ 0 w 328"/>
                  <a:gd name="GluePoint4Y" fmla="*/ 12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1240" rIns="90000" bIns="21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58" name="Group 969"/>
              <p:cNvGrpSpPr/>
              <p:nvPr/>
            </p:nvGrpSpPr>
            <p:grpSpPr>
              <a:xfrm>
                <a:off x="9149040" y="2437560"/>
                <a:ext cx="181440" cy="46800"/>
                <a:chOff x="9149040" y="2437560"/>
                <a:chExt cx="181440" cy="46800"/>
              </a:xfrm>
            </p:grpSpPr>
            <p:sp>
              <p:nvSpPr>
                <p:cNvPr id="10459" name="AutoShape 970"/>
                <p:cNvSpPr/>
                <p:nvPr/>
              </p:nvSpPr>
              <p:spPr>
                <a:xfrm>
                  <a:off x="9149040" y="2437560"/>
                  <a:ext cx="181440" cy="46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880" rIns="90000" bIns="-118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60" name="AutoShape 971"/>
                <p:cNvSpPr/>
                <p:nvPr/>
              </p:nvSpPr>
              <p:spPr>
                <a:xfrm>
                  <a:off x="9151920" y="2443320"/>
                  <a:ext cx="178560" cy="360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9080" rIns="90000" bIns="-1908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0461" name="Rectangle 972"/>
              <p:cNvSpPr/>
              <p:nvPr/>
            </p:nvSpPr>
            <p:spPr>
              <a:xfrm>
                <a:off x="9306000" y="2119680"/>
                <a:ext cx="21240" cy="80568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2" name="Freeform 973"/>
              <p:cNvSpPr/>
              <p:nvPr/>
            </p:nvSpPr>
            <p:spPr>
              <a:xfrm>
                <a:off x="9326520" y="2323800"/>
                <a:ext cx="73080" cy="748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4880"/>
                  <a:gd name="textAreaBottom" fmla="*/ 75240 h 74880"/>
                  <a:gd name="GluePoint1X" fmla="*/ 2 w 296"/>
                  <a:gd name="GluePoint1Y" fmla="*/ 0 h 256"/>
                  <a:gd name="GluePoint2X" fmla="*/ 26 w 296"/>
                  <a:gd name="GluePoint2Y" fmla="*/ 18 h 256"/>
                  <a:gd name="GluePoint3X" fmla="*/ 26 w 296"/>
                  <a:gd name="GluePoint3Y" fmla="*/ 34 h 256"/>
                  <a:gd name="GluePoint4X" fmla="*/ 0 w 296"/>
                  <a:gd name="GluePoint4Y" fmla="*/ 12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0240" rIns="90000" bIns="30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3" name="Freeform 974"/>
              <p:cNvSpPr/>
              <p:nvPr/>
            </p:nvSpPr>
            <p:spPr>
              <a:xfrm>
                <a:off x="9327600" y="2208240"/>
                <a:ext cx="75240" cy="84240"/>
              </a:xfrm>
              <a:custGeom>
                <a:avLst/>
                <a:gdLst>
                  <a:gd name="textAreaLeft" fmla="*/ 0 w 75240"/>
                  <a:gd name="textAreaRight" fmla="*/ 75600 w 75240"/>
                  <a:gd name="textAreaTop" fmla="*/ 0 h 84240"/>
                  <a:gd name="textAreaBottom" fmla="*/ 84600 h 84240"/>
                  <a:gd name="GluePoint1X" fmla="*/ 0 w 304"/>
                  <a:gd name="GluePoint1Y" fmla="*/ 0 h 288"/>
                  <a:gd name="GluePoint2X" fmla="*/ 27 w 304"/>
                  <a:gd name="GluePoint2Y" fmla="*/ 23 h 288"/>
                  <a:gd name="GluePoint3X" fmla="*/ 25 w 304"/>
                  <a:gd name="GluePoint3Y" fmla="*/ 39 h 288"/>
                  <a:gd name="GluePoint4X" fmla="*/ 2 w 304"/>
                  <a:gd name="GluePoint4Y" fmla="*/ 17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9600" rIns="90000" bIns="396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4" name="Oval 975"/>
              <p:cNvSpPr/>
              <p:nvPr/>
            </p:nvSpPr>
            <p:spPr>
              <a:xfrm>
                <a:off x="9389160" y="2889360"/>
                <a:ext cx="15120" cy="3312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1240" rIns="90000" bIns="-2124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5" name="Freeform 976"/>
              <p:cNvSpPr/>
              <p:nvPr/>
            </p:nvSpPr>
            <p:spPr>
              <a:xfrm>
                <a:off x="9323280" y="2890440"/>
                <a:ext cx="75600" cy="70200"/>
              </a:xfrm>
              <a:custGeom>
                <a:avLst/>
                <a:gdLst>
                  <a:gd name="textAreaLeft" fmla="*/ 0 w 75600"/>
                  <a:gd name="textAreaRight" fmla="*/ 75960 w 75600"/>
                  <a:gd name="textAreaTop" fmla="*/ 0 h 70200"/>
                  <a:gd name="textAreaBottom" fmla="*/ 70560 h 70200"/>
                  <a:gd name="GluePoint1X" fmla="*/ 0 w 306"/>
                  <a:gd name="GluePoint1Y" fmla="*/ 15 h 240"/>
                  <a:gd name="GluePoint2X" fmla="*/ 2 w 306"/>
                  <a:gd name="GluePoint2Y" fmla="*/ 33 h 240"/>
                  <a:gd name="GluePoint3X" fmla="*/ 27 w 306"/>
                  <a:gd name="GluePoint3Y" fmla="*/ 15 h 240"/>
                  <a:gd name="GluePoint4X" fmla="*/ 26 w 306"/>
                  <a:gd name="GluePoint4Y" fmla="*/ 0 h 240"/>
                  <a:gd name="GluePoint5X" fmla="*/ 0 w 306"/>
                  <a:gd name="GluePoint5Y" fmla="*/ 15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560" rIns="90000" bIns="255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6" name="AutoShape 977"/>
              <p:cNvSpPr/>
              <p:nvPr/>
            </p:nvSpPr>
            <p:spPr>
              <a:xfrm>
                <a:off x="8964000" y="2912040"/>
                <a:ext cx="369720" cy="5256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7560" rIns="90000" bIns="-7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7" name="AutoShape 978"/>
              <p:cNvSpPr/>
              <p:nvPr/>
            </p:nvSpPr>
            <p:spPr>
              <a:xfrm>
                <a:off x="8985600" y="2925720"/>
                <a:ext cx="329400" cy="2736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5560" rIns="90000" bIns="-25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8" name="Oval 979"/>
              <p:cNvSpPr/>
              <p:nvPr/>
            </p:nvSpPr>
            <p:spPr>
              <a:xfrm>
                <a:off x="9016200" y="2808720"/>
                <a:ext cx="48960" cy="496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9720" rIns="90000" bIns="-97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9" name="Oval 980"/>
              <p:cNvSpPr/>
              <p:nvPr/>
            </p:nvSpPr>
            <p:spPr>
              <a:xfrm>
                <a:off x="9072000" y="2808720"/>
                <a:ext cx="48960" cy="4968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9720" rIns="90000" bIns="-9720" anchor="ctr">
                <a:noAutofit/>
              </a:bodyPr>
              <a:p>
                <a:endParaRPr lang="en-US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0" name="Oval 981"/>
              <p:cNvSpPr/>
              <p:nvPr/>
            </p:nvSpPr>
            <p:spPr>
              <a:xfrm>
                <a:off x="9124200" y="2808720"/>
                <a:ext cx="48960" cy="496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9720" rIns="90000" bIns="-97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1" name="Rectangle 982"/>
              <p:cNvSpPr/>
              <p:nvPr/>
            </p:nvSpPr>
            <p:spPr>
              <a:xfrm>
                <a:off x="9250560" y="2616480"/>
                <a:ext cx="24480" cy="26748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0472" name="Picture 4"/>
            <p:cNvPicPr/>
            <p:nvPr/>
          </p:nvPicPr>
          <p:blipFill>
            <a:blip r:embed="rId1"/>
            <a:stretch/>
          </p:blipFill>
          <p:spPr>
            <a:xfrm>
              <a:off x="9443880" y="2246040"/>
              <a:ext cx="1629360" cy="430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473" name="TextBox 180"/>
            <p:cNvSpPr/>
            <p:nvPr/>
          </p:nvSpPr>
          <p:spPr>
            <a:xfrm>
              <a:off x="7910280" y="1446120"/>
              <a:ext cx="362196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800" b="0" u="none" strike="noStrike">
                  <a:solidFill>
                    <a:srgbClr val="0000A8"/>
                  </a:solidFill>
                  <a:effectLst/>
                  <a:uFillTx/>
                  <a:latin typeface="Calibri"/>
                  <a:ea typeface="ＭＳ Ｐゴシック"/>
                </a:rPr>
                <a:t>OpenFlow Controller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74" name="Freeform 3"/>
            <p:cNvSpPr/>
            <p:nvPr/>
          </p:nvSpPr>
          <p:spPr>
            <a:xfrm>
              <a:off x="7839360" y="3573720"/>
              <a:ext cx="3616200" cy="1604160"/>
            </a:xfrm>
            <a:custGeom>
              <a:avLst/>
              <a:gdLst>
                <a:gd name="textAreaLeft" fmla="*/ 0 w 3616200"/>
                <a:gd name="textAreaRight" fmla="*/ 3616560 w 3616200"/>
                <a:gd name="textAreaTop" fmla="*/ 0 h 1604160"/>
                <a:gd name="textAreaBottom" fmla="*/ 1604520 h 1604160"/>
                <a:gd name="GluePoint1X" fmla="*/ 0 w 10000"/>
                <a:gd name="GluePoint1Y" fmla="*/ 4486 h 10016"/>
                <a:gd name="GluePoint2X" fmla="*/ 1210 w 10000"/>
                <a:gd name="GluePoint2Y" fmla="*/ 2006 h 10016"/>
                <a:gd name="GluePoint3X" fmla="*/ 3506 w 10000"/>
                <a:gd name="GluePoint3Y" fmla="*/ 1 h 10016"/>
                <a:gd name="GluePoint4X" fmla="*/ 6554 w 10000"/>
                <a:gd name="GluePoint4Y" fmla="*/ 1705 h 10016"/>
                <a:gd name="GluePoint5X" fmla="*/ 9013 w 10000"/>
                <a:gd name="GluePoint5Y" fmla="*/ 2548 h 10016"/>
                <a:gd name="GluePoint6X" fmla="*/ 9935 w 10000"/>
                <a:gd name="GluePoint6Y" fmla="*/ 6286 h 10016"/>
                <a:gd name="GluePoint7X" fmla="*/ 7377 w 10000"/>
                <a:gd name="GluePoint7Y" fmla="*/ 9393 h 10016"/>
                <a:gd name="GluePoint8X" fmla="*/ 4222 w 10000"/>
                <a:gd name="GluePoint8Y" fmla="*/ 9941 h 10016"/>
                <a:gd name="GluePoint9X" fmla="*/ 2296 w 10000"/>
                <a:gd name="GluePoint9Y" fmla="*/ 8329 h 10016"/>
                <a:gd name="GluePoint10X" fmla="*/ 652 w 10000"/>
                <a:gd name="GluePoint10Y" fmla="*/ 7520 h 10016"/>
                <a:gd name="GluePoint11X" fmla="*/ 0 w 10000"/>
                <a:gd name="GluePoint11Y" fmla="*/ 4486 h 100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0000" h="10016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475" name="Straight Connector 182"/>
            <p:cNvCxnSpPr/>
            <p:nvPr/>
          </p:nvCxnSpPr>
          <p:spPr>
            <a:xfrm flipV="1">
              <a:off x="8140680" y="3774960"/>
              <a:ext cx="1203840" cy="66060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476" name="Straight Connector 183"/>
            <p:cNvCxnSpPr/>
            <p:nvPr/>
          </p:nvCxnSpPr>
          <p:spPr>
            <a:xfrm>
              <a:off x="8140680" y="4435200"/>
              <a:ext cx="1203840" cy="5180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477" name="Straight Connector 184"/>
            <p:cNvCxnSpPr/>
            <p:nvPr/>
          </p:nvCxnSpPr>
          <p:spPr>
            <a:xfrm>
              <a:off x="9150120" y="3982320"/>
              <a:ext cx="320040" cy="82872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478" name="Straight Connector 185"/>
            <p:cNvCxnSpPr/>
            <p:nvPr/>
          </p:nvCxnSpPr>
          <p:spPr>
            <a:xfrm>
              <a:off x="9420840" y="3917520"/>
              <a:ext cx="1307880" cy="27216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cxnSp>
          <p:nvCxnSpPr>
            <p:cNvPr id="10479" name="Straight Connector 186"/>
            <p:cNvCxnSpPr/>
            <p:nvPr/>
          </p:nvCxnSpPr>
          <p:spPr>
            <a:xfrm flipV="1">
              <a:off x="9613080" y="4344480"/>
              <a:ext cx="1115640" cy="60876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  <p:grpSp>
          <p:nvGrpSpPr>
            <p:cNvPr id="10480" name="Group 187"/>
            <p:cNvGrpSpPr/>
            <p:nvPr/>
          </p:nvGrpSpPr>
          <p:grpSpPr>
            <a:xfrm>
              <a:off x="10440360" y="4115160"/>
              <a:ext cx="753480" cy="373320"/>
              <a:chOff x="10440360" y="4115160"/>
              <a:chExt cx="753480" cy="373320"/>
            </a:xfrm>
          </p:grpSpPr>
          <p:sp>
            <p:nvSpPr>
              <p:cNvPr id="10481" name="Freeform 216"/>
              <p:cNvSpPr/>
              <p:nvPr/>
            </p:nvSpPr>
            <p:spPr>
              <a:xfrm>
                <a:off x="10440360" y="424440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2" name="Oval 217"/>
              <p:cNvSpPr/>
              <p:nvPr/>
            </p:nvSpPr>
            <p:spPr>
              <a:xfrm>
                <a:off x="10441080" y="411516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83" name="Group 218"/>
              <p:cNvGrpSpPr/>
              <p:nvPr/>
            </p:nvGrpSpPr>
            <p:grpSpPr>
              <a:xfrm>
                <a:off x="10552320" y="4145760"/>
                <a:ext cx="529920" cy="177480"/>
                <a:chOff x="10552320" y="4145760"/>
                <a:chExt cx="529920" cy="177480"/>
              </a:xfrm>
            </p:grpSpPr>
            <p:sp>
              <p:nvSpPr>
                <p:cNvPr id="10484" name="Freeform 219"/>
                <p:cNvSpPr/>
                <p:nvPr/>
              </p:nvSpPr>
              <p:spPr>
                <a:xfrm>
                  <a:off x="10567080" y="414576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85" name="Freeform 220"/>
                <p:cNvSpPr/>
                <p:nvPr/>
              </p:nvSpPr>
              <p:spPr>
                <a:xfrm>
                  <a:off x="10895400" y="423108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86" name="Freeform 221"/>
                <p:cNvSpPr/>
                <p:nvPr/>
              </p:nvSpPr>
              <p:spPr>
                <a:xfrm>
                  <a:off x="10552320" y="423108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87" name="Freeform 222"/>
                <p:cNvSpPr/>
                <p:nvPr/>
              </p:nvSpPr>
              <p:spPr>
                <a:xfrm>
                  <a:off x="10616040" y="418896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0488" name="Group 188"/>
            <p:cNvGrpSpPr/>
            <p:nvPr/>
          </p:nvGrpSpPr>
          <p:grpSpPr>
            <a:xfrm>
              <a:off x="8140680" y="4212000"/>
              <a:ext cx="753480" cy="373680"/>
              <a:chOff x="8140680" y="4212000"/>
              <a:chExt cx="753480" cy="373680"/>
            </a:xfrm>
          </p:grpSpPr>
          <p:sp>
            <p:nvSpPr>
              <p:cNvPr id="10489" name="Freeform 209"/>
              <p:cNvSpPr/>
              <p:nvPr/>
            </p:nvSpPr>
            <p:spPr>
              <a:xfrm>
                <a:off x="8140680" y="434160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0" name="Oval 210"/>
              <p:cNvSpPr/>
              <p:nvPr/>
            </p:nvSpPr>
            <p:spPr>
              <a:xfrm>
                <a:off x="8141040" y="421200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91" name="Group 211"/>
              <p:cNvGrpSpPr/>
              <p:nvPr/>
            </p:nvGrpSpPr>
            <p:grpSpPr>
              <a:xfrm>
                <a:off x="8252280" y="4242960"/>
                <a:ext cx="529920" cy="177480"/>
                <a:chOff x="8252280" y="4242960"/>
                <a:chExt cx="529920" cy="177480"/>
              </a:xfrm>
            </p:grpSpPr>
            <p:sp>
              <p:nvSpPr>
                <p:cNvPr id="10492" name="Freeform 212"/>
                <p:cNvSpPr/>
                <p:nvPr/>
              </p:nvSpPr>
              <p:spPr>
                <a:xfrm>
                  <a:off x="8267040" y="424296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93" name="Freeform 213"/>
                <p:cNvSpPr/>
                <p:nvPr/>
              </p:nvSpPr>
              <p:spPr>
                <a:xfrm>
                  <a:off x="8595360" y="432792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94" name="Freeform 214"/>
                <p:cNvSpPr/>
                <p:nvPr/>
              </p:nvSpPr>
              <p:spPr>
                <a:xfrm>
                  <a:off x="8252280" y="432792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495" name="Freeform 215"/>
                <p:cNvSpPr/>
                <p:nvPr/>
              </p:nvSpPr>
              <p:spPr>
                <a:xfrm>
                  <a:off x="8316360" y="428616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0496" name="Group 189"/>
            <p:cNvGrpSpPr/>
            <p:nvPr/>
          </p:nvGrpSpPr>
          <p:grpSpPr>
            <a:xfrm>
              <a:off x="9124200" y="4738680"/>
              <a:ext cx="753480" cy="373320"/>
              <a:chOff x="9124200" y="4738680"/>
              <a:chExt cx="753480" cy="373320"/>
            </a:xfrm>
          </p:grpSpPr>
          <p:sp>
            <p:nvSpPr>
              <p:cNvPr id="10497" name="Freeform 202"/>
              <p:cNvSpPr/>
              <p:nvPr/>
            </p:nvSpPr>
            <p:spPr>
              <a:xfrm>
                <a:off x="9124200" y="486792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8" name="Oval 203"/>
              <p:cNvSpPr/>
              <p:nvPr/>
            </p:nvSpPr>
            <p:spPr>
              <a:xfrm>
                <a:off x="9124560" y="473868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99" name="Group 204"/>
              <p:cNvGrpSpPr/>
              <p:nvPr/>
            </p:nvGrpSpPr>
            <p:grpSpPr>
              <a:xfrm>
                <a:off x="9236160" y="4769280"/>
                <a:ext cx="529920" cy="177480"/>
                <a:chOff x="9236160" y="4769280"/>
                <a:chExt cx="529920" cy="177480"/>
              </a:xfrm>
            </p:grpSpPr>
            <p:sp>
              <p:nvSpPr>
                <p:cNvPr id="10500" name="Freeform 205"/>
                <p:cNvSpPr/>
                <p:nvPr/>
              </p:nvSpPr>
              <p:spPr>
                <a:xfrm>
                  <a:off x="9250920" y="476928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501" name="Freeform 206"/>
                <p:cNvSpPr/>
                <p:nvPr/>
              </p:nvSpPr>
              <p:spPr>
                <a:xfrm>
                  <a:off x="9579240" y="485460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502" name="Freeform 207"/>
                <p:cNvSpPr/>
                <p:nvPr/>
              </p:nvSpPr>
              <p:spPr>
                <a:xfrm>
                  <a:off x="9236160" y="485460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503" name="Freeform 208"/>
                <p:cNvSpPr/>
                <p:nvPr/>
              </p:nvSpPr>
              <p:spPr>
                <a:xfrm>
                  <a:off x="9299880" y="481248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0504" name="Group 190"/>
            <p:cNvGrpSpPr/>
            <p:nvPr/>
          </p:nvGrpSpPr>
          <p:grpSpPr>
            <a:xfrm>
              <a:off x="8888760" y="3768840"/>
              <a:ext cx="753480" cy="373320"/>
              <a:chOff x="8888760" y="3768840"/>
              <a:chExt cx="753480" cy="373320"/>
            </a:xfrm>
          </p:grpSpPr>
          <p:sp>
            <p:nvSpPr>
              <p:cNvPr id="10505" name="Freeform 195"/>
              <p:cNvSpPr/>
              <p:nvPr/>
            </p:nvSpPr>
            <p:spPr>
              <a:xfrm>
                <a:off x="8888760" y="3898080"/>
                <a:ext cx="753480" cy="244080"/>
              </a:xfrm>
              <a:custGeom>
                <a:avLst/>
                <a:gdLst>
                  <a:gd name="textAreaLeft" fmla="*/ 0 w 753480"/>
                  <a:gd name="textAreaRight" fmla="*/ 753840 w 753480"/>
                  <a:gd name="textAreaTop" fmla="*/ 0 h 244080"/>
                  <a:gd name="textAreaBottom" fmla="*/ 244440 h 24408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6" name="Oval 196"/>
              <p:cNvSpPr/>
              <p:nvPr/>
            </p:nvSpPr>
            <p:spPr>
              <a:xfrm>
                <a:off x="8889120" y="3768840"/>
                <a:ext cx="752760" cy="24156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507" name="Group 197"/>
              <p:cNvGrpSpPr/>
              <p:nvPr/>
            </p:nvGrpSpPr>
            <p:grpSpPr>
              <a:xfrm>
                <a:off x="9000720" y="3799440"/>
                <a:ext cx="529560" cy="177480"/>
                <a:chOff x="9000720" y="3799440"/>
                <a:chExt cx="529560" cy="177480"/>
              </a:xfrm>
            </p:grpSpPr>
            <p:sp>
              <p:nvSpPr>
                <p:cNvPr id="10508" name="Freeform 198"/>
                <p:cNvSpPr/>
                <p:nvPr/>
              </p:nvSpPr>
              <p:spPr>
                <a:xfrm>
                  <a:off x="9015120" y="3799440"/>
                  <a:ext cx="501120" cy="99000"/>
                </a:xfrm>
                <a:custGeom>
                  <a:avLst/>
                  <a:gdLst>
                    <a:gd name="textAreaLeft" fmla="*/ 0 w 501120"/>
                    <a:gd name="textAreaRight" fmla="*/ 501480 w 501120"/>
                    <a:gd name="textAreaTop" fmla="*/ 0 h 99000"/>
                    <a:gd name="textAreaBottom" fmla="*/ 99360 h 9900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509" name="Freeform 199"/>
                <p:cNvSpPr/>
                <p:nvPr/>
              </p:nvSpPr>
              <p:spPr>
                <a:xfrm>
                  <a:off x="9343440" y="3884760"/>
                  <a:ext cx="186840" cy="85320"/>
                </a:xfrm>
                <a:custGeom>
                  <a:avLst/>
                  <a:gdLst>
                    <a:gd name="textAreaLeft" fmla="*/ 0 w 186840"/>
                    <a:gd name="textAreaRight" fmla="*/ 187200 w 186840"/>
                    <a:gd name="textAreaTop" fmla="*/ 0 h 85320"/>
                    <a:gd name="textAreaBottom" fmla="*/ 85680 h 8532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510" name="Freeform 200"/>
                <p:cNvSpPr/>
                <p:nvPr/>
              </p:nvSpPr>
              <p:spPr>
                <a:xfrm>
                  <a:off x="9000720" y="3884760"/>
                  <a:ext cx="183600" cy="84240"/>
                </a:xfrm>
                <a:custGeom>
                  <a:avLst/>
                  <a:gdLst>
                    <a:gd name="textAreaLeft" fmla="*/ 0 w 183600"/>
                    <a:gd name="textAreaRight" fmla="*/ 183960 w 183600"/>
                    <a:gd name="textAreaTop" fmla="*/ 0 h 84240"/>
                    <a:gd name="textAreaBottom" fmla="*/ 84600 h 842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9600" rIns="90000" bIns="396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0511" name="Freeform 201"/>
                <p:cNvSpPr/>
                <p:nvPr/>
              </p:nvSpPr>
              <p:spPr>
                <a:xfrm>
                  <a:off x="9064440" y="3842640"/>
                  <a:ext cx="399600" cy="134280"/>
                </a:xfrm>
                <a:custGeom>
                  <a:avLst/>
                  <a:gdLst>
                    <a:gd name="textAreaLeft" fmla="*/ 0 w 399600"/>
                    <a:gd name="textAreaRight" fmla="*/ 399960 w 399600"/>
                    <a:gd name="textAreaTop" fmla="*/ 0 h 134280"/>
                    <a:gd name="textAreaBottom" fmla="*/ 134640 h 1342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sp>
          <p:nvSpPr>
            <p:cNvPr id="10512" name="Up-Down Arrow 191"/>
            <p:cNvSpPr/>
            <p:nvPr/>
          </p:nvSpPr>
          <p:spPr>
            <a:xfrm rot="18842400">
              <a:off x="9925200" y="2749680"/>
              <a:ext cx="110160" cy="162108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3" name="Up-Down Arrow 192"/>
            <p:cNvSpPr/>
            <p:nvPr/>
          </p:nvSpPr>
          <p:spPr>
            <a:xfrm rot="1544400">
              <a:off x="8650800" y="2913480"/>
              <a:ext cx="132120" cy="134064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4" name="Up-Down Arrow 193"/>
            <p:cNvSpPr/>
            <p:nvPr/>
          </p:nvSpPr>
          <p:spPr>
            <a:xfrm>
              <a:off x="9043560" y="2979000"/>
              <a:ext cx="132120" cy="79416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5" name="Up-Down Arrow 194"/>
            <p:cNvSpPr/>
            <p:nvPr/>
          </p:nvSpPr>
          <p:spPr>
            <a:xfrm rot="21168600">
              <a:off x="9334080" y="2978640"/>
              <a:ext cx="132120" cy="17406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CC0000">
                <a:alpha val="7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560" dur="indefinite" restart="never" nodeType="tmRoot">
          <p:childTnLst>
            <p:seq>
              <p:cTn id="2561" dur="indefinite" nodeType="mainSeq">
                <p:childTnLst>
                  <p:par>
                    <p:cTn id="2562" fill="hold">
                      <p:stCondLst>
                        <p:cond delay="indefinite"/>
                      </p:stCondLst>
                      <p:childTnLst>
                        <p:par>
                          <p:cTn id="2563" fill="hold">
                            <p:stCondLst>
                              <p:cond delay="0"/>
                            </p:stCondLst>
                            <p:childTnLst>
                              <p:par>
                                <p:cTn id="256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66" dur="500"/>
                                        <p:tgtEl>
                                          <p:spTgt spid="10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7" fill="hold">
                      <p:stCondLst>
                        <p:cond delay="indefinite"/>
                      </p:stCondLst>
                      <p:childTnLst>
                        <p:par>
                          <p:cTn id="2568" fill="hold">
                            <p:stCondLst>
                              <p:cond delay="0"/>
                            </p:stCondLst>
                            <p:childTnLst>
                              <p:par>
                                <p:cTn id="256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71" dur="500"/>
                                        <p:tgtEl>
                                          <p:spTgt spid="10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2" fill="hold">
                      <p:stCondLst>
                        <p:cond delay="indefinite"/>
                      </p:stCondLst>
                      <p:childTnLst>
                        <p:par>
                          <p:cTn id="2573" fill="hold">
                            <p:stCondLst>
                              <p:cond delay="0"/>
                            </p:stCondLst>
                            <p:childTnLst>
                              <p:par>
                                <p:cTn id="257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76" dur="500"/>
                                        <p:tgtEl>
                                          <p:spTgt spid="10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7" fill="hold">
                      <p:stCondLst>
                        <p:cond delay="indefinite"/>
                      </p:stCondLst>
                      <p:childTnLst>
                        <p:par>
                          <p:cTn id="2578" fill="hold">
                            <p:stCondLst>
                              <p:cond delay="0"/>
                            </p:stCondLst>
                            <p:childTnLst>
                              <p:par>
                                <p:cTn id="257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81" dur="500"/>
                                        <p:tgtEl>
                                          <p:spTgt spid="1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6" name="PlaceHolder 1"/>
          <p:cNvSpPr>
            <a:spLocks noGrp="1"/>
          </p:cNvSpPr>
          <p:nvPr>
            <p:ph type="title"/>
          </p:nvPr>
        </p:nvSpPr>
        <p:spPr>
          <a:xfrm>
            <a:off x="838080" y="276480"/>
            <a:ext cx="109983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SDN: control/data plane interaction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517" name="PlaceHolder 2"/>
          <p:cNvSpPr>
            <a:spLocks noGrp="1"/>
          </p:cNvSpPr>
          <p:nvPr>
            <p:ph type="sldNum" idx="8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E2956CFE-5542-41B4-8709-99B9FF196835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93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8" name="Rounded Rectangle 324"/>
          <p:cNvSpPr/>
          <p:nvPr/>
        </p:nvSpPr>
        <p:spPr>
          <a:xfrm>
            <a:off x="1267920" y="2781360"/>
            <a:ext cx="4210560" cy="1062000"/>
          </a:xfrm>
          <a:prstGeom prst="roundRect">
            <a:avLst>
              <a:gd name="adj" fmla="val 16667"/>
            </a:avLst>
          </a:prstGeom>
          <a:solidFill>
            <a:srgbClr val="60C99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9" name="Rounded Rectangle 325"/>
          <p:cNvSpPr/>
          <p:nvPr/>
        </p:nvSpPr>
        <p:spPr>
          <a:xfrm>
            <a:off x="1294560" y="3978000"/>
            <a:ext cx="4183920" cy="545040"/>
          </a:xfrm>
          <a:prstGeom prst="roundRect">
            <a:avLst>
              <a:gd name="adj" fmla="val 16667"/>
            </a:avLst>
          </a:prstGeom>
          <a:solidFill>
            <a:srgbClr val="60C99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20" name="Straight Connector 326"/>
          <p:cNvCxnSpPr/>
          <p:nvPr/>
        </p:nvCxnSpPr>
        <p:spPr>
          <a:xfrm>
            <a:off x="1334520" y="4626000"/>
            <a:ext cx="4104360" cy="360"/>
          </a:xfrm>
          <a:prstGeom prst="straightConnector1">
            <a:avLst/>
          </a:prstGeom>
          <a:ln w="19050">
            <a:solidFill>
              <a:srgbClr val="000000"/>
            </a:solidFill>
            <a:prstDash val="dash"/>
            <a:round/>
          </a:ln>
        </p:spPr>
      </p:cxnSp>
      <p:grpSp>
        <p:nvGrpSpPr>
          <p:cNvPr id="10521" name="Group 327"/>
          <p:cNvGrpSpPr/>
          <p:nvPr/>
        </p:nvGrpSpPr>
        <p:grpSpPr>
          <a:xfrm>
            <a:off x="1380960" y="3356280"/>
            <a:ext cx="1289880" cy="411480"/>
            <a:chOff x="1380960" y="3356280"/>
            <a:chExt cx="1289880" cy="411480"/>
          </a:xfrm>
        </p:grpSpPr>
        <p:sp>
          <p:nvSpPr>
            <p:cNvPr id="10522" name="Rounded Rectangle 328"/>
            <p:cNvSpPr/>
            <p:nvPr/>
          </p:nvSpPr>
          <p:spPr>
            <a:xfrm>
              <a:off x="1416960" y="3356280"/>
              <a:ext cx="1244160" cy="41148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3" name="TextBox 329"/>
            <p:cNvSpPr/>
            <p:nvPr/>
          </p:nvSpPr>
          <p:spPr>
            <a:xfrm>
              <a:off x="1380960" y="3431520"/>
              <a:ext cx="128988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Link-state info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24" name="Group 330"/>
          <p:cNvGrpSpPr/>
          <p:nvPr/>
        </p:nvGrpSpPr>
        <p:grpSpPr>
          <a:xfrm>
            <a:off x="4358880" y="3369600"/>
            <a:ext cx="1017000" cy="398160"/>
            <a:chOff x="4358880" y="3369600"/>
            <a:chExt cx="1017000" cy="398160"/>
          </a:xfrm>
        </p:grpSpPr>
        <p:sp>
          <p:nvSpPr>
            <p:cNvPr id="10525" name="Rounded Rectangle 331"/>
            <p:cNvSpPr/>
            <p:nvPr/>
          </p:nvSpPr>
          <p:spPr>
            <a:xfrm>
              <a:off x="4358880" y="3369600"/>
              <a:ext cx="1012680" cy="3981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6" name="TextBox 332"/>
            <p:cNvSpPr/>
            <p:nvPr/>
          </p:nvSpPr>
          <p:spPr>
            <a:xfrm>
              <a:off x="4362480" y="3430080"/>
              <a:ext cx="101340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switch info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27" name="Group 333"/>
          <p:cNvGrpSpPr/>
          <p:nvPr/>
        </p:nvGrpSpPr>
        <p:grpSpPr>
          <a:xfrm>
            <a:off x="2809080" y="3356280"/>
            <a:ext cx="960120" cy="411480"/>
            <a:chOff x="2809080" y="3356280"/>
            <a:chExt cx="960120" cy="411480"/>
          </a:xfrm>
        </p:grpSpPr>
        <p:sp>
          <p:nvSpPr>
            <p:cNvPr id="10528" name="Rounded Rectangle 334"/>
            <p:cNvSpPr/>
            <p:nvPr/>
          </p:nvSpPr>
          <p:spPr>
            <a:xfrm>
              <a:off x="2809080" y="3356280"/>
              <a:ext cx="960120" cy="41148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9" name="TextBox 335"/>
            <p:cNvSpPr/>
            <p:nvPr/>
          </p:nvSpPr>
          <p:spPr>
            <a:xfrm>
              <a:off x="2864520" y="3431520"/>
              <a:ext cx="85500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host info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30" name="Group 336"/>
          <p:cNvGrpSpPr/>
          <p:nvPr/>
        </p:nvGrpSpPr>
        <p:grpSpPr>
          <a:xfrm>
            <a:off x="1348560" y="2861640"/>
            <a:ext cx="889200" cy="382320"/>
            <a:chOff x="1348560" y="2861640"/>
            <a:chExt cx="889200" cy="382320"/>
          </a:xfrm>
        </p:grpSpPr>
        <p:sp>
          <p:nvSpPr>
            <p:cNvPr id="10531" name="Rounded Rectangle 337"/>
            <p:cNvSpPr/>
            <p:nvPr/>
          </p:nvSpPr>
          <p:spPr>
            <a:xfrm>
              <a:off x="1348560" y="2861640"/>
              <a:ext cx="889200" cy="38232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32" name="TextBox 338"/>
            <p:cNvSpPr/>
            <p:nvPr/>
          </p:nvSpPr>
          <p:spPr>
            <a:xfrm>
              <a:off x="1364400" y="2904840"/>
              <a:ext cx="86328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statistics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33" name="Group 339"/>
          <p:cNvGrpSpPr/>
          <p:nvPr/>
        </p:nvGrpSpPr>
        <p:grpSpPr>
          <a:xfrm>
            <a:off x="4080600" y="2848320"/>
            <a:ext cx="1023480" cy="404640"/>
            <a:chOff x="4080600" y="2848320"/>
            <a:chExt cx="1023480" cy="404640"/>
          </a:xfrm>
        </p:grpSpPr>
        <p:sp>
          <p:nvSpPr>
            <p:cNvPr id="10534" name="Rounded Rectangle 340"/>
            <p:cNvSpPr/>
            <p:nvPr/>
          </p:nvSpPr>
          <p:spPr>
            <a:xfrm>
              <a:off x="4096440" y="2848320"/>
              <a:ext cx="960120" cy="40464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35" name="TextBox 341"/>
            <p:cNvSpPr/>
            <p:nvPr/>
          </p:nvSpPr>
          <p:spPr>
            <a:xfrm>
              <a:off x="4080600" y="2908800"/>
              <a:ext cx="102348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flow tables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36" name="TextBox 342"/>
          <p:cNvSpPr/>
          <p:nvPr/>
        </p:nvSpPr>
        <p:spPr>
          <a:xfrm>
            <a:off x="3285360" y="2483640"/>
            <a:ext cx="569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7" name="TextBox 343"/>
          <p:cNvSpPr/>
          <p:nvPr/>
        </p:nvSpPr>
        <p:spPr>
          <a:xfrm>
            <a:off x="3831840" y="3120480"/>
            <a:ext cx="812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538" name="Group 344"/>
          <p:cNvGrpSpPr/>
          <p:nvPr/>
        </p:nvGrpSpPr>
        <p:grpSpPr>
          <a:xfrm>
            <a:off x="1903320" y="4109040"/>
            <a:ext cx="1257120" cy="292680"/>
            <a:chOff x="1903320" y="4109040"/>
            <a:chExt cx="1257120" cy="292680"/>
          </a:xfrm>
        </p:grpSpPr>
        <p:sp>
          <p:nvSpPr>
            <p:cNvPr id="10539" name="Rounded Rectangle 345"/>
            <p:cNvSpPr/>
            <p:nvPr/>
          </p:nvSpPr>
          <p:spPr>
            <a:xfrm>
              <a:off x="1903320" y="4109040"/>
              <a:ext cx="1257120" cy="2865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40" name="TextBox 346"/>
            <p:cNvSpPr/>
            <p:nvPr/>
          </p:nvSpPr>
          <p:spPr>
            <a:xfrm>
              <a:off x="2039040" y="4109040"/>
              <a:ext cx="99360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OpenFlow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41" name="Group 347"/>
          <p:cNvGrpSpPr/>
          <p:nvPr/>
        </p:nvGrpSpPr>
        <p:grpSpPr>
          <a:xfrm>
            <a:off x="3772440" y="4114080"/>
            <a:ext cx="1244160" cy="310680"/>
            <a:chOff x="3772440" y="4114080"/>
            <a:chExt cx="1244160" cy="310680"/>
          </a:xfrm>
        </p:grpSpPr>
        <p:sp>
          <p:nvSpPr>
            <p:cNvPr id="10542" name="Rounded Rectangle 348"/>
            <p:cNvSpPr/>
            <p:nvPr/>
          </p:nvSpPr>
          <p:spPr>
            <a:xfrm>
              <a:off x="3772440" y="4114080"/>
              <a:ext cx="1244160" cy="30708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43" name="TextBox 349"/>
            <p:cNvSpPr/>
            <p:nvPr/>
          </p:nvSpPr>
          <p:spPr>
            <a:xfrm>
              <a:off x="4050720" y="4132080"/>
              <a:ext cx="69624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SNMP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44" name="TextBox 350"/>
          <p:cNvSpPr/>
          <p:nvPr/>
        </p:nvSpPr>
        <p:spPr>
          <a:xfrm>
            <a:off x="3155400" y="3783960"/>
            <a:ext cx="812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5" name="Rounded Rectangle 351"/>
          <p:cNvSpPr/>
          <p:nvPr/>
        </p:nvSpPr>
        <p:spPr>
          <a:xfrm>
            <a:off x="1267920" y="2086200"/>
            <a:ext cx="4210560" cy="574560"/>
          </a:xfrm>
          <a:prstGeom prst="roundRect">
            <a:avLst>
              <a:gd name="adj" fmla="val 16667"/>
            </a:avLst>
          </a:prstGeom>
          <a:solidFill>
            <a:srgbClr val="60C99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546" name="Group 352"/>
          <p:cNvGrpSpPr/>
          <p:nvPr/>
        </p:nvGrpSpPr>
        <p:grpSpPr>
          <a:xfrm>
            <a:off x="1313280" y="2123280"/>
            <a:ext cx="1080000" cy="496440"/>
            <a:chOff x="1313280" y="2123280"/>
            <a:chExt cx="1080000" cy="496440"/>
          </a:xfrm>
        </p:grpSpPr>
        <p:sp>
          <p:nvSpPr>
            <p:cNvPr id="10547" name="Rounded Rectangle 353"/>
            <p:cNvSpPr/>
            <p:nvPr/>
          </p:nvSpPr>
          <p:spPr>
            <a:xfrm>
              <a:off x="1380240" y="2144520"/>
              <a:ext cx="1013040" cy="4593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48" name="TextBox 354"/>
            <p:cNvSpPr/>
            <p:nvPr/>
          </p:nvSpPr>
          <p:spPr>
            <a:xfrm>
              <a:off x="1313280" y="2123280"/>
              <a:ext cx="1033560" cy="49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network graph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49" name="Group 355"/>
          <p:cNvGrpSpPr/>
          <p:nvPr/>
        </p:nvGrpSpPr>
        <p:grpSpPr>
          <a:xfrm>
            <a:off x="4335480" y="2144160"/>
            <a:ext cx="1033560" cy="459360"/>
            <a:chOff x="4335480" y="2144160"/>
            <a:chExt cx="1033560" cy="459360"/>
          </a:xfrm>
        </p:grpSpPr>
        <p:sp>
          <p:nvSpPr>
            <p:cNvPr id="10550" name="Rounded Rectangle 356"/>
            <p:cNvSpPr/>
            <p:nvPr/>
          </p:nvSpPr>
          <p:spPr>
            <a:xfrm>
              <a:off x="4353840" y="2144160"/>
              <a:ext cx="1013040" cy="4593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1" name="TextBox 357"/>
            <p:cNvSpPr/>
            <p:nvPr/>
          </p:nvSpPr>
          <p:spPr>
            <a:xfrm>
              <a:off x="4335480" y="2239560"/>
              <a:ext cx="103356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intent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52" name="Group 358"/>
          <p:cNvGrpSpPr/>
          <p:nvPr/>
        </p:nvGrpSpPr>
        <p:grpSpPr>
          <a:xfrm>
            <a:off x="2796480" y="2139480"/>
            <a:ext cx="1033560" cy="496440"/>
            <a:chOff x="2796480" y="2139480"/>
            <a:chExt cx="1033560" cy="496440"/>
          </a:xfrm>
        </p:grpSpPr>
        <p:sp>
          <p:nvSpPr>
            <p:cNvPr id="10553" name="Rounded Rectangle 359"/>
            <p:cNvSpPr/>
            <p:nvPr/>
          </p:nvSpPr>
          <p:spPr>
            <a:xfrm>
              <a:off x="2796840" y="2142720"/>
              <a:ext cx="1013040" cy="4593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4" name="TextBox 360"/>
            <p:cNvSpPr/>
            <p:nvPr/>
          </p:nvSpPr>
          <p:spPr>
            <a:xfrm>
              <a:off x="2796480" y="2139480"/>
              <a:ext cx="1033560" cy="49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RESTful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API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55" name="TextBox 361"/>
          <p:cNvSpPr/>
          <p:nvPr/>
        </p:nvSpPr>
        <p:spPr>
          <a:xfrm>
            <a:off x="3834000" y="1945440"/>
            <a:ext cx="812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56" name="Straight Connector 362"/>
          <p:cNvCxnSpPr/>
          <p:nvPr/>
        </p:nvCxnSpPr>
        <p:spPr>
          <a:xfrm>
            <a:off x="1347840" y="1912320"/>
            <a:ext cx="4118040" cy="360"/>
          </a:xfrm>
          <a:prstGeom prst="straightConnector1">
            <a:avLst/>
          </a:prstGeom>
          <a:ln w="19050">
            <a:solidFill>
              <a:srgbClr val="000000"/>
            </a:solidFill>
            <a:prstDash val="dash"/>
            <a:round/>
          </a:ln>
        </p:spPr>
      </p:cxnSp>
      <p:sp>
        <p:nvSpPr>
          <p:cNvPr id="10557" name="Freeform 2"/>
          <p:cNvSpPr/>
          <p:nvPr/>
        </p:nvSpPr>
        <p:spPr>
          <a:xfrm>
            <a:off x="1335960" y="5057280"/>
            <a:ext cx="4057200" cy="1392840"/>
          </a:xfrm>
          <a:custGeom>
            <a:avLst/>
            <a:gdLst>
              <a:gd name="textAreaLeft" fmla="*/ 0 w 4057200"/>
              <a:gd name="textAreaRight" fmla="*/ 4057560 w 4057200"/>
              <a:gd name="textAreaTop" fmla="*/ 0 h 1392840"/>
              <a:gd name="textAreaBottom" fmla="*/ 1393200 h 1392840"/>
              <a:gd name="GluePoint1X" fmla="*/ 6 w 1794"/>
              <a:gd name="GluePoint1Y" fmla="*/ 483 h 933"/>
              <a:gd name="GluePoint2X" fmla="*/ 108 w 1794"/>
              <a:gd name="GluePoint2Y" fmla="*/ 125 h 933"/>
              <a:gd name="GluePoint3X" fmla="*/ 559 w 1794"/>
              <a:gd name="GluePoint3Y" fmla="*/ 100 h 933"/>
              <a:gd name="GluePoint4X" fmla="*/ 1128 w 1794"/>
              <a:gd name="GluePoint4Y" fmla="*/ 29 h 933"/>
              <a:gd name="GluePoint5X" fmla="*/ 1716 w 1794"/>
              <a:gd name="GluePoint5Y" fmla="*/ 275 h 933"/>
              <a:gd name="GluePoint6X" fmla="*/ 1596 w 1794"/>
              <a:gd name="GluePoint6Y" fmla="*/ 827 h 933"/>
              <a:gd name="GluePoint7X" fmla="*/ 1380 w 1794"/>
              <a:gd name="GluePoint7Y" fmla="*/ 911 h 933"/>
              <a:gd name="GluePoint8X" fmla="*/ 840 w 1794"/>
              <a:gd name="GluePoint8Y" fmla="*/ 929 h 933"/>
              <a:gd name="GluePoint9X" fmla="*/ 414 w 1794"/>
              <a:gd name="GluePoint9Y" fmla="*/ 911 h 933"/>
              <a:gd name="GluePoint10X" fmla="*/ 143 w 1794"/>
              <a:gd name="GluePoint10Y" fmla="*/ 832 h 933"/>
              <a:gd name="GluePoint11X" fmla="*/ 6 w 1794"/>
              <a:gd name="GluePoint11Y" fmla="*/ 483 h 9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58" name="Straight Connector 364"/>
          <p:cNvCxnSpPr/>
          <p:nvPr/>
        </p:nvCxnSpPr>
        <p:spPr>
          <a:xfrm flipV="1">
            <a:off x="2418840" y="5440680"/>
            <a:ext cx="615600" cy="282600"/>
          </a:xfrm>
          <a:prstGeom prst="straightConnector1">
            <a:avLst/>
          </a:prstGeom>
          <a:ln w="34925">
            <a:solidFill>
              <a:srgbClr val="FF0000"/>
            </a:solidFill>
            <a:round/>
          </a:ln>
        </p:spPr>
      </p:cxnSp>
      <p:cxnSp>
        <p:nvCxnSpPr>
          <p:cNvPr id="10559" name="Straight Connector 365"/>
          <p:cNvCxnSpPr/>
          <p:nvPr/>
        </p:nvCxnSpPr>
        <p:spPr>
          <a:xfrm>
            <a:off x="2408400" y="5746680"/>
            <a:ext cx="1651680" cy="138960"/>
          </a:xfrm>
          <a:prstGeom prst="straightConnector1">
            <a:avLst/>
          </a:prstGeom>
          <a:ln w="9525">
            <a:solidFill>
              <a:srgbClr val="808080"/>
            </a:solidFill>
            <a:round/>
          </a:ln>
        </p:spPr>
      </p:cxnSp>
      <p:cxnSp>
        <p:nvCxnSpPr>
          <p:cNvPr id="10560" name="Straight Connector 366"/>
          <p:cNvCxnSpPr>
            <a:endCxn id="10561" idx="1"/>
          </p:cNvCxnSpPr>
          <p:nvPr/>
        </p:nvCxnSpPr>
        <p:spPr>
          <a:xfrm>
            <a:off x="2418840" y="5803200"/>
            <a:ext cx="318240" cy="388080"/>
          </a:xfrm>
          <a:prstGeom prst="straightConnector1">
            <a:avLst/>
          </a:prstGeom>
          <a:ln w="9525">
            <a:solidFill>
              <a:srgbClr val="808080"/>
            </a:solidFill>
            <a:round/>
          </a:ln>
        </p:spPr>
      </p:cxnSp>
      <p:cxnSp>
        <p:nvCxnSpPr>
          <p:cNvPr id="10562" name="Straight Connector 367"/>
          <p:cNvCxnSpPr>
            <a:stCxn id="10563" idx="3"/>
          </p:cNvCxnSpPr>
          <p:nvPr/>
        </p:nvCxnSpPr>
        <p:spPr>
          <a:xfrm>
            <a:off x="3720240" y="5436720"/>
            <a:ext cx="333720" cy="421560"/>
          </a:xfrm>
          <a:prstGeom prst="straightConnector1">
            <a:avLst/>
          </a:prstGeom>
          <a:ln w="9525">
            <a:solidFill>
              <a:srgbClr val="808080"/>
            </a:solidFill>
            <a:round/>
          </a:ln>
        </p:spPr>
      </p:cxnSp>
      <p:cxnSp>
        <p:nvCxnSpPr>
          <p:cNvPr id="10564" name="Straight Connector 368"/>
          <p:cNvCxnSpPr/>
          <p:nvPr/>
        </p:nvCxnSpPr>
        <p:spPr>
          <a:xfrm flipV="1">
            <a:off x="3198240" y="5943960"/>
            <a:ext cx="861840" cy="275760"/>
          </a:xfrm>
          <a:prstGeom prst="straightConnector1">
            <a:avLst/>
          </a:prstGeom>
          <a:ln w="9525">
            <a:solidFill>
              <a:srgbClr val="808080"/>
            </a:solidFill>
            <a:round/>
          </a:ln>
        </p:spPr>
      </p:cxnSp>
      <p:sp>
        <p:nvSpPr>
          <p:cNvPr id="10565" name="Oval 392"/>
          <p:cNvSpPr/>
          <p:nvPr/>
        </p:nvSpPr>
        <p:spPr>
          <a:xfrm rot="5400000">
            <a:off x="2797560" y="406800"/>
            <a:ext cx="630720" cy="22348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  <a:effectLst>
            <a:outerShdw algn="bl" blurRad="50760" dir="18900000" dist="37674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6" name="TextBox 393"/>
          <p:cNvSpPr/>
          <p:nvPr/>
        </p:nvSpPr>
        <p:spPr>
          <a:xfrm>
            <a:off x="2147400" y="1323720"/>
            <a:ext cx="192312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ts val="1599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Dijkstra’s link-state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9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routing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567" name="Group 394"/>
          <p:cNvGrpSpPr/>
          <p:nvPr/>
        </p:nvGrpSpPr>
        <p:grpSpPr>
          <a:xfrm>
            <a:off x="1748520" y="5523840"/>
            <a:ext cx="687240" cy="465840"/>
            <a:chOff x="1748520" y="5523840"/>
            <a:chExt cx="687240" cy="465840"/>
          </a:xfrm>
        </p:grpSpPr>
        <p:grpSp>
          <p:nvGrpSpPr>
            <p:cNvPr id="10568" name="Group 327"/>
            <p:cNvGrpSpPr/>
            <p:nvPr/>
          </p:nvGrpSpPr>
          <p:grpSpPr>
            <a:xfrm>
              <a:off x="1748520" y="5523840"/>
              <a:ext cx="687240" cy="403560"/>
              <a:chOff x="1748520" y="5523840"/>
              <a:chExt cx="687240" cy="403560"/>
            </a:xfrm>
          </p:grpSpPr>
          <p:sp>
            <p:nvSpPr>
              <p:cNvPr id="10569" name="Oval 399"/>
              <p:cNvSpPr/>
              <p:nvPr/>
            </p:nvSpPr>
            <p:spPr>
              <a:xfrm flipV="1">
                <a:off x="1750680" y="5631480"/>
                <a:ext cx="685080" cy="29592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70" name="Rectangle 400"/>
              <p:cNvSpPr/>
              <p:nvPr/>
            </p:nvSpPr>
            <p:spPr>
              <a:xfrm>
                <a:off x="1748520" y="5675400"/>
                <a:ext cx="686880" cy="1051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71" name="Oval 401"/>
              <p:cNvSpPr/>
              <p:nvPr/>
            </p:nvSpPr>
            <p:spPr>
              <a:xfrm flipV="1">
                <a:off x="1748520" y="5523840"/>
                <a:ext cx="685080" cy="2959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72" name="Freeform 402"/>
              <p:cNvSpPr/>
              <p:nvPr/>
            </p:nvSpPr>
            <p:spPr>
              <a:xfrm>
                <a:off x="1924200" y="5613840"/>
                <a:ext cx="333720" cy="146880"/>
              </a:xfrm>
              <a:custGeom>
                <a:avLst/>
                <a:gdLst>
                  <a:gd name="textAreaLeft" fmla="*/ 0 w 333720"/>
                  <a:gd name="textAreaRight" fmla="*/ 334080 w 333720"/>
                  <a:gd name="textAreaTop" fmla="*/ 0 h 146880"/>
                  <a:gd name="textAreaBottom" fmla="*/ 147240 h 14688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73" name="Freeform 403"/>
              <p:cNvSpPr/>
              <p:nvPr/>
            </p:nvSpPr>
            <p:spPr>
              <a:xfrm>
                <a:off x="1889640" y="5576760"/>
                <a:ext cx="403200" cy="102960"/>
              </a:xfrm>
              <a:custGeom>
                <a:avLst/>
                <a:gdLst>
                  <a:gd name="textAreaLeft" fmla="*/ 0 w 403200"/>
                  <a:gd name="textAreaRight" fmla="*/ 403560 w 403200"/>
                  <a:gd name="textAreaTop" fmla="*/ 0 h 102960"/>
                  <a:gd name="textAreaBottom" fmla="*/ 103320 h 1029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74" name="Freeform 404"/>
              <p:cNvSpPr/>
              <p:nvPr/>
            </p:nvSpPr>
            <p:spPr>
              <a:xfrm>
                <a:off x="2154240" y="5664600"/>
                <a:ext cx="148320" cy="896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89640"/>
                  <a:gd name="textAreaBottom" fmla="*/ 90000 h 896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75" name="Freeform 405"/>
              <p:cNvSpPr/>
              <p:nvPr/>
            </p:nvSpPr>
            <p:spPr>
              <a:xfrm>
                <a:off x="1881720" y="5666760"/>
                <a:ext cx="146520" cy="87480"/>
              </a:xfrm>
              <a:custGeom>
                <a:avLst/>
                <a:gdLst>
                  <a:gd name="textAreaLeft" fmla="*/ 0 w 146520"/>
                  <a:gd name="textAreaRight" fmla="*/ 146880 w 146520"/>
                  <a:gd name="textAreaTop" fmla="*/ 0 h 87480"/>
                  <a:gd name="textAreaBottom" fmla="*/ 87840 h 874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576" name="Straight Connector 406"/>
              <p:cNvCxnSpPr/>
              <p:nvPr/>
            </p:nvCxnSpPr>
            <p:spPr>
              <a:xfrm flipH="1" flipV="1">
                <a:off x="1748520" y="5671080"/>
                <a:ext cx="2160" cy="1144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577" name="Straight Connector 407"/>
              <p:cNvCxnSpPr/>
              <p:nvPr/>
            </p:nvCxnSpPr>
            <p:spPr>
              <a:xfrm flipH="1" flipV="1">
                <a:off x="2433960" y="5668560"/>
                <a:ext cx="2160" cy="1148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578" name="Group 396"/>
            <p:cNvGrpSpPr/>
            <p:nvPr/>
          </p:nvGrpSpPr>
          <p:grpSpPr>
            <a:xfrm>
              <a:off x="1860840" y="5594400"/>
              <a:ext cx="452880" cy="395280"/>
              <a:chOff x="1860840" y="5594400"/>
              <a:chExt cx="452880" cy="395280"/>
            </a:xfrm>
          </p:grpSpPr>
          <p:sp>
            <p:nvSpPr>
              <p:cNvPr id="10579" name="Oval 397"/>
              <p:cNvSpPr/>
              <p:nvPr/>
            </p:nvSpPr>
            <p:spPr>
              <a:xfrm>
                <a:off x="1880640" y="5692320"/>
                <a:ext cx="433080" cy="23256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80" name="TextBox 398"/>
              <p:cNvSpPr/>
              <p:nvPr/>
            </p:nvSpPr>
            <p:spPr>
              <a:xfrm>
                <a:off x="1860840" y="5594400"/>
                <a:ext cx="4496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581" name="Group 408"/>
          <p:cNvGrpSpPr/>
          <p:nvPr/>
        </p:nvGrpSpPr>
        <p:grpSpPr>
          <a:xfrm>
            <a:off x="3033000" y="5232600"/>
            <a:ext cx="687600" cy="465480"/>
            <a:chOff x="3033000" y="5232600"/>
            <a:chExt cx="687600" cy="465480"/>
          </a:xfrm>
        </p:grpSpPr>
        <p:grpSp>
          <p:nvGrpSpPr>
            <p:cNvPr id="10582" name="Group 327"/>
            <p:cNvGrpSpPr/>
            <p:nvPr/>
          </p:nvGrpSpPr>
          <p:grpSpPr>
            <a:xfrm>
              <a:off x="3033000" y="5232600"/>
              <a:ext cx="687600" cy="403560"/>
              <a:chOff x="3033000" y="5232600"/>
              <a:chExt cx="687600" cy="403560"/>
            </a:xfrm>
          </p:grpSpPr>
          <p:sp>
            <p:nvSpPr>
              <p:cNvPr id="10583" name="Oval 413"/>
              <p:cNvSpPr/>
              <p:nvPr/>
            </p:nvSpPr>
            <p:spPr>
              <a:xfrm flipV="1">
                <a:off x="3035160" y="5340240"/>
                <a:ext cx="685080" cy="29592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63" name="Rectangle 414"/>
              <p:cNvSpPr/>
              <p:nvPr/>
            </p:nvSpPr>
            <p:spPr>
              <a:xfrm>
                <a:off x="3033360" y="5384160"/>
                <a:ext cx="686880" cy="1051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84" name="Oval 415"/>
              <p:cNvSpPr/>
              <p:nvPr/>
            </p:nvSpPr>
            <p:spPr>
              <a:xfrm flipV="1">
                <a:off x="3033360" y="5232600"/>
                <a:ext cx="685080" cy="2959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85" name="Freeform 416"/>
              <p:cNvSpPr/>
              <p:nvPr/>
            </p:nvSpPr>
            <p:spPr>
              <a:xfrm>
                <a:off x="3209040" y="5322600"/>
                <a:ext cx="333720" cy="146880"/>
              </a:xfrm>
              <a:custGeom>
                <a:avLst/>
                <a:gdLst>
                  <a:gd name="textAreaLeft" fmla="*/ 0 w 333720"/>
                  <a:gd name="textAreaRight" fmla="*/ 334080 w 333720"/>
                  <a:gd name="textAreaTop" fmla="*/ 0 h 146880"/>
                  <a:gd name="textAreaBottom" fmla="*/ 147240 h 14688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86" name="Freeform 417"/>
              <p:cNvSpPr/>
              <p:nvPr/>
            </p:nvSpPr>
            <p:spPr>
              <a:xfrm>
                <a:off x="3174120" y="5285520"/>
                <a:ext cx="403200" cy="102960"/>
              </a:xfrm>
              <a:custGeom>
                <a:avLst/>
                <a:gdLst>
                  <a:gd name="textAreaLeft" fmla="*/ 0 w 403200"/>
                  <a:gd name="textAreaRight" fmla="*/ 403560 w 403200"/>
                  <a:gd name="textAreaTop" fmla="*/ 0 h 102960"/>
                  <a:gd name="textAreaBottom" fmla="*/ 103320 h 1029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87" name="Freeform 418"/>
              <p:cNvSpPr/>
              <p:nvPr/>
            </p:nvSpPr>
            <p:spPr>
              <a:xfrm>
                <a:off x="3438720" y="5373000"/>
                <a:ext cx="148320" cy="896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89640"/>
                  <a:gd name="textAreaBottom" fmla="*/ 90000 h 896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88" name="Freeform 419"/>
              <p:cNvSpPr/>
              <p:nvPr/>
            </p:nvSpPr>
            <p:spPr>
              <a:xfrm>
                <a:off x="3166560" y="5375520"/>
                <a:ext cx="146520" cy="87480"/>
              </a:xfrm>
              <a:custGeom>
                <a:avLst/>
                <a:gdLst>
                  <a:gd name="textAreaLeft" fmla="*/ 0 w 146520"/>
                  <a:gd name="textAreaRight" fmla="*/ 146880 w 146520"/>
                  <a:gd name="textAreaTop" fmla="*/ 0 h 87480"/>
                  <a:gd name="textAreaBottom" fmla="*/ 87840 h 874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589" name="Straight Connector 420"/>
              <p:cNvCxnSpPr/>
              <p:nvPr/>
            </p:nvCxnSpPr>
            <p:spPr>
              <a:xfrm flipH="1" flipV="1">
                <a:off x="3033000" y="5379480"/>
                <a:ext cx="2520" cy="1144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590" name="Straight Connector 421"/>
              <p:cNvCxnSpPr/>
              <p:nvPr/>
            </p:nvCxnSpPr>
            <p:spPr>
              <a:xfrm flipH="1" flipV="1">
                <a:off x="3718440" y="5377320"/>
                <a:ext cx="2520" cy="1144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591" name="Group 410"/>
            <p:cNvGrpSpPr/>
            <p:nvPr/>
          </p:nvGrpSpPr>
          <p:grpSpPr>
            <a:xfrm>
              <a:off x="3145680" y="5302800"/>
              <a:ext cx="452880" cy="395280"/>
              <a:chOff x="3145680" y="5302800"/>
              <a:chExt cx="452880" cy="395280"/>
            </a:xfrm>
          </p:grpSpPr>
          <p:sp>
            <p:nvSpPr>
              <p:cNvPr id="10592" name="Oval 411"/>
              <p:cNvSpPr/>
              <p:nvPr/>
            </p:nvSpPr>
            <p:spPr>
              <a:xfrm>
                <a:off x="3165480" y="5401080"/>
                <a:ext cx="433080" cy="23256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93" name="TextBox 412"/>
              <p:cNvSpPr/>
              <p:nvPr/>
            </p:nvSpPr>
            <p:spPr>
              <a:xfrm>
                <a:off x="3145680" y="5302800"/>
                <a:ext cx="4496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594" name="Group 422"/>
          <p:cNvGrpSpPr/>
          <p:nvPr/>
        </p:nvGrpSpPr>
        <p:grpSpPr>
          <a:xfrm>
            <a:off x="2736720" y="5986800"/>
            <a:ext cx="687240" cy="465480"/>
            <a:chOff x="2736720" y="5986800"/>
            <a:chExt cx="687240" cy="465480"/>
          </a:xfrm>
        </p:grpSpPr>
        <p:grpSp>
          <p:nvGrpSpPr>
            <p:cNvPr id="10595" name="Group 327"/>
            <p:cNvGrpSpPr/>
            <p:nvPr/>
          </p:nvGrpSpPr>
          <p:grpSpPr>
            <a:xfrm>
              <a:off x="2736720" y="5986800"/>
              <a:ext cx="687240" cy="403560"/>
              <a:chOff x="2736720" y="5986800"/>
              <a:chExt cx="687240" cy="403560"/>
            </a:xfrm>
          </p:grpSpPr>
          <p:sp>
            <p:nvSpPr>
              <p:cNvPr id="10596" name="Oval 427"/>
              <p:cNvSpPr/>
              <p:nvPr/>
            </p:nvSpPr>
            <p:spPr>
              <a:xfrm flipV="1">
                <a:off x="2738880" y="6094440"/>
                <a:ext cx="685080" cy="29592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61" name="Rectangle 428"/>
              <p:cNvSpPr/>
              <p:nvPr/>
            </p:nvSpPr>
            <p:spPr>
              <a:xfrm>
                <a:off x="2736720" y="6138360"/>
                <a:ext cx="686880" cy="1051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97" name="Oval 429"/>
              <p:cNvSpPr/>
              <p:nvPr/>
            </p:nvSpPr>
            <p:spPr>
              <a:xfrm flipV="1">
                <a:off x="2736720" y="5986800"/>
                <a:ext cx="685080" cy="2959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98" name="Freeform 430"/>
              <p:cNvSpPr/>
              <p:nvPr/>
            </p:nvSpPr>
            <p:spPr>
              <a:xfrm>
                <a:off x="2912400" y="6076800"/>
                <a:ext cx="333720" cy="146880"/>
              </a:xfrm>
              <a:custGeom>
                <a:avLst/>
                <a:gdLst>
                  <a:gd name="textAreaLeft" fmla="*/ 0 w 333720"/>
                  <a:gd name="textAreaRight" fmla="*/ 334080 w 333720"/>
                  <a:gd name="textAreaTop" fmla="*/ 0 h 146880"/>
                  <a:gd name="textAreaBottom" fmla="*/ 147240 h 14688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599" name="Freeform 431"/>
              <p:cNvSpPr/>
              <p:nvPr/>
            </p:nvSpPr>
            <p:spPr>
              <a:xfrm>
                <a:off x="2877840" y="6039720"/>
                <a:ext cx="403200" cy="102960"/>
              </a:xfrm>
              <a:custGeom>
                <a:avLst/>
                <a:gdLst>
                  <a:gd name="textAreaLeft" fmla="*/ 0 w 403200"/>
                  <a:gd name="textAreaRight" fmla="*/ 403560 w 403200"/>
                  <a:gd name="textAreaTop" fmla="*/ 0 h 102960"/>
                  <a:gd name="textAreaBottom" fmla="*/ 103320 h 1029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00" name="Freeform 432"/>
              <p:cNvSpPr/>
              <p:nvPr/>
            </p:nvSpPr>
            <p:spPr>
              <a:xfrm>
                <a:off x="3142440" y="6127560"/>
                <a:ext cx="148320" cy="896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89640"/>
                  <a:gd name="textAreaBottom" fmla="*/ 90000 h 896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01" name="Freeform 433"/>
              <p:cNvSpPr/>
              <p:nvPr/>
            </p:nvSpPr>
            <p:spPr>
              <a:xfrm>
                <a:off x="2869920" y="6129720"/>
                <a:ext cx="146520" cy="87480"/>
              </a:xfrm>
              <a:custGeom>
                <a:avLst/>
                <a:gdLst>
                  <a:gd name="textAreaLeft" fmla="*/ 0 w 146520"/>
                  <a:gd name="textAreaRight" fmla="*/ 146880 w 146520"/>
                  <a:gd name="textAreaTop" fmla="*/ 0 h 87480"/>
                  <a:gd name="textAreaBottom" fmla="*/ 87840 h 874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602" name="Straight Connector 434"/>
              <p:cNvCxnSpPr/>
              <p:nvPr/>
            </p:nvCxnSpPr>
            <p:spPr>
              <a:xfrm flipH="1" flipV="1">
                <a:off x="2736720" y="6133680"/>
                <a:ext cx="2160" cy="1148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603" name="Straight Connector 435"/>
              <p:cNvCxnSpPr/>
              <p:nvPr/>
            </p:nvCxnSpPr>
            <p:spPr>
              <a:xfrm flipH="1" flipV="1">
                <a:off x="3422160" y="6131520"/>
                <a:ext cx="2160" cy="1144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604" name="Group 424"/>
            <p:cNvGrpSpPr/>
            <p:nvPr/>
          </p:nvGrpSpPr>
          <p:grpSpPr>
            <a:xfrm>
              <a:off x="2849400" y="6057000"/>
              <a:ext cx="452520" cy="395280"/>
              <a:chOff x="2849400" y="6057000"/>
              <a:chExt cx="452520" cy="395280"/>
            </a:xfrm>
          </p:grpSpPr>
          <p:sp>
            <p:nvSpPr>
              <p:cNvPr id="10605" name="Oval 425"/>
              <p:cNvSpPr/>
              <p:nvPr/>
            </p:nvSpPr>
            <p:spPr>
              <a:xfrm>
                <a:off x="2868840" y="6155280"/>
                <a:ext cx="433080" cy="23256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06" name="TextBox 426"/>
              <p:cNvSpPr/>
              <p:nvPr/>
            </p:nvSpPr>
            <p:spPr>
              <a:xfrm>
                <a:off x="2849400" y="6057000"/>
                <a:ext cx="4496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07" name="Group 436"/>
          <p:cNvGrpSpPr/>
          <p:nvPr/>
        </p:nvGrpSpPr>
        <p:grpSpPr>
          <a:xfrm>
            <a:off x="3904200" y="5705640"/>
            <a:ext cx="687240" cy="465840"/>
            <a:chOff x="3904200" y="5705640"/>
            <a:chExt cx="687240" cy="465840"/>
          </a:xfrm>
        </p:grpSpPr>
        <p:grpSp>
          <p:nvGrpSpPr>
            <p:cNvPr id="10608" name="Group 327"/>
            <p:cNvGrpSpPr/>
            <p:nvPr/>
          </p:nvGrpSpPr>
          <p:grpSpPr>
            <a:xfrm>
              <a:off x="3904200" y="5705640"/>
              <a:ext cx="687240" cy="403560"/>
              <a:chOff x="3904200" y="5705640"/>
              <a:chExt cx="687240" cy="403560"/>
            </a:xfrm>
          </p:grpSpPr>
          <p:sp>
            <p:nvSpPr>
              <p:cNvPr id="10609" name="Oval 441"/>
              <p:cNvSpPr/>
              <p:nvPr/>
            </p:nvSpPr>
            <p:spPr>
              <a:xfrm flipV="1">
                <a:off x="3906360" y="5813280"/>
                <a:ext cx="685080" cy="29592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10" name="Rectangle 442"/>
              <p:cNvSpPr/>
              <p:nvPr/>
            </p:nvSpPr>
            <p:spPr>
              <a:xfrm>
                <a:off x="3904200" y="5857200"/>
                <a:ext cx="686880" cy="1051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11" name="Oval 443"/>
              <p:cNvSpPr/>
              <p:nvPr/>
            </p:nvSpPr>
            <p:spPr>
              <a:xfrm flipV="1">
                <a:off x="3904200" y="5705640"/>
                <a:ext cx="685080" cy="2959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12" name="Freeform 444"/>
              <p:cNvSpPr/>
              <p:nvPr/>
            </p:nvSpPr>
            <p:spPr>
              <a:xfrm>
                <a:off x="4079880" y="5795640"/>
                <a:ext cx="333720" cy="146880"/>
              </a:xfrm>
              <a:custGeom>
                <a:avLst/>
                <a:gdLst>
                  <a:gd name="textAreaLeft" fmla="*/ 0 w 333720"/>
                  <a:gd name="textAreaRight" fmla="*/ 334080 w 333720"/>
                  <a:gd name="textAreaTop" fmla="*/ 0 h 146880"/>
                  <a:gd name="textAreaBottom" fmla="*/ 147240 h 14688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13" name="Freeform 445"/>
              <p:cNvSpPr/>
              <p:nvPr/>
            </p:nvSpPr>
            <p:spPr>
              <a:xfrm>
                <a:off x="4045320" y="5758560"/>
                <a:ext cx="403200" cy="102960"/>
              </a:xfrm>
              <a:custGeom>
                <a:avLst/>
                <a:gdLst>
                  <a:gd name="textAreaLeft" fmla="*/ 0 w 403200"/>
                  <a:gd name="textAreaRight" fmla="*/ 403560 w 403200"/>
                  <a:gd name="textAreaTop" fmla="*/ 0 h 102960"/>
                  <a:gd name="textAreaBottom" fmla="*/ 103320 h 1029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14" name="Freeform 446"/>
              <p:cNvSpPr/>
              <p:nvPr/>
            </p:nvSpPr>
            <p:spPr>
              <a:xfrm>
                <a:off x="4309920" y="5846400"/>
                <a:ext cx="148320" cy="896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89640"/>
                  <a:gd name="textAreaBottom" fmla="*/ 90000 h 896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15" name="Freeform 447"/>
              <p:cNvSpPr/>
              <p:nvPr/>
            </p:nvSpPr>
            <p:spPr>
              <a:xfrm>
                <a:off x="4037400" y="5848560"/>
                <a:ext cx="146520" cy="87480"/>
              </a:xfrm>
              <a:custGeom>
                <a:avLst/>
                <a:gdLst>
                  <a:gd name="textAreaLeft" fmla="*/ 0 w 146520"/>
                  <a:gd name="textAreaRight" fmla="*/ 146880 w 146520"/>
                  <a:gd name="textAreaTop" fmla="*/ 0 h 87480"/>
                  <a:gd name="textAreaBottom" fmla="*/ 87840 h 874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616" name="Straight Connector 448"/>
              <p:cNvCxnSpPr/>
              <p:nvPr/>
            </p:nvCxnSpPr>
            <p:spPr>
              <a:xfrm flipH="1" flipV="1">
                <a:off x="3904200" y="5852520"/>
                <a:ext cx="2160" cy="1148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617" name="Straight Connector 449"/>
              <p:cNvCxnSpPr/>
              <p:nvPr/>
            </p:nvCxnSpPr>
            <p:spPr>
              <a:xfrm flipH="1" flipV="1">
                <a:off x="4589640" y="5850360"/>
                <a:ext cx="2160" cy="1148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618" name="Group 438"/>
            <p:cNvGrpSpPr/>
            <p:nvPr/>
          </p:nvGrpSpPr>
          <p:grpSpPr>
            <a:xfrm>
              <a:off x="4016520" y="5776200"/>
              <a:ext cx="452880" cy="395280"/>
              <a:chOff x="4016520" y="5776200"/>
              <a:chExt cx="452880" cy="395280"/>
            </a:xfrm>
          </p:grpSpPr>
          <p:sp>
            <p:nvSpPr>
              <p:cNvPr id="10619" name="Oval 439"/>
              <p:cNvSpPr/>
              <p:nvPr/>
            </p:nvSpPr>
            <p:spPr>
              <a:xfrm>
                <a:off x="4036320" y="5874120"/>
                <a:ext cx="433080" cy="23256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620" name="TextBox 440"/>
              <p:cNvSpPr/>
              <p:nvPr/>
            </p:nvSpPr>
            <p:spPr>
              <a:xfrm>
                <a:off x="4016520" y="5776200"/>
                <a:ext cx="4496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21" name="Group 451"/>
          <p:cNvGrpSpPr/>
          <p:nvPr/>
        </p:nvGrpSpPr>
        <p:grpSpPr>
          <a:xfrm>
            <a:off x="6764040" y="1425600"/>
            <a:ext cx="4822200" cy="1110600"/>
            <a:chOff x="6764040" y="1425600"/>
            <a:chExt cx="4822200" cy="1110600"/>
          </a:xfrm>
        </p:grpSpPr>
        <p:sp>
          <p:nvSpPr>
            <p:cNvPr id="10622" name="TextBox 452"/>
            <p:cNvSpPr/>
            <p:nvPr/>
          </p:nvSpPr>
          <p:spPr>
            <a:xfrm>
              <a:off x="7091640" y="1458720"/>
              <a:ext cx="449460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S1, experiencing link failure uses OpenFlow port status message to notify controller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23" name="Group 453"/>
            <p:cNvGrpSpPr/>
            <p:nvPr/>
          </p:nvGrpSpPr>
          <p:grpSpPr>
            <a:xfrm>
              <a:off x="6764040" y="1425600"/>
              <a:ext cx="325440" cy="395280"/>
              <a:chOff x="6764040" y="1425600"/>
              <a:chExt cx="325440" cy="395280"/>
            </a:xfrm>
          </p:grpSpPr>
          <p:sp>
            <p:nvSpPr>
              <p:cNvPr id="10624" name="Oval 454"/>
              <p:cNvSpPr/>
              <p:nvPr/>
            </p:nvSpPr>
            <p:spPr>
              <a:xfrm>
                <a:off x="6782760" y="1506600"/>
                <a:ext cx="27180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625" name="TextBox 455"/>
              <p:cNvSpPr/>
              <p:nvPr/>
            </p:nvSpPr>
            <p:spPr>
              <a:xfrm>
                <a:off x="6764040" y="1425600"/>
                <a:ext cx="3254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  <a:ea typeface="ＭＳ Ｐゴシック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26" name="Group 456"/>
          <p:cNvGrpSpPr/>
          <p:nvPr/>
        </p:nvGrpSpPr>
        <p:grpSpPr>
          <a:xfrm>
            <a:off x="6812640" y="2633040"/>
            <a:ext cx="5024160" cy="1109880"/>
            <a:chOff x="6812640" y="2633040"/>
            <a:chExt cx="5024160" cy="1109880"/>
          </a:xfrm>
        </p:grpSpPr>
        <p:sp>
          <p:nvSpPr>
            <p:cNvPr id="10627" name="TextBox 457"/>
            <p:cNvSpPr/>
            <p:nvPr/>
          </p:nvSpPr>
          <p:spPr>
            <a:xfrm>
              <a:off x="7137360" y="2666160"/>
              <a:ext cx="4699440" cy="107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SDN controller receives OpenFlow message, updates link status info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28" name="Group 458"/>
            <p:cNvGrpSpPr/>
            <p:nvPr/>
          </p:nvGrpSpPr>
          <p:grpSpPr>
            <a:xfrm>
              <a:off x="6812640" y="2633040"/>
              <a:ext cx="325440" cy="395280"/>
              <a:chOff x="6812640" y="2633040"/>
              <a:chExt cx="325440" cy="395280"/>
            </a:xfrm>
          </p:grpSpPr>
          <p:sp>
            <p:nvSpPr>
              <p:cNvPr id="10629" name="Oval 459"/>
              <p:cNvSpPr/>
              <p:nvPr/>
            </p:nvSpPr>
            <p:spPr>
              <a:xfrm>
                <a:off x="6828120" y="2714400"/>
                <a:ext cx="27180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630" name="TextBox 460"/>
              <p:cNvSpPr/>
              <p:nvPr/>
            </p:nvSpPr>
            <p:spPr>
              <a:xfrm>
                <a:off x="6812640" y="2633040"/>
                <a:ext cx="3254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  <a:ea typeface="ＭＳ Ｐゴシック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31" name="Group 461"/>
          <p:cNvGrpSpPr/>
          <p:nvPr/>
        </p:nvGrpSpPr>
        <p:grpSpPr>
          <a:xfrm>
            <a:off x="6821280" y="3557880"/>
            <a:ext cx="5253480" cy="1758240"/>
            <a:chOff x="6821280" y="3557880"/>
            <a:chExt cx="5253480" cy="1758240"/>
          </a:xfrm>
        </p:grpSpPr>
        <p:sp>
          <p:nvSpPr>
            <p:cNvPr id="10632" name="TextBox 462"/>
            <p:cNvSpPr/>
            <p:nvPr/>
          </p:nvSpPr>
          <p:spPr>
            <a:xfrm>
              <a:off x="7142400" y="3581280"/>
              <a:ext cx="4932360" cy="173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Dijkstra’s routing algorithm application has previously registered to be called when ever link status changes.  It is called.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33" name="Group 463"/>
            <p:cNvGrpSpPr/>
            <p:nvPr/>
          </p:nvGrpSpPr>
          <p:grpSpPr>
            <a:xfrm>
              <a:off x="6821280" y="3557880"/>
              <a:ext cx="325440" cy="395280"/>
              <a:chOff x="6821280" y="3557880"/>
              <a:chExt cx="325440" cy="395280"/>
            </a:xfrm>
          </p:grpSpPr>
          <p:sp>
            <p:nvSpPr>
              <p:cNvPr id="10634" name="Oval 464"/>
              <p:cNvSpPr/>
              <p:nvPr/>
            </p:nvSpPr>
            <p:spPr>
              <a:xfrm>
                <a:off x="6833520" y="3629520"/>
                <a:ext cx="27180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635" name="TextBox 465"/>
              <p:cNvSpPr/>
              <p:nvPr/>
            </p:nvSpPr>
            <p:spPr>
              <a:xfrm>
                <a:off x="6821280" y="3557880"/>
                <a:ext cx="3254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  <a:ea typeface="ＭＳ Ｐゴシック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36" name="Group 466"/>
          <p:cNvGrpSpPr/>
          <p:nvPr/>
        </p:nvGrpSpPr>
        <p:grpSpPr>
          <a:xfrm>
            <a:off x="6800400" y="5062320"/>
            <a:ext cx="4748040" cy="1433160"/>
            <a:chOff x="6800400" y="5062320"/>
            <a:chExt cx="4748040" cy="1433160"/>
          </a:xfrm>
        </p:grpSpPr>
        <p:sp>
          <p:nvSpPr>
            <p:cNvPr id="10637" name="TextBox 467"/>
            <p:cNvSpPr/>
            <p:nvPr/>
          </p:nvSpPr>
          <p:spPr>
            <a:xfrm>
              <a:off x="7134480" y="5088960"/>
              <a:ext cx="4413960" cy="140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Dijkstra’s routing algorithm access network graph info, link state info in controller,  computes new routes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38" name="Group 468"/>
            <p:cNvGrpSpPr/>
            <p:nvPr/>
          </p:nvGrpSpPr>
          <p:grpSpPr>
            <a:xfrm>
              <a:off x="6800400" y="5062320"/>
              <a:ext cx="325440" cy="395280"/>
              <a:chOff x="6800400" y="5062320"/>
              <a:chExt cx="325440" cy="395280"/>
            </a:xfrm>
          </p:grpSpPr>
          <p:sp>
            <p:nvSpPr>
              <p:cNvPr id="10639" name="Oval 469"/>
              <p:cNvSpPr/>
              <p:nvPr/>
            </p:nvSpPr>
            <p:spPr>
              <a:xfrm>
                <a:off x="6825600" y="5137200"/>
                <a:ext cx="27180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640" name="TextBox 470"/>
              <p:cNvSpPr/>
              <p:nvPr/>
            </p:nvSpPr>
            <p:spPr>
              <a:xfrm>
                <a:off x="6800400" y="5062320"/>
                <a:ext cx="3254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  <a:ea typeface="ＭＳ Ｐゴシック"/>
                  </a:rPr>
                  <a:t>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41" name="Group 8"/>
          <p:cNvGrpSpPr/>
          <p:nvPr/>
        </p:nvGrpSpPr>
        <p:grpSpPr>
          <a:xfrm>
            <a:off x="2312280" y="4225320"/>
            <a:ext cx="677520" cy="1260720"/>
            <a:chOff x="2312280" y="4225320"/>
            <a:chExt cx="677520" cy="1260720"/>
          </a:xfrm>
        </p:grpSpPr>
        <p:sp>
          <p:nvSpPr>
            <p:cNvPr id="10642" name="Freeform 6"/>
            <p:cNvSpPr/>
            <p:nvPr/>
          </p:nvSpPr>
          <p:spPr>
            <a:xfrm>
              <a:off x="2312280" y="4225320"/>
              <a:ext cx="677520" cy="1260720"/>
            </a:xfrm>
            <a:custGeom>
              <a:avLst/>
              <a:gdLst>
                <a:gd name="textAreaLeft" fmla="*/ 0 w 677520"/>
                <a:gd name="textAreaRight" fmla="*/ 677880 w 677520"/>
                <a:gd name="textAreaTop" fmla="*/ 0 h 1260720"/>
                <a:gd name="textAreaBottom" fmla="*/ 1261080 h 1260720"/>
                <a:gd name="GluePoint1X" fmla="*/ 0 w 677917"/>
                <a:gd name="GluePoint1Y" fmla="*/ 1261241 h 1261241"/>
                <a:gd name="GluePoint2X" fmla="*/ 677917 w 677917"/>
                <a:gd name="GluePoint2Y" fmla="*/ 178675 h 1261241"/>
                <a:gd name="GluePoint3X" fmla="*/ 677917 w 677917"/>
                <a:gd name="GluePoint3Y" fmla="*/ 0 h 12612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77917" h="1261241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643" name="Group 370"/>
            <p:cNvGrpSpPr/>
            <p:nvPr/>
          </p:nvGrpSpPr>
          <p:grpSpPr>
            <a:xfrm>
              <a:off x="2499120" y="4791600"/>
              <a:ext cx="307800" cy="364680"/>
              <a:chOff x="2499120" y="4791600"/>
              <a:chExt cx="307800" cy="364680"/>
            </a:xfrm>
          </p:grpSpPr>
          <p:sp>
            <p:nvSpPr>
              <p:cNvPr id="10644" name="Oval 371"/>
              <p:cNvSpPr/>
              <p:nvPr/>
            </p:nvSpPr>
            <p:spPr>
              <a:xfrm>
                <a:off x="2533680" y="484308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45" name="TextBox 372"/>
              <p:cNvSpPr/>
              <p:nvPr/>
            </p:nvSpPr>
            <p:spPr>
              <a:xfrm>
                <a:off x="2499120" y="479160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1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46" name="Group 11"/>
          <p:cNvGrpSpPr/>
          <p:nvPr/>
        </p:nvGrpSpPr>
        <p:grpSpPr>
          <a:xfrm>
            <a:off x="2292480" y="3432240"/>
            <a:ext cx="698040" cy="793440"/>
            <a:chOff x="2292480" y="3432240"/>
            <a:chExt cx="698040" cy="793440"/>
          </a:xfrm>
        </p:grpSpPr>
        <p:sp>
          <p:nvSpPr>
            <p:cNvPr id="10647" name="Freeform 9"/>
            <p:cNvSpPr/>
            <p:nvPr/>
          </p:nvSpPr>
          <p:spPr>
            <a:xfrm>
              <a:off x="2292480" y="3432240"/>
              <a:ext cx="698040" cy="793440"/>
            </a:xfrm>
            <a:custGeom>
              <a:avLst/>
              <a:gdLst>
                <a:gd name="textAreaLeft" fmla="*/ 0 w 698040"/>
                <a:gd name="textAreaRight" fmla="*/ 698400 w 698040"/>
                <a:gd name="textAreaTop" fmla="*/ 0 h 793440"/>
                <a:gd name="textAreaBottom" fmla="*/ 793800 h 793440"/>
                <a:gd name="GluePoint1X" fmla="*/ 698500 w 698500"/>
                <a:gd name="GluePoint1Y" fmla="*/ 793750 h 793750"/>
                <a:gd name="GluePoint2X" fmla="*/ 698500 w 698500"/>
                <a:gd name="GluePoint2Y" fmla="*/ 508000 h 793750"/>
                <a:gd name="GluePoint3X" fmla="*/ 0 w 698500"/>
                <a:gd name="GluePoint3Y" fmla="*/ 269875 h 793750"/>
                <a:gd name="GluePoint4X" fmla="*/ 0 w 698500"/>
                <a:gd name="GluePoint4Y" fmla="*/ 0 h 793750"/>
                <a:gd name="GluePoint5X" fmla="*/ 0 w 698500"/>
                <a:gd name="GluePoint5Y" fmla="*/ 3175 h 7937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98500" h="79375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648" name="Group 10"/>
            <p:cNvGrpSpPr/>
            <p:nvPr/>
          </p:nvGrpSpPr>
          <p:grpSpPr>
            <a:xfrm>
              <a:off x="2576160" y="3664080"/>
              <a:ext cx="307800" cy="364680"/>
              <a:chOff x="2576160" y="3664080"/>
              <a:chExt cx="307800" cy="364680"/>
            </a:xfrm>
          </p:grpSpPr>
          <p:sp>
            <p:nvSpPr>
              <p:cNvPr id="10649" name="Oval 374"/>
              <p:cNvSpPr/>
              <p:nvPr/>
            </p:nvSpPr>
            <p:spPr>
              <a:xfrm>
                <a:off x="2602080" y="371988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50" name="TextBox 375"/>
              <p:cNvSpPr/>
              <p:nvPr/>
            </p:nvSpPr>
            <p:spPr>
              <a:xfrm>
                <a:off x="2576160" y="366408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2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51" name="Group 14"/>
          <p:cNvGrpSpPr/>
          <p:nvPr/>
        </p:nvGrpSpPr>
        <p:grpSpPr>
          <a:xfrm>
            <a:off x="2137680" y="1774800"/>
            <a:ext cx="307800" cy="1663200"/>
            <a:chOff x="2137680" y="1774800"/>
            <a:chExt cx="307800" cy="1663200"/>
          </a:xfrm>
        </p:grpSpPr>
        <p:sp>
          <p:nvSpPr>
            <p:cNvPr id="10652" name="Freeform 12"/>
            <p:cNvSpPr/>
            <p:nvPr/>
          </p:nvSpPr>
          <p:spPr>
            <a:xfrm>
              <a:off x="2276640" y="1774800"/>
              <a:ext cx="15480" cy="166320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663200"/>
                <a:gd name="textAreaBottom" fmla="*/ 1663560 h 1663200"/>
                <a:gd name="GluePoint1X" fmla="*/ 15875 w 15875"/>
                <a:gd name="GluePoint1Y" fmla="*/ 1663700 h 1663700"/>
                <a:gd name="GluePoint2X" fmla="*/ 15875 w 15875"/>
                <a:gd name="GluePoint2Y" fmla="*/ 0 h 1663700"/>
                <a:gd name="GluePoint3X" fmla="*/ 0 w 15875"/>
                <a:gd name="GluePoint3Y" fmla="*/ 0 h 16637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5875" h="1663700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653" name="Group 13"/>
            <p:cNvGrpSpPr/>
            <p:nvPr/>
          </p:nvGrpSpPr>
          <p:grpSpPr>
            <a:xfrm>
              <a:off x="2137680" y="2579760"/>
              <a:ext cx="307800" cy="364680"/>
              <a:chOff x="2137680" y="2579760"/>
              <a:chExt cx="307800" cy="364680"/>
            </a:xfrm>
          </p:grpSpPr>
          <p:sp>
            <p:nvSpPr>
              <p:cNvPr id="10654" name="Oval 377"/>
              <p:cNvSpPr/>
              <p:nvPr/>
            </p:nvSpPr>
            <p:spPr>
              <a:xfrm>
                <a:off x="2170080" y="263880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55" name="TextBox 378"/>
              <p:cNvSpPr/>
              <p:nvPr/>
            </p:nvSpPr>
            <p:spPr>
              <a:xfrm>
                <a:off x="2137680" y="257976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3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656" name="Group 17"/>
          <p:cNvGrpSpPr/>
          <p:nvPr/>
        </p:nvGrpSpPr>
        <p:grpSpPr>
          <a:xfrm>
            <a:off x="2349360" y="1803240"/>
            <a:ext cx="307800" cy="1539720"/>
            <a:chOff x="2349360" y="1803240"/>
            <a:chExt cx="307800" cy="1539720"/>
          </a:xfrm>
        </p:grpSpPr>
        <p:cxnSp>
          <p:nvCxnSpPr>
            <p:cNvPr id="10657" name="Straight Arrow Connector 16"/>
            <p:cNvCxnSpPr/>
            <p:nvPr/>
          </p:nvCxnSpPr>
          <p:spPr>
            <a:xfrm>
              <a:off x="2498400" y="1803240"/>
              <a:ext cx="360" cy="1540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len="med" type="triangle" w="med"/>
            </a:ln>
          </p:spPr>
        </p:cxnSp>
        <p:grpSp>
          <p:nvGrpSpPr>
            <p:cNvPr id="10658" name="Group 380"/>
            <p:cNvGrpSpPr/>
            <p:nvPr/>
          </p:nvGrpSpPr>
          <p:grpSpPr>
            <a:xfrm>
              <a:off x="2349360" y="1906200"/>
              <a:ext cx="307800" cy="364680"/>
              <a:chOff x="2349360" y="1906200"/>
              <a:chExt cx="307800" cy="364680"/>
            </a:xfrm>
          </p:grpSpPr>
          <p:sp>
            <p:nvSpPr>
              <p:cNvPr id="10659" name="Oval 381"/>
              <p:cNvSpPr/>
              <p:nvPr/>
            </p:nvSpPr>
            <p:spPr>
              <a:xfrm>
                <a:off x="2381760" y="196524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0" name="TextBox 382"/>
              <p:cNvSpPr/>
              <p:nvPr/>
            </p:nvSpPr>
            <p:spPr>
              <a:xfrm>
                <a:off x="2349360" y="190620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4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582" dur="indefinite" restart="never" nodeType="tmRoot">
          <p:childTnLst>
            <p:seq>
              <p:cTn id="2583" dur="indefinite" nodeType="mainSeq">
                <p:childTnLst>
                  <p:par>
                    <p:cTn id="2584" fill="hold">
                      <p:stCondLst>
                        <p:cond delay="indefinite"/>
                      </p:stCondLst>
                      <p:childTnLst>
                        <p:par>
                          <p:cTn id="2585" fill="hold">
                            <p:stCondLst>
                              <p:cond delay="0"/>
                            </p:stCondLst>
                            <p:childTnLst>
                              <p:par>
                                <p:cTn id="258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88" dur="500"/>
                                        <p:tgtEl>
                                          <p:spTgt spid="1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9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91" dur="500"/>
                                        <p:tgtEl>
                                          <p:spTgt spid="10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2" fill="hold">
                      <p:stCondLst>
                        <p:cond delay="indefinite"/>
                      </p:stCondLst>
                      <p:childTnLst>
                        <p:par>
                          <p:cTn id="2593" fill="hold">
                            <p:stCondLst>
                              <p:cond delay="0"/>
                            </p:stCondLst>
                            <p:childTnLst>
                              <p:par>
                                <p:cTn id="259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96" dur="500"/>
                                        <p:tgtEl>
                                          <p:spTgt spid="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7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99" dur="500"/>
                                        <p:tgtEl>
                                          <p:spTgt spid="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0" fill="hold">
                      <p:stCondLst>
                        <p:cond delay="indefinite"/>
                      </p:stCondLst>
                      <p:childTnLst>
                        <p:par>
                          <p:cTn id="2601" fill="hold">
                            <p:stCondLst>
                              <p:cond delay="0"/>
                            </p:stCondLst>
                            <p:childTnLst>
                              <p:par>
                                <p:cTn id="260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04" dur="500"/>
                                        <p:tgtEl>
                                          <p:spTgt spid="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5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07" dur="500"/>
                                        <p:tgtEl>
                                          <p:spTgt spid="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8" fill="hold">
                      <p:stCondLst>
                        <p:cond delay="indefinite"/>
                      </p:stCondLst>
                      <p:childTnLst>
                        <p:par>
                          <p:cTn id="2609" fill="hold">
                            <p:stCondLst>
                              <p:cond delay="0"/>
                            </p:stCondLst>
                            <p:childTnLst>
                              <p:par>
                                <p:cTn id="26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12" dur="500"/>
                                        <p:tgtEl>
                                          <p:spTgt spid="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3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615" dur="500"/>
                                        <p:tgtEl>
                                          <p:spTgt spid="1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1" name="PlaceHolder 1"/>
          <p:cNvSpPr>
            <a:spLocks noGrp="1"/>
          </p:cNvSpPr>
          <p:nvPr>
            <p:ph type="title"/>
          </p:nvPr>
        </p:nvSpPr>
        <p:spPr>
          <a:xfrm>
            <a:off x="838080" y="276480"/>
            <a:ext cx="109983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SDN: control/data plane interaction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662" name="PlaceHolder 2"/>
          <p:cNvSpPr>
            <a:spLocks noGrp="1"/>
          </p:cNvSpPr>
          <p:nvPr>
            <p:ph type="sldNum" idx="8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238E75E-C9B2-4F49-B4ED-932076CDE439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93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3" name="Rounded Rectangle 324"/>
          <p:cNvSpPr/>
          <p:nvPr/>
        </p:nvSpPr>
        <p:spPr>
          <a:xfrm>
            <a:off x="1267920" y="2781360"/>
            <a:ext cx="4210560" cy="1062000"/>
          </a:xfrm>
          <a:prstGeom prst="roundRect">
            <a:avLst>
              <a:gd name="adj" fmla="val 16667"/>
            </a:avLst>
          </a:prstGeom>
          <a:solidFill>
            <a:srgbClr val="60C99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4" name="Rounded Rectangle 325"/>
          <p:cNvSpPr/>
          <p:nvPr/>
        </p:nvSpPr>
        <p:spPr>
          <a:xfrm>
            <a:off x="1294560" y="3978000"/>
            <a:ext cx="4183920" cy="545040"/>
          </a:xfrm>
          <a:prstGeom prst="roundRect">
            <a:avLst>
              <a:gd name="adj" fmla="val 16667"/>
            </a:avLst>
          </a:prstGeom>
          <a:solidFill>
            <a:srgbClr val="60C99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65" name="Straight Connector 326"/>
          <p:cNvCxnSpPr/>
          <p:nvPr/>
        </p:nvCxnSpPr>
        <p:spPr>
          <a:xfrm>
            <a:off x="1334520" y="4626000"/>
            <a:ext cx="4104360" cy="360"/>
          </a:xfrm>
          <a:prstGeom prst="straightConnector1">
            <a:avLst/>
          </a:prstGeom>
          <a:ln w="19050">
            <a:solidFill>
              <a:srgbClr val="000000"/>
            </a:solidFill>
            <a:prstDash val="dash"/>
            <a:round/>
          </a:ln>
        </p:spPr>
      </p:cxnSp>
      <p:grpSp>
        <p:nvGrpSpPr>
          <p:cNvPr id="10666" name="Group 327"/>
          <p:cNvGrpSpPr/>
          <p:nvPr/>
        </p:nvGrpSpPr>
        <p:grpSpPr>
          <a:xfrm>
            <a:off x="1380960" y="3356280"/>
            <a:ext cx="1289880" cy="411480"/>
            <a:chOff x="1380960" y="3356280"/>
            <a:chExt cx="1289880" cy="411480"/>
          </a:xfrm>
        </p:grpSpPr>
        <p:sp>
          <p:nvSpPr>
            <p:cNvPr id="10667" name="Rounded Rectangle 328"/>
            <p:cNvSpPr/>
            <p:nvPr/>
          </p:nvSpPr>
          <p:spPr>
            <a:xfrm>
              <a:off x="1416960" y="3356280"/>
              <a:ext cx="1244160" cy="41148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8" name="TextBox 329"/>
            <p:cNvSpPr/>
            <p:nvPr/>
          </p:nvSpPr>
          <p:spPr>
            <a:xfrm>
              <a:off x="1380960" y="3431520"/>
              <a:ext cx="128988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Link-state info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69" name="Group 330"/>
          <p:cNvGrpSpPr/>
          <p:nvPr/>
        </p:nvGrpSpPr>
        <p:grpSpPr>
          <a:xfrm>
            <a:off x="4358880" y="3369600"/>
            <a:ext cx="1017000" cy="398160"/>
            <a:chOff x="4358880" y="3369600"/>
            <a:chExt cx="1017000" cy="398160"/>
          </a:xfrm>
        </p:grpSpPr>
        <p:sp>
          <p:nvSpPr>
            <p:cNvPr id="10670" name="Rounded Rectangle 331"/>
            <p:cNvSpPr/>
            <p:nvPr/>
          </p:nvSpPr>
          <p:spPr>
            <a:xfrm>
              <a:off x="4358880" y="3369600"/>
              <a:ext cx="1012680" cy="3981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71" name="TextBox 332"/>
            <p:cNvSpPr/>
            <p:nvPr/>
          </p:nvSpPr>
          <p:spPr>
            <a:xfrm>
              <a:off x="4362480" y="3430080"/>
              <a:ext cx="101340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switch info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72" name="Group 333"/>
          <p:cNvGrpSpPr/>
          <p:nvPr/>
        </p:nvGrpSpPr>
        <p:grpSpPr>
          <a:xfrm>
            <a:off x="2809080" y="3356280"/>
            <a:ext cx="960120" cy="411480"/>
            <a:chOff x="2809080" y="3356280"/>
            <a:chExt cx="960120" cy="411480"/>
          </a:xfrm>
        </p:grpSpPr>
        <p:sp>
          <p:nvSpPr>
            <p:cNvPr id="10673" name="Rounded Rectangle 334"/>
            <p:cNvSpPr/>
            <p:nvPr/>
          </p:nvSpPr>
          <p:spPr>
            <a:xfrm>
              <a:off x="2809080" y="3356280"/>
              <a:ext cx="960120" cy="41148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74" name="TextBox 335"/>
            <p:cNvSpPr/>
            <p:nvPr/>
          </p:nvSpPr>
          <p:spPr>
            <a:xfrm>
              <a:off x="2864520" y="3431520"/>
              <a:ext cx="85500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host info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75" name="Group 336"/>
          <p:cNvGrpSpPr/>
          <p:nvPr/>
        </p:nvGrpSpPr>
        <p:grpSpPr>
          <a:xfrm>
            <a:off x="1348560" y="2861640"/>
            <a:ext cx="889200" cy="382320"/>
            <a:chOff x="1348560" y="2861640"/>
            <a:chExt cx="889200" cy="382320"/>
          </a:xfrm>
        </p:grpSpPr>
        <p:sp>
          <p:nvSpPr>
            <p:cNvPr id="10676" name="Rounded Rectangle 337"/>
            <p:cNvSpPr/>
            <p:nvPr/>
          </p:nvSpPr>
          <p:spPr>
            <a:xfrm>
              <a:off x="1348560" y="2861640"/>
              <a:ext cx="889200" cy="38232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77" name="TextBox 338"/>
            <p:cNvSpPr/>
            <p:nvPr/>
          </p:nvSpPr>
          <p:spPr>
            <a:xfrm>
              <a:off x="1364400" y="2904840"/>
              <a:ext cx="86328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statistics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78" name="Group 339"/>
          <p:cNvGrpSpPr/>
          <p:nvPr/>
        </p:nvGrpSpPr>
        <p:grpSpPr>
          <a:xfrm>
            <a:off x="4080600" y="2848320"/>
            <a:ext cx="1023480" cy="404640"/>
            <a:chOff x="4080600" y="2848320"/>
            <a:chExt cx="1023480" cy="404640"/>
          </a:xfrm>
        </p:grpSpPr>
        <p:sp>
          <p:nvSpPr>
            <p:cNvPr id="10679" name="Rounded Rectangle 340"/>
            <p:cNvSpPr/>
            <p:nvPr/>
          </p:nvSpPr>
          <p:spPr>
            <a:xfrm>
              <a:off x="4096440" y="2848320"/>
              <a:ext cx="960120" cy="40464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80" name="TextBox 341"/>
            <p:cNvSpPr/>
            <p:nvPr/>
          </p:nvSpPr>
          <p:spPr>
            <a:xfrm>
              <a:off x="4080600" y="2908800"/>
              <a:ext cx="102348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flow tables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81" name="TextBox 342"/>
          <p:cNvSpPr/>
          <p:nvPr/>
        </p:nvSpPr>
        <p:spPr>
          <a:xfrm>
            <a:off x="3285360" y="2483640"/>
            <a:ext cx="569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2" name="TextBox 343"/>
          <p:cNvSpPr/>
          <p:nvPr/>
        </p:nvSpPr>
        <p:spPr>
          <a:xfrm>
            <a:off x="3831840" y="3120480"/>
            <a:ext cx="812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683" name="Group 344"/>
          <p:cNvGrpSpPr/>
          <p:nvPr/>
        </p:nvGrpSpPr>
        <p:grpSpPr>
          <a:xfrm>
            <a:off x="1903320" y="4109040"/>
            <a:ext cx="1257120" cy="292680"/>
            <a:chOff x="1903320" y="4109040"/>
            <a:chExt cx="1257120" cy="292680"/>
          </a:xfrm>
        </p:grpSpPr>
        <p:sp>
          <p:nvSpPr>
            <p:cNvPr id="10684" name="Rounded Rectangle 345"/>
            <p:cNvSpPr/>
            <p:nvPr/>
          </p:nvSpPr>
          <p:spPr>
            <a:xfrm>
              <a:off x="1903320" y="4109040"/>
              <a:ext cx="1257120" cy="2865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85" name="TextBox 346"/>
            <p:cNvSpPr/>
            <p:nvPr/>
          </p:nvSpPr>
          <p:spPr>
            <a:xfrm>
              <a:off x="2039040" y="4109040"/>
              <a:ext cx="99360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OpenFlow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86" name="Group 347"/>
          <p:cNvGrpSpPr/>
          <p:nvPr/>
        </p:nvGrpSpPr>
        <p:grpSpPr>
          <a:xfrm>
            <a:off x="3772440" y="4114080"/>
            <a:ext cx="1244160" cy="310680"/>
            <a:chOff x="3772440" y="4114080"/>
            <a:chExt cx="1244160" cy="310680"/>
          </a:xfrm>
        </p:grpSpPr>
        <p:sp>
          <p:nvSpPr>
            <p:cNvPr id="10687" name="Rounded Rectangle 348"/>
            <p:cNvSpPr/>
            <p:nvPr/>
          </p:nvSpPr>
          <p:spPr>
            <a:xfrm>
              <a:off x="3772440" y="4114080"/>
              <a:ext cx="1244160" cy="30708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88" name="TextBox 349"/>
            <p:cNvSpPr/>
            <p:nvPr/>
          </p:nvSpPr>
          <p:spPr>
            <a:xfrm>
              <a:off x="4050720" y="4132080"/>
              <a:ext cx="696240" cy="29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SNMP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89" name="TextBox 350"/>
          <p:cNvSpPr/>
          <p:nvPr/>
        </p:nvSpPr>
        <p:spPr>
          <a:xfrm>
            <a:off x="3155400" y="3783960"/>
            <a:ext cx="812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0" name="Rounded Rectangle 351"/>
          <p:cNvSpPr/>
          <p:nvPr/>
        </p:nvSpPr>
        <p:spPr>
          <a:xfrm>
            <a:off x="1267920" y="2086200"/>
            <a:ext cx="4210560" cy="574560"/>
          </a:xfrm>
          <a:prstGeom prst="roundRect">
            <a:avLst>
              <a:gd name="adj" fmla="val 16667"/>
            </a:avLst>
          </a:prstGeom>
          <a:solidFill>
            <a:srgbClr val="60C99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691" name="Group 352"/>
          <p:cNvGrpSpPr/>
          <p:nvPr/>
        </p:nvGrpSpPr>
        <p:grpSpPr>
          <a:xfrm>
            <a:off x="1313280" y="2123280"/>
            <a:ext cx="1080000" cy="496440"/>
            <a:chOff x="1313280" y="2123280"/>
            <a:chExt cx="1080000" cy="496440"/>
          </a:xfrm>
        </p:grpSpPr>
        <p:sp>
          <p:nvSpPr>
            <p:cNvPr id="10692" name="Rounded Rectangle 353"/>
            <p:cNvSpPr/>
            <p:nvPr/>
          </p:nvSpPr>
          <p:spPr>
            <a:xfrm>
              <a:off x="1380240" y="2144520"/>
              <a:ext cx="1013040" cy="4593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3" name="TextBox 354"/>
            <p:cNvSpPr/>
            <p:nvPr/>
          </p:nvSpPr>
          <p:spPr>
            <a:xfrm>
              <a:off x="1313280" y="2123280"/>
              <a:ext cx="1033560" cy="49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network graph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94" name="Group 355"/>
          <p:cNvGrpSpPr/>
          <p:nvPr/>
        </p:nvGrpSpPr>
        <p:grpSpPr>
          <a:xfrm>
            <a:off x="4335480" y="2144160"/>
            <a:ext cx="1033560" cy="459360"/>
            <a:chOff x="4335480" y="2144160"/>
            <a:chExt cx="1033560" cy="459360"/>
          </a:xfrm>
        </p:grpSpPr>
        <p:sp>
          <p:nvSpPr>
            <p:cNvPr id="10695" name="Rounded Rectangle 356"/>
            <p:cNvSpPr/>
            <p:nvPr/>
          </p:nvSpPr>
          <p:spPr>
            <a:xfrm>
              <a:off x="4353840" y="2144160"/>
              <a:ext cx="1013040" cy="4593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6" name="TextBox 357"/>
            <p:cNvSpPr/>
            <p:nvPr/>
          </p:nvSpPr>
          <p:spPr>
            <a:xfrm>
              <a:off x="4335480" y="2239560"/>
              <a:ext cx="1033560" cy="29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intent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97" name="Group 358"/>
          <p:cNvGrpSpPr/>
          <p:nvPr/>
        </p:nvGrpSpPr>
        <p:grpSpPr>
          <a:xfrm>
            <a:off x="2796480" y="2139480"/>
            <a:ext cx="1033560" cy="496440"/>
            <a:chOff x="2796480" y="2139480"/>
            <a:chExt cx="1033560" cy="496440"/>
          </a:xfrm>
        </p:grpSpPr>
        <p:sp>
          <p:nvSpPr>
            <p:cNvPr id="10698" name="Rounded Rectangle 359"/>
            <p:cNvSpPr/>
            <p:nvPr/>
          </p:nvSpPr>
          <p:spPr>
            <a:xfrm>
              <a:off x="2796840" y="2142720"/>
              <a:ext cx="1013040" cy="45936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  <a:round/>
            </a:ln>
            <a:effectLst>
              <a:outerShdw algn="tl" blurRad="50760" dir="2700000" dist="37674" rotWithShape="0">
                <a:srgbClr val="009973">
                  <a:alpha val="99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9" name="TextBox 360"/>
            <p:cNvSpPr/>
            <p:nvPr/>
          </p:nvSpPr>
          <p:spPr>
            <a:xfrm>
              <a:off x="2796480" y="2139480"/>
              <a:ext cx="1033560" cy="49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RESTful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1599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API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00" name="TextBox 361"/>
          <p:cNvSpPr/>
          <p:nvPr/>
        </p:nvSpPr>
        <p:spPr>
          <a:xfrm>
            <a:off x="3834000" y="1945440"/>
            <a:ext cx="812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47FFD1"/>
                </a:solidFill>
                <a:effectLst/>
                <a:uFillTx/>
                <a:latin typeface="Arial"/>
                <a:ea typeface="ＭＳ Ｐゴシック"/>
              </a:rPr>
              <a:t>…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01" name="Straight Connector 362"/>
          <p:cNvCxnSpPr/>
          <p:nvPr/>
        </p:nvCxnSpPr>
        <p:spPr>
          <a:xfrm>
            <a:off x="1347840" y="1912320"/>
            <a:ext cx="4118040" cy="360"/>
          </a:xfrm>
          <a:prstGeom prst="straightConnector1">
            <a:avLst/>
          </a:prstGeom>
          <a:ln w="19050">
            <a:solidFill>
              <a:srgbClr val="000000"/>
            </a:solidFill>
            <a:prstDash val="dash"/>
            <a:round/>
          </a:ln>
        </p:spPr>
      </p:cxnSp>
      <p:sp>
        <p:nvSpPr>
          <p:cNvPr id="10702" name="Freeform 2"/>
          <p:cNvSpPr/>
          <p:nvPr/>
        </p:nvSpPr>
        <p:spPr>
          <a:xfrm>
            <a:off x="1335960" y="5057280"/>
            <a:ext cx="4057200" cy="1392840"/>
          </a:xfrm>
          <a:custGeom>
            <a:avLst/>
            <a:gdLst>
              <a:gd name="textAreaLeft" fmla="*/ 0 w 4057200"/>
              <a:gd name="textAreaRight" fmla="*/ 4057560 w 4057200"/>
              <a:gd name="textAreaTop" fmla="*/ 0 h 1392840"/>
              <a:gd name="textAreaBottom" fmla="*/ 1393200 h 1392840"/>
              <a:gd name="GluePoint1X" fmla="*/ 6 w 1794"/>
              <a:gd name="GluePoint1Y" fmla="*/ 483 h 933"/>
              <a:gd name="GluePoint2X" fmla="*/ 108 w 1794"/>
              <a:gd name="GluePoint2Y" fmla="*/ 125 h 933"/>
              <a:gd name="GluePoint3X" fmla="*/ 559 w 1794"/>
              <a:gd name="GluePoint3Y" fmla="*/ 100 h 933"/>
              <a:gd name="GluePoint4X" fmla="*/ 1128 w 1794"/>
              <a:gd name="GluePoint4Y" fmla="*/ 29 h 933"/>
              <a:gd name="GluePoint5X" fmla="*/ 1716 w 1794"/>
              <a:gd name="GluePoint5Y" fmla="*/ 275 h 933"/>
              <a:gd name="GluePoint6X" fmla="*/ 1596 w 1794"/>
              <a:gd name="GluePoint6Y" fmla="*/ 827 h 933"/>
              <a:gd name="GluePoint7X" fmla="*/ 1380 w 1794"/>
              <a:gd name="GluePoint7Y" fmla="*/ 911 h 933"/>
              <a:gd name="GluePoint8X" fmla="*/ 840 w 1794"/>
              <a:gd name="GluePoint8Y" fmla="*/ 929 h 933"/>
              <a:gd name="GluePoint9X" fmla="*/ 414 w 1794"/>
              <a:gd name="GluePoint9Y" fmla="*/ 911 h 933"/>
              <a:gd name="GluePoint10X" fmla="*/ 143 w 1794"/>
              <a:gd name="GluePoint10Y" fmla="*/ 832 h 933"/>
              <a:gd name="GluePoint11X" fmla="*/ 6 w 1794"/>
              <a:gd name="GluePoint11Y" fmla="*/ 483 h 9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03" name="Straight Connector 365"/>
          <p:cNvCxnSpPr/>
          <p:nvPr/>
        </p:nvCxnSpPr>
        <p:spPr>
          <a:xfrm>
            <a:off x="2408400" y="5746680"/>
            <a:ext cx="1651680" cy="138960"/>
          </a:xfrm>
          <a:prstGeom prst="straightConnector1">
            <a:avLst/>
          </a:prstGeom>
          <a:ln w="9525">
            <a:solidFill>
              <a:srgbClr val="808080"/>
            </a:solidFill>
            <a:round/>
          </a:ln>
        </p:spPr>
      </p:cxnSp>
      <p:cxnSp>
        <p:nvCxnSpPr>
          <p:cNvPr id="10704" name="Straight Connector 366"/>
          <p:cNvCxnSpPr>
            <a:endCxn id="10705" idx="1"/>
          </p:cNvCxnSpPr>
          <p:nvPr/>
        </p:nvCxnSpPr>
        <p:spPr>
          <a:xfrm>
            <a:off x="2418840" y="5803200"/>
            <a:ext cx="318240" cy="388080"/>
          </a:xfrm>
          <a:prstGeom prst="straightConnector1">
            <a:avLst/>
          </a:prstGeom>
          <a:ln w="9525">
            <a:solidFill>
              <a:srgbClr val="808080"/>
            </a:solidFill>
            <a:round/>
          </a:ln>
        </p:spPr>
      </p:cxnSp>
      <p:cxnSp>
        <p:nvCxnSpPr>
          <p:cNvPr id="10706" name="Straight Connector 367"/>
          <p:cNvCxnSpPr>
            <a:stCxn id="10707" idx="3"/>
          </p:cNvCxnSpPr>
          <p:nvPr/>
        </p:nvCxnSpPr>
        <p:spPr>
          <a:xfrm>
            <a:off x="3720240" y="5436720"/>
            <a:ext cx="333720" cy="421560"/>
          </a:xfrm>
          <a:prstGeom prst="straightConnector1">
            <a:avLst/>
          </a:prstGeom>
          <a:ln w="9525">
            <a:solidFill>
              <a:srgbClr val="808080"/>
            </a:solidFill>
            <a:round/>
          </a:ln>
        </p:spPr>
      </p:cxnSp>
      <p:cxnSp>
        <p:nvCxnSpPr>
          <p:cNvPr id="10708" name="Straight Connector 368"/>
          <p:cNvCxnSpPr/>
          <p:nvPr/>
        </p:nvCxnSpPr>
        <p:spPr>
          <a:xfrm flipV="1">
            <a:off x="3198240" y="5943960"/>
            <a:ext cx="861840" cy="275760"/>
          </a:xfrm>
          <a:prstGeom prst="straightConnector1">
            <a:avLst/>
          </a:prstGeom>
          <a:ln w="9525">
            <a:solidFill>
              <a:srgbClr val="808080"/>
            </a:solidFill>
            <a:round/>
          </a:ln>
        </p:spPr>
      </p:cxnSp>
      <p:sp>
        <p:nvSpPr>
          <p:cNvPr id="10709" name="Oval 392"/>
          <p:cNvSpPr/>
          <p:nvPr/>
        </p:nvSpPr>
        <p:spPr>
          <a:xfrm rot="5400000">
            <a:off x="2797560" y="406800"/>
            <a:ext cx="630720" cy="22348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  <a:effectLst>
            <a:outerShdw algn="bl" blurRad="50760" dir="18900000" dist="37674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numCol="1" spcCol="0" wrap="none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0" name="TextBox 393"/>
          <p:cNvSpPr/>
          <p:nvPr/>
        </p:nvSpPr>
        <p:spPr>
          <a:xfrm>
            <a:off x="2147400" y="1323720"/>
            <a:ext cx="192312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ts val="1599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Dijkstra’s link-state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9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routing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11" name="Group 394"/>
          <p:cNvGrpSpPr/>
          <p:nvPr/>
        </p:nvGrpSpPr>
        <p:grpSpPr>
          <a:xfrm>
            <a:off x="1748520" y="5523840"/>
            <a:ext cx="687240" cy="465840"/>
            <a:chOff x="1748520" y="5523840"/>
            <a:chExt cx="687240" cy="465840"/>
          </a:xfrm>
        </p:grpSpPr>
        <p:grpSp>
          <p:nvGrpSpPr>
            <p:cNvPr id="10712" name="Group 327"/>
            <p:cNvGrpSpPr/>
            <p:nvPr/>
          </p:nvGrpSpPr>
          <p:grpSpPr>
            <a:xfrm>
              <a:off x="1748520" y="5523840"/>
              <a:ext cx="687240" cy="403560"/>
              <a:chOff x="1748520" y="5523840"/>
              <a:chExt cx="687240" cy="403560"/>
            </a:xfrm>
          </p:grpSpPr>
          <p:sp>
            <p:nvSpPr>
              <p:cNvPr id="10713" name="Oval 399"/>
              <p:cNvSpPr/>
              <p:nvPr/>
            </p:nvSpPr>
            <p:spPr>
              <a:xfrm flipV="1">
                <a:off x="1750680" y="5631480"/>
                <a:ext cx="685080" cy="29592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14" name="Rectangle 400"/>
              <p:cNvSpPr/>
              <p:nvPr/>
            </p:nvSpPr>
            <p:spPr>
              <a:xfrm>
                <a:off x="1748520" y="5675400"/>
                <a:ext cx="686880" cy="1051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15" name="Oval 401"/>
              <p:cNvSpPr/>
              <p:nvPr/>
            </p:nvSpPr>
            <p:spPr>
              <a:xfrm flipV="1">
                <a:off x="1748520" y="5523840"/>
                <a:ext cx="685080" cy="2959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16" name="Freeform 402"/>
              <p:cNvSpPr/>
              <p:nvPr/>
            </p:nvSpPr>
            <p:spPr>
              <a:xfrm>
                <a:off x="1924200" y="5613840"/>
                <a:ext cx="333720" cy="146880"/>
              </a:xfrm>
              <a:custGeom>
                <a:avLst/>
                <a:gdLst>
                  <a:gd name="textAreaLeft" fmla="*/ 0 w 333720"/>
                  <a:gd name="textAreaRight" fmla="*/ 334080 w 333720"/>
                  <a:gd name="textAreaTop" fmla="*/ 0 h 146880"/>
                  <a:gd name="textAreaBottom" fmla="*/ 147240 h 14688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17" name="Freeform 403"/>
              <p:cNvSpPr/>
              <p:nvPr/>
            </p:nvSpPr>
            <p:spPr>
              <a:xfrm>
                <a:off x="1889640" y="5576760"/>
                <a:ext cx="403200" cy="102960"/>
              </a:xfrm>
              <a:custGeom>
                <a:avLst/>
                <a:gdLst>
                  <a:gd name="textAreaLeft" fmla="*/ 0 w 403200"/>
                  <a:gd name="textAreaRight" fmla="*/ 403560 w 403200"/>
                  <a:gd name="textAreaTop" fmla="*/ 0 h 102960"/>
                  <a:gd name="textAreaBottom" fmla="*/ 103320 h 1029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18" name="Freeform 404"/>
              <p:cNvSpPr/>
              <p:nvPr/>
            </p:nvSpPr>
            <p:spPr>
              <a:xfrm>
                <a:off x="2154240" y="5664600"/>
                <a:ext cx="148320" cy="896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89640"/>
                  <a:gd name="textAreaBottom" fmla="*/ 90000 h 896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19" name="Freeform 405"/>
              <p:cNvSpPr/>
              <p:nvPr/>
            </p:nvSpPr>
            <p:spPr>
              <a:xfrm>
                <a:off x="1881720" y="5666760"/>
                <a:ext cx="146520" cy="87480"/>
              </a:xfrm>
              <a:custGeom>
                <a:avLst/>
                <a:gdLst>
                  <a:gd name="textAreaLeft" fmla="*/ 0 w 146520"/>
                  <a:gd name="textAreaRight" fmla="*/ 146880 w 146520"/>
                  <a:gd name="textAreaTop" fmla="*/ 0 h 87480"/>
                  <a:gd name="textAreaBottom" fmla="*/ 87840 h 874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720" name="Straight Connector 406"/>
              <p:cNvCxnSpPr/>
              <p:nvPr/>
            </p:nvCxnSpPr>
            <p:spPr>
              <a:xfrm flipH="1" flipV="1">
                <a:off x="1748520" y="5671080"/>
                <a:ext cx="2160" cy="1144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721" name="Straight Connector 407"/>
              <p:cNvCxnSpPr/>
              <p:nvPr/>
            </p:nvCxnSpPr>
            <p:spPr>
              <a:xfrm flipH="1" flipV="1">
                <a:off x="2433960" y="5668560"/>
                <a:ext cx="2160" cy="1148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722" name="Group 396"/>
            <p:cNvGrpSpPr/>
            <p:nvPr/>
          </p:nvGrpSpPr>
          <p:grpSpPr>
            <a:xfrm>
              <a:off x="1860840" y="5594400"/>
              <a:ext cx="452880" cy="395280"/>
              <a:chOff x="1860840" y="5594400"/>
              <a:chExt cx="452880" cy="395280"/>
            </a:xfrm>
          </p:grpSpPr>
          <p:sp>
            <p:nvSpPr>
              <p:cNvPr id="10723" name="Oval 397"/>
              <p:cNvSpPr/>
              <p:nvPr/>
            </p:nvSpPr>
            <p:spPr>
              <a:xfrm>
                <a:off x="1880640" y="5692320"/>
                <a:ext cx="433080" cy="23256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24" name="TextBox 398"/>
              <p:cNvSpPr/>
              <p:nvPr/>
            </p:nvSpPr>
            <p:spPr>
              <a:xfrm>
                <a:off x="1860840" y="5594400"/>
                <a:ext cx="4496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25" name="Group 408"/>
          <p:cNvGrpSpPr/>
          <p:nvPr/>
        </p:nvGrpSpPr>
        <p:grpSpPr>
          <a:xfrm>
            <a:off x="3033000" y="5232600"/>
            <a:ext cx="687600" cy="465480"/>
            <a:chOff x="3033000" y="5232600"/>
            <a:chExt cx="687600" cy="465480"/>
          </a:xfrm>
        </p:grpSpPr>
        <p:grpSp>
          <p:nvGrpSpPr>
            <p:cNvPr id="10726" name="Group 327"/>
            <p:cNvGrpSpPr/>
            <p:nvPr/>
          </p:nvGrpSpPr>
          <p:grpSpPr>
            <a:xfrm>
              <a:off x="3033000" y="5232600"/>
              <a:ext cx="687600" cy="403560"/>
              <a:chOff x="3033000" y="5232600"/>
              <a:chExt cx="687600" cy="403560"/>
            </a:xfrm>
          </p:grpSpPr>
          <p:sp>
            <p:nvSpPr>
              <p:cNvPr id="10727" name="Oval 413"/>
              <p:cNvSpPr/>
              <p:nvPr/>
            </p:nvSpPr>
            <p:spPr>
              <a:xfrm flipV="1">
                <a:off x="3035160" y="5340240"/>
                <a:ext cx="685080" cy="29592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07" name="Rectangle 414"/>
              <p:cNvSpPr/>
              <p:nvPr/>
            </p:nvSpPr>
            <p:spPr>
              <a:xfrm>
                <a:off x="3033360" y="5384160"/>
                <a:ext cx="686880" cy="1051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28" name="Oval 415"/>
              <p:cNvSpPr/>
              <p:nvPr/>
            </p:nvSpPr>
            <p:spPr>
              <a:xfrm flipV="1">
                <a:off x="3033360" y="5232600"/>
                <a:ext cx="685080" cy="2959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29" name="Freeform 416"/>
              <p:cNvSpPr/>
              <p:nvPr/>
            </p:nvSpPr>
            <p:spPr>
              <a:xfrm>
                <a:off x="3209040" y="5322600"/>
                <a:ext cx="333720" cy="146880"/>
              </a:xfrm>
              <a:custGeom>
                <a:avLst/>
                <a:gdLst>
                  <a:gd name="textAreaLeft" fmla="*/ 0 w 333720"/>
                  <a:gd name="textAreaRight" fmla="*/ 334080 w 333720"/>
                  <a:gd name="textAreaTop" fmla="*/ 0 h 146880"/>
                  <a:gd name="textAreaBottom" fmla="*/ 147240 h 14688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30" name="Freeform 417"/>
              <p:cNvSpPr/>
              <p:nvPr/>
            </p:nvSpPr>
            <p:spPr>
              <a:xfrm>
                <a:off x="3174120" y="5285520"/>
                <a:ext cx="403200" cy="102960"/>
              </a:xfrm>
              <a:custGeom>
                <a:avLst/>
                <a:gdLst>
                  <a:gd name="textAreaLeft" fmla="*/ 0 w 403200"/>
                  <a:gd name="textAreaRight" fmla="*/ 403560 w 403200"/>
                  <a:gd name="textAreaTop" fmla="*/ 0 h 102960"/>
                  <a:gd name="textAreaBottom" fmla="*/ 103320 h 1029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31" name="Freeform 418"/>
              <p:cNvSpPr/>
              <p:nvPr/>
            </p:nvSpPr>
            <p:spPr>
              <a:xfrm>
                <a:off x="3438720" y="5373000"/>
                <a:ext cx="148320" cy="896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89640"/>
                  <a:gd name="textAreaBottom" fmla="*/ 90000 h 896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32" name="Freeform 419"/>
              <p:cNvSpPr/>
              <p:nvPr/>
            </p:nvSpPr>
            <p:spPr>
              <a:xfrm>
                <a:off x="3166560" y="5375520"/>
                <a:ext cx="146520" cy="87480"/>
              </a:xfrm>
              <a:custGeom>
                <a:avLst/>
                <a:gdLst>
                  <a:gd name="textAreaLeft" fmla="*/ 0 w 146520"/>
                  <a:gd name="textAreaRight" fmla="*/ 146880 w 146520"/>
                  <a:gd name="textAreaTop" fmla="*/ 0 h 87480"/>
                  <a:gd name="textAreaBottom" fmla="*/ 87840 h 874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733" name="Straight Connector 420"/>
              <p:cNvCxnSpPr/>
              <p:nvPr/>
            </p:nvCxnSpPr>
            <p:spPr>
              <a:xfrm flipH="1" flipV="1">
                <a:off x="3033000" y="5379480"/>
                <a:ext cx="2520" cy="1144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734" name="Straight Connector 421"/>
              <p:cNvCxnSpPr/>
              <p:nvPr/>
            </p:nvCxnSpPr>
            <p:spPr>
              <a:xfrm flipH="1" flipV="1">
                <a:off x="3718440" y="5377320"/>
                <a:ext cx="2520" cy="1144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735" name="Group 410"/>
            <p:cNvGrpSpPr/>
            <p:nvPr/>
          </p:nvGrpSpPr>
          <p:grpSpPr>
            <a:xfrm>
              <a:off x="3145680" y="5302800"/>
              <a:ext cx="452880" cy="395280"/>
              <a:chOff x="3145680" y="5302800"/>
              <a:chExt cx="452880" cy="395280"/>
            </a:xfrm>
          </p:grpSpPr>
          <p:sp>
            <p:nvSpPr>
              <p:cNvPr id="10736" name="Oval 411"/>
              <p:cNvSpPr/>
              <p:nvPr/>
            </p:nvSpPr>
            <p:spPr>
              <a:xfrm>
                <a:off x="3165480" y="5401080"/>
                <a:ext cx="433080" cy="23256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37" name="TextBox 412"/>
              <p:cNvSpPr/>
              <p:nvPr/>
            </p:nvSpPr>
            <p:spPr>
              <a:xfrm>
                <a:off x="3145680" y="5302800"/>
                <a:ext cx="4496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38" name="Group 422"/>
          <p:cNvGrpSpPr/>
          <p:nvPr/>
        </p:nvGrpSpPr>
        <p:grpSpPr>
          <a:xfrm>
            <a:off x="2736720" y="5986800"/>
            <a:ext cx="687240" cy="465480"/>
            <a:chOff x="2736720" y="5986800"/>
            <a:chExt cx="687240" cy="465480"/>
          </a:xfrm>
        </p:grpSpPr>
        <p:grpSp>
          <p:nvGrpSpPr>
            <p:cNvPr id="10739" name="Group 327"/>
            <p:cNvGrpSpPr/>
            <p:nvPr/>
          </p:nvGrpSpPr>
          <p:grpSpPr>
            <a:xfrm>
              <a:off x="2736720" y="5986800"/>
              <a:ext cx="687240" cy="403560"/>
              <a:chOff x="2736720" y="5986800"/>
              <a:chExt cx="687240" cy="403560"/>
            </a:xfrm>
          </p:grpSpPr>
          <p:sp>
            <p:nvSpPr>
              <p:cNvPr id="10740" name="Oval 427"/>
              <p:cNvSpPr/>
              <p:nvPr/>
            </p:nvSpPr>
            <p:spPr>
              <a:xfrm flipV="1">
                <a:off x="2738880" y="6094440"/>
                <a:ext cx="685080" cy="29592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05" name="Rectangle 428"/>
              <p:cNvSpPr/>
              <p:nvPr/>
            </p:nvSpPr>
            <p:spPr>
              <a:xfrm>
                <a:off x="2736720" y="6138360"/>
                <a:ext cx="686880" cy="1051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41" name="Oval 429"/>
              <p:cNvSpPr/>
              <p:nvPr/>
            </p:nvSpPr>
            <p:spPr>
              <a:xfrm flipV="1">
                <a:off x="2736720" y="5986800"/>
                <a:ext cx="685080" cy="2959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42" name="Freeform 430"/>
              <p:cNvSpPr/>
              <p:nvPr/>
            </p:nvSpPr>
            <p:spPr>
              <a:xfrm>
                <a:off x="2912400" y="6076800"/>
                <a:ext cx="333720" cy="146880"/>
              </a:xfrm>
              <a:custGeom>
                <a:avLst/>
                <a:gdLst>
                  <a:gd name="textAreaLeft" fmla="*/ 0 w 333720"/>
                  <a:gd name="textAreaRight" fmla="*/ 334080 w 333720"/>
                  <a:gd name="textAreaTop" fmla="*/ 0 h 146880"/>
                  <a:gd name="textAreaBottom" fmla="*/ 147240 h 14688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43" name="Freeform 431"/>
              <p:cNvSpPr/>
              <p:nvPr/>
            </p:nvSpPr>
            <p:spPr>
              <a:xfrm>
                <a:off x="2877840" y="6039720"/>
                <a:ext cx="403200" cy="102960"/>
              </a:xfrm>
              <a:custGeom>
                <a:avLst/>
                <a:gdLst>
                  <a:gd name="textAreaLeft" fmla="*/ 0 w 403200"/>
                  <a:gd name="textAreaRight" fmla="*/ 403560 w 403200"/>
                  <a:gd name="textAreaTop" fmla="*/ 0 h 102960"/>
                  <a:gd name="textAreaBottom" fmla="*/ 103320 h 1029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44" name="Freeform 432"/>
              <p:cNvSpPr/>
              <p:nvPr/>
            </p:nvSpPr>
            <p:spPr>
              <a:xfrm>
                <a:off x="3142440" y="6127560"/>
                <a:ext cx="148320" cy="896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89640"/>
                  <a:gd name="textAreaBottom" fmla="*/ 90000 h 896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45" name="Freeform 433"/>
              <p:cNvSpPr/>
              <p:nvPr/>
            </p:nvSpPr>
            <p:spPr>
              <a:xfrm>
                <a:off x="2869920" y="6129720"/>
                <a:ext cx="146520" cy="87480"/>
              </a:xfrm>
              <a:custGeom>
                <a:avLst/>
                <a:gdLst>
                  <a:gd name="textAreaLeft" fmla="*/ 0 w 146520"/>
                  <a:gd name="textAreaRight" fmla="*/ 146880 w 146520"/>
                  <a:gd name="textAreaTop" fmla="*/ 0 h 87480"/>
                  <a:gd name="textAreaBottom" fmla="*/ 87840 h 874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746" name="Straight Connector 434"/>
              <p:cNvCxnSpPr/>
              <p:nvPr/>
            </p:nvCxnSpPr>
            <p:spPr>
              <a:xfrm flipH="1" flipV="1">
                <a:off x="2736720" y="6133680"/>
                <a:ext cx="2160" cy="1148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747" name="Straight Connector 435"/>
              <p:cNvCxnSpPr/>
              <p:nvPr/>
            </p:nvCxnSpPr>
            <p:spPr>
              <a:xfrm flipH="1" flipV="1">
                <a:off x="3422160" y="6131520"/>
                <a:ext cx="2160" cy="11448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748" name="Group 424"/>
            <p:cNvGrpSpPr/>
            <p:nvPr/>
          </p:nvGrpSpPr>
          <p:grpSpPr>
            <a:xfrm>
              <a:off x="2849400" y="6057000"/>
              <a:ext cx="452520" cy="395280"/>
              <a:chOff x="2849400" y="6057000"/>
              <a:chExt cx="452520" cy="395280"/>
            </a:xfrm>
          </p:grpSpPr>
          <p:sp>
            <p:nvSpPr>
              <p:cNvPr id="10749" name="Oval 425"/>
              <p:cNvSpPr/>
              <p:nvPr/>
            </p:nvSpPr>
            <p:spPr>
              <a:xfrm>
                <a:off x="2868840" y="6155280"/>
                <a:ext cx="433080" cy="23256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50" name="TextBox 426"/>
              <p:cNvSpPr/>
              <p:nvPr/>
            </p:nvSpPr>
            <p:spPr>
              <a:xfrm>
                <a:off x="2849400" y="6057000"/>
                <a:ext cx="4496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51" name="Group 436"/>
          <p:cNvGrpSpPr/>
          <p:nvPr/>
        </p:nvGrpSpPr>
        <p:grpSpPr>
          <a:xfrm>
            <a:off x="3904200" y="5705640"/>
            <a:ext cx="687240" cy="465840"/>
            <a:chOff x="3904200" y="5705640"/>
            <a:chExt cx="687240" cy="465840"/>
          </a:xfrm>
        </p:grpSpPr>
        <p:grpSp>
          <p:nvGrpSpPr>
            <p:cNvPr id="10752" name="Group 327"/>
            <p:cNvGrpSpPr/>
            <p:nvPr/>
          </p:nvGrpSpPr>
          <p:grpSpPr>
            <a:xfrm>
              <a:off x="3904200" y="5705640"/>
              <a:ext cx="687240" cy="403560"/>
              <a:chOff x="3904200" y="5705640"/>
              <a:chExt cx="687240" cy="403560"/>
            </a:xfrm>
          </p:grpSpPr>
          <p:sp>
            <p:nvSpPr>
              <p:cNvPr id="10753" name="Oval 441"/>
              <p:cNvSpPr/>
              <p:nvPr/>
            </p:nvSpPr>
            <p:spPr>
              <a:xfrm flipV="1">
                <a:off x="3906360" y="5813280"/>
                <a:ext cx="685080" cy="295920"/>
              </a:xfrm>
              <a:prstGeom prst="ellipse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54" name="Rectangle 442"/>
              <p:cNvSpPr/>
              <p:nvPr/>
            </p:nvSpPr>
            <p:spPr>
              <a:xfrm>
                <a:off x="3904200" y="5857200"/>
                <a:ext cx="686880" cy="105120"/>
              </a:xfrm>
              <a:prstGeom prst="rect">
                <a:avLst/>
              </a:prstGeom>
              <a:gradFill rotWithShape="0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10800000"/>
              </a:gradFill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55" name="Oval 443"/>
              <p:cNvSpPr/>
              <p:nvPr/>
            </p:nvSpPr>
            <p:spPr>
              <a:xfrm flipV="1">
                <a:off x="3904200" y="5705640"/>
                <a:ext cx="685080" cy="2959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56" name="Freeform 444"/>
              <p:cNvSpPr/>
              <p:nvPr/>
            </p:nvSpPr>
            <p:spPr>
              <a:xfrm>
                <a:off x="4079880" y="5795640"/>
                <a:ext cx="333720" cy="146880"/>
              </a:xfrm>
              <a:custGeom>
                <a:avLst/>
                <a:gdLst>
                  <a:gd name="textAreaLeft" fmla="*/ 0 w 333720"/>
                  <a:gd name="textAreaRight" fmla="*/ 334080 w 333720"/>
                  <a:gd name="textAreaTop" fmla="*/ 0 h 146880"/>
                  <a:gd name="textAreaBottom" fmla="*/ 147240 h 146880"/>
                  <a:gd name="GluePoint1X" fmla="*/ 1537780 w 3076069"/>
                  <a:gd name="GluePoint1Y" fmla="*/ 750825 h 1321259"/>
                  <a:gd name="GluePoint2X" fmla="*/ 313981 w 3076069"/>
                  <a:gd name="GluePoint2Y" fmla="*/ 1321259 h 1321259"/>
                  <a:gd name="GluePoint3X" fmla="*/ 0 w 3076069"/>
                  <a:gd name="GluePoint3Y" fmla="*/ 1228607 h 1321259"/>
                  <a:gd name="GluePoint4X" fmla="*/ 962613 w 3076069"/>
                  <a:gd name="GluePoint4Y" fmla="*/ 837478 h 1321259"/>
                  <a:gd name="GluePoint5X" fmla="*/ 935005 w 3076069"/>
                  <a:gd name="GluePoint5Y" fmla="*/ 450949 h 1321259"/>
                  <a:gd name="GluePoint6X" fmla="*/ 212596 w 3076069"/>
                  <a:gd name="GluePoint6Y" fmla="*/ 119640 h 1321259"/>
                  <a:gd name="GluePoint7X" fmla="*/ 456466 w 3076069"/>
                  <a:gd name="GluePoint7Y" fmla="*/ 50617 h 1321259"/>
                  <a:gd name="GluePoint8X" fmla="*/ 1528577 w 3076069"/>
                  <a:gd name="GluePoint8Y" fmla="*/ 501566 h 1321259"/>
                  <a:gd name="GluePoint9X" fmla="*/ 2623695 w 3076069"/>
                  <a:gd name="GluePoint9Y" fmla="*/ 0 h 1321259"/>
                  <a:gd name="GluePoint10X" fmla="*/ 2927383 w 3076069"/>
                  <a:gd name="GluePoint10Y" fmla="*/ 96632 h 1321259"/>
                  <a:gd name="GluePoint11X" fmla="*/ 2131352 w 3076069"/>
                  <a:gd name="GluePoint11Y" fmla="*/ 432543 h 1321259"/>
                  <a:gd name="GluePoint12X" fmla="*/ 2292399 w 3076069"/>
                  <a:gd name="GluePoint12Y" fmla="*/ 920305 h 1321259"/>
                  <a:gd name="GluePoint13X" fmla="*/ 3076069 w 3076069"/>
                  <a:gd name="GluePoint13Y" fmla="*/ 1228607 h 1321259"/>
                  <a:gd name="GluePoint14X" fmla="*/ 2808172 w 3076069"/>
                  <a:gd name="GluePoint14Y" fmla="*/ 1316375 h 1321259"/>
                  <a:gd name="GluePoint15X" fmla="*/ 1537780 w 3076069"/>
                  <a:gd name="GluePoint15Y" fmla="*/ 750825 h 13212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</a:cxnLst>
                <a:rect l="textAreaLeft" t="textAreaTop" r="textAreaRight" b="textAreaBottom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585E0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57" name="Freeform 445"/>
              <p:cNvSpPr/>
              <p:nvPr/>
            </p:nvSpPr>
            <p:spPr>
              <a:xfrm>
                <a:off x="4045320" y="5758560"/>
                <a:ext cx="403200" cy="102960"/>
              </a:xfrm>
              <a:custGeom>
                <a:avLst/>
                <a:gdLst>
                  <a:gd name="textAreaLeft" fmla="*/ 0 w 403200"/>
                  <a:gd name="textAreaRight" fmla="*/ 403560 w 403200"/>
                  <a:gd name="textAreaTop" fmla="*/ 0 h 102960"/>
                  <a:gd name="textAreaBottom" fmla="*/ 103320 h 102960"/>
                  <a:gd name="GluePoint1X" fmla="*/ 0 w 3723451"/>
                  <a:gd name="GluePoint1Y" fmla="*/ 228246 h 932950"/>
                  <a:gd name="GluePoint2X" fmla="*/ 655168 w 3723451"/>
                  <a:gd name="GluePoint2Y" fmla="*/ 2690 h 932950"/>
                  <a:gd name="GluePoint3X" fmla="*/ 1855778 w 3723451"/>
                  <a:gd name="GluePoint3Y" fmla="*/ 520562 h 932950"/>
                  <a:gd name="GluePoint4X" fmla="*/ 3001174 w 3723451"/>
                  <a:gd name="GluePoint4Y" fmla="*/ 0 h 932950"/>
                  <a:gd name="GluePoint5X" fmla="*/ 3723451 w 3723451"/>
                  <a:gd name="GluePoint5Y" fmla="*/ 207149 h 932950"/>
                  <a:gd name="GluePoint6X" fmla="*/ 3186079 w 3723451"/>
                  <a:gd name="GluePoint6Y" fmla="*/ 461874 h 932950"/>
                  <a:gd name="GluePoint7X" fmla="*/ 3013067 w 3723451"/>
                  <a:gd name="GluePoint7Y" fmla="*/ 393200 h 932950"/>
                  <a:gd name="GluePoint8X" fmla="*/ 1876873 w 3723451"/>
                  <a:gd name="GluePoint8Y" fmla="*/ 932950 h 932950"/>
                  <a:gd name="GluePoint9X" fmla="*/ 711613 w 3723451"/>
                  <a:gd name="GluePoint9Y" fmla="*/ 413055 h 932950"/>
                  <a:gd name="GluePoint10X" fmla="*/ 523214 w 3723451"/>
                  <a:gd name="GluePoint10Y" fmla="*/ 469166 h 932950"/>
                  <a:gd name="GluePoint11X" fmla="*/ 0 w 3723451"/>
                  <a:gd name="GluePoint11Y" fmla="*/ 228246 h 9329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58" name="Freeform 446"/>
              <p:cNvSpPr/>
              <p:nvPr/>
            </p:nvSpPr>
            <p:spPr>
              <a:xfrm>
                <a:off x="4309920" y="5846400"/>
                <a:ext cx="148320" cy="896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89640"/>
                  <a:gd name="textAreaBottom" fmla="*/ 90000 h 89640"/>
                  <a:gd name="GluePoint1X" fmla="*/ 0 w 1366596"/>
                  <a:gd name="GluePoint1Y" fmla="*/ 0 h 809868"/>
                  <a:gd name="GluePoint2X" fmla="*/ 1366596 w 1366596"/>
                  <a:gd name="GluePoint2Y" fmla="*/ 625807 h 809868"/>
                  <a:gd name="GluePoint3X" fmla="*/ 865050 w 1366596"/>
                  <a:gd name="GluePoint3Y" fmla="*/ 809868 h 809868"/>
                  <a:gd name="GluePoint4X" fmla="*/ 4601 w 1366596"/>
                  <a:gd name="GluePoint4Y" fmla="*/ 427942 h 809868"/>
                  <a:gd name="GluePoint5X" fmla="*/ 0 w 1366596"/>
                  <a:gd name="GluePoint5Y" fmla="*/ 0 h 8098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59" name="Freeform 447"/>
              <p:cNvSpPr/>
              <p:nvPr/>
            </p:nvSpPr>
            <p:spPr>
              <a:xfrm>
                <a:off x="4037400" y="5848560"/>
                <a:ext cx="146520" cy="87480"/>
              </a:xfrm>
              <a:custGeom>
                <a:avLst/>
                <a:gdLst>
                  <a:gd name="textAreaLeft" fmla="*/ 0 w 146520"/>
                  <a:gd name="textAreaRight" fmla="*/ 146880 w 146520"/>
                  <a:gd name="textAreaTop" fmla="*/ 0 h 87480"/>
                  <a:gd name="textAreaBottom" fmla="*/ 87840 h 87480"/>
                  <a:gd name="GluePoint1X" fmla="*/ 1329786 w 1348191"/>
                  <a:gd name="GluePoint1Y" fmla="*/ 0 h 791462"/>
                  <a:gd name="GluePoint2X" fmla="*/ 1348191 w 1348191"/>
                  <a:gd name="GluePoint2Y" fmla="*/ 381926 h 791462"/>
                  <a:gd name="GluePoint3X" fmla="*/ 487742 w 1348191"/>
                  <a:gd name="GluePoint3Y" fmla="*/ 791462 h 791462"/>
                  <a:gd name="GluePoint4X" fmla="*/ 0 w 1348191"/>
                  <a:gd name="GluePoint4Y" fmla="*/ 612002 h 791462"/>
                  <a:gd name="GluePoint5X" fmla="*/ 1329786 w 1348191"/>
                  <a:gd name="GluePoint5Y" fmla="*/ 0 h 7914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 w="9525"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cxnSp>
            <p:nvCxnSpPr>
              <p:cNvPr id="10760" name="Straight Connector 448"/>
              <p:cNvCxnSpPr/>
              <p:nvPr/>
            </p:nvCxnSpPr>
            <p:spPr>
              <a:xfrm flipH="1" flipV="1">
                <a:off x="3904200" y="5852520"/>
                <a:ext cx="2160" cy="1148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  <p:cxnSp>
            <p:nvCxnSpPr>
              <p:cNvPr id="10761" name="Straight Connector 449"/>
              <p:cNvCxnSpPr/>
              <p:nvPr/>
            </p:nvCxnSpPr>
            <p:spPr>
              <a:xfrm flipH="1" flipV="1">
                <a:off x="4589640" y="5850360"/>
                <a:ext cx="2160" cy="114840"/>
              </a:xfrm>
              <a:prstGeom prst="straightConnector1">
                <a:avLst/>
              </a:prstGeom>
              <a:ln w="6350">
                <a:solidFill>
                  <a:srgbClr val="000000"/>
                </a:solidFill>
                <a:round/>
              </a:ln>
            </p:spPr>
          </p:cxnSp>
        </p:grpSp>
        <p:grpSp>
          <p:nvGrpSpPr>
            <p:cNvPr id="10762" name="Group 438"/>
            <p:cNvGrpSpPr/>
            <p:nvPr/>
          </p:nvGrpSpPr>
          <p:grpSpPr>
            <a:xfrm>
              <a:off x="4016520" y="5776200"/>
              <a:ext cx="452880" cy="395280"/>
              <a:chOff x="4016520" y="5776200"/>
              <a:chExt cx="452880" cy="395280"/>
            </a:xfrm>
          </p:grpSpPr>
          <p:sp>
            <p:nvSpPr>
              <p:cNvPr id="10763" name="Oval 439"/>
              <p:cNvSpPr/>
              <p:nvPr/>
            </p:nvSpPr>
            <p:spPr>
              <a:xfrm>
                <a:off x="4036320" y="5874120"/>
                <a:ext cx="433080" cy="23256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Gill Sans MT"/>
                </a:endParaRPr>
              </a:p>
            </p:txBody>
          </p:sp>
          <p:sp>
            <p:nvSpPr>
              <p:cNvPr id="10764" name="TextBox 440"/>
              <p:cNvSpPr/>
              <p:nvPr/>
            </p:nvSpPr>
            <p:spPr>
              <a:xfrm>
                <a:off x="4016520" y="5776200"/>
                <a:ext cx="4496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65" name="Group 151"/>
          <p:cNvGrpSpPr/>
          <p:nvPr/>
        </p:nvGrpSpPr>
        <p:grpSpPr>
          <a:xfrm>
            <a:off x="6822000" y="2223720"/>
            <a:ext cx="4764240" cy="2082960"/>
            <a:chOff x="6822000" y="2223720"/>
            <a:chExt cx="4764240" cy="2082960"/>
          </a:xfrm>
        </p:grpSpPr>
        <p:sp>
          <p:nvSpPr>
            <p:cNvPr id="10766" name="TextBox 152"/>
            <p:cNvSpPr/>
            <p:nvPr/>
          </p:nvSpPr>
          <p:spPr>
            <a:xfrm>
              <a:off x="7142400" y="2242800"/>
              <a:ext cx="4443840" cy="206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link state routing app interacts with flow-table-computation component in SDN controller, which computes new flow tables needed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67" name="Group 153"/>
            <p:cNvGrpSpPr/>
            <p:nvPr/>
          </p:nvGrpSpPr>
          <p:grpSpPr>
            <a:xfrm>
              <a:off x="6822000" y="2223720"/>
              <a:ext cx="325440" cy="395280"/>
              <a:chOff x="6822000" y="2223720"/>
              <a:chExt cx="325440" cy="395280"/>
            </a:xfrm>
          </p:grpSpPr>
          <p:sp>
            <p:nvSpPr>
              <p:cNvPr id="10768" name="Oval 154"/>
              <p:cNvSpPr/>
              <p:nvPr/>
            </p:nvSpPr>
            <p:spPr>
              <a:xfrm>
                <a:off x="6833520" y="2291040"/>
                <a:ext cx="271800" cy="2628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769" name="TextBox 155"/>
              <p:cNvSpPr/>
              <p:nvPr/>
            </p:nvSpPr>
            <p:spPr>
              <a:xfrm>
                <a:off x="6822000" y="2223720"/>
                <a:ext cx="3254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5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70" name="Group 156"/>
          <p:cNvGrpSpPr/>
          <p:nvPr/>
        </p:nvGrpSpPr>
        <p:grpSpPr>
          <a:xfrm>
            <a:off x="6797520" y="4172760"/>
            <a:ext cx="4450680" cy="1419480"/>
            <a:chOff x="6797520" y="4172760"/>
            <a:chExt cx="4450680" cy="1419480"/>
          </a:xfrm>
        </p:grpSpPr>
        <p:sp>
          <p:nvSpPr>
            <p:cNvPr id="10771" name="TextBox 157"/>
            <p:cNvSpPr/>
            <p:nvPr/>
          </p:nvSpPr>
          <p:spPr>
            <a:xfrm>
              <a:off x="7133400" y="4186440"/>
              <a:ext cx="4114800" cy="140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Calibri"/>
                </a:rPr>
                <a:t>controller uses OpenFlow to install new tables in switches that need updating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72" name="Group 158"/>
            <p:cNvGrpSpPr/>
            <p:nvPr/>
          </p:nvGrpSpPr>
          <p:grpSpPr>
            <a:xfrm>
              <a:off x="6797520" y="4172760"/>
              <a:ext cx="325440" cy="395280"/>
              <a:chOff x="6797520" y="4172760"/>
              <a:chExt cx="325440" cy="395280"/>
            </a:xfrm>
          </p:grpSpPr>
          <p:sp>
            <p:nvSpPr>
              <p:cNvPr id="10773" name="Oval 159"/>
              <p:cNvSpPr/>
              <p:nvPr/>
            </p:nvSpPr>
            <p:spPr>
              <a:xfrm>
                <a:off x="6824160" y="4234680"/>
                <a:ext cx="271800" cy="2628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774" name="TextBox 160"/>
              <p:cNvSpPr/>
              <p:nvPr/>
            </p:nvSpPr>
            <p:spPr>
              <a:xfrm>
                <a:off x="6797520" y="4172760"/>
                <a:ext cx="32544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0" u="none" strike="noStrike">
                    <a:solidFill>
                      <a:srgbClr val="C00000"/>
                    </a:solidFill>
                    <a:effectLst/>
                    <a:uFillTx/>
                    <a:latin typeface="Calibri"/>
                  </a:rPr>
                  <a:t>6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75" name="Group 7"/>
          <p:cNvGrpSpPr/>
          <p:nvPr/>
        </p:nvGrpSpPr>
        <p:grpSpPr>
          <a:xfrm>
            <a:off x="3994200" y="1633680"/>
            <a:ext cx="307800" cy="1540440"/>
            <a:chOff x="3994200" y="1633680"/>
            <a:chExt cx="307800" cy="1540440"/>
          </a:xfrm>
        </p:grpSpPr>
        <p:cxnSp>
          <p:nvCxnSpPr>
            <p:cNvPr id="10776" name="Straight Connector 6"/>
            <p:cNvCxnSpPr/>
            <p:nvPr/>
          </p:nvCxnSpPr>
          <p:spPr>
            <a:xfrm>
              <a:off x="4144680" y="1633680"/>
              <a:ext cx="360" cy="1540800"/>
            </a:xfrm>
            <a:prstGeom prst="straightConnector1">
              <a:avLst/>
            </a:prstGeom>
            <a:ln w="19050">
              <a:solidFill>
                <a:srgbClr val="C00000"/>
              </a:solidFill>
            </a:ln>
          </p:spPr>
        </p:cxnSp>
        <p:grpSp>
          <p:nvGrpSpPr>
            <p:cNvPr id="10777" name="Group 389"/>
            <p:cNvGrpSpPr/>
            <p:nvPr/>
          </p:nvGrpSpPr>
          <p:grpSpPr>
            <a:xfrm>
              <a:off x="3994200" y="1857960"/>
              <a:ext cx="307800" cy="364680"/>
              <a:chOff x="3994200" y="1857960"/>
              <a:chExt cx="307800" cy="364680"/>
            </a:xfrm>
          </p:grpSpPr>
          <p:sp>
            <p:nvSpPr>
              <p:cNvPr id="10778" name="Oval 390"/>
              <p:cNvSpPr/>
              <p:nvPr/>
            </p:nvSpPr>
            <p:spPr>
              <a:xfrm>
                <a:off x="4019760" y="190512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9" name="TextBox 391"/>
              <p:cNvSpPr/>
              <p:nvPr/>
            </p:nvSpPr>
            <p:spPr>
              <a:xfrm>
                <a:off x="3994200" y="185796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5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80" name="Group 15"/>
          <p:cNvGrpSpPr/>
          <p:nvPr/>
        </p:nvGrpSpPr>
        <p:grpSpPr>
          <a:xfrm>
            <a:off x="2457360" y="3166560"/>
            <a:ext cx="1751400" cy="2489040"/>
            <a:chOff x="2457360" y="3166560"/>
            <a:chExt cx="1751400" cy="2489040"/>
          </a:xfrm>
        </p:grpSpPr>
        <p:cxnSp>
          <p:nvCxnSpPr>
            <p:cNvPr id="10781" name="Straight Arrow Connector 384"/>
            <p:cNvCxnSpPr/>
            <p:nvPr/>
          </p:nvCxnSpPr>
          <p:spPr>
            <a:xfrm>
              <a:off x="3270960" y="4980240"/>
              <a:ext cx="360" cy="258840"/>
            </a:xfrm>
            <a:prstGeom prst="straightConnector1">
              <a:avLst/>
            </a:prstGeom>
            <a:ln w="19050">
              <a:solidFill>
                <a:srgbClr val="C00000"/>
              </a:solidFill>
              <a:round/>
              <a:tailEnd len="med" type="triangle" w="med"/>
            </a:ln>
          </p:spPr>
        </p:cxnSp>
        <p:cxnSp>
          <p:nvCxnSpPr>
            <p:cNvPr id="10782" name="Straight Arrow Connector 385"/>
            <p:cNvCxnSpPr/>
            <p:nvPr/>
          </p:nvCxnSpPr>
          <p:spPr>
            <a:xfrm flipH="1">
              <a:off x="2457360" y="4953960"/>
              <a:ext cx="713160" cy="621720"/>
            </a:xfrm>
            <a:prstGeom prst="straightConnector1">
              <a:avLst/>
            </a:prstGeom>
            <a:ln w="19050">
              <a:solidFill>
                <a:srgbClr val="C00000"/>
              </a:solidFill>
              <a:round/>
              <a:tailEnd len="med" type="triangle" w="med"/>
            </a:ln>
          </p:spPr>
        </p:cxnSp>
        <p:grpSp>
          <p:nvGrpSpPr>
            <p:cNvPr id="10783" name="Group 386"/>
            <p:cNvGrpSpPr/>
            <p:nvPr/>
          </p:nvGrpSpPr>
          <p:grpSpPr>
            <a:xfrm>
              <a:off x="3098520" y="4657320"/>
              <a:ext cx="323640" cy="378000"/>
              <a:chOff x="3098520" y="4657320"/>
              <a:chExt cx="323640" cy="378000"/>
            </a:xfrm>
          </p:grpSpPr>
          <p:sp>
            <p:nvSpPr>
              <p:cNvPr id="10784" name="Oval 387"/>
              <p:cNvSpPr/>
              <p:nvPr/>
            </p:nvSpPr>
            <p:spPr>
              <a:xfrm rot="21446400">
                <a:off x="3135600" y="472068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5" name="TextBox 388"/>
              <p:cNvSpPr/>
              <p:nvPr/>
            </p:nvSpPr>
            <p:spPr>
              <a:xfrm rot="21446400">
                <a:off x="3106440" y="466380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6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10786" name="Straight Arrow Connector 450"/>
            <p:cNvCxnSpPr/>
            <p:nvPr/>
          </p:nvCxnSpPr>
          <p:spPr>
            <a:xfrm>
              <a:off x="3361320" y="4942800"/>
              <a:ext cx="847800" cy="713160"/>
            </a:xfrm>
            <a:prstGeom prst="straightConnector1">
              <a:avLst/>
            </a:prstGeom>
            <a:ln w="19050">
              <a:solidFill>
                <a:srgbClr val="C00000"/>
              </a:solidFill>
              <a:round/>
              <a:tailEnd len="med" type="triangle" w="med"/>
            </a:ln>
          </p:spPr>
        </p:cxnSp>
        <p:sp>
          <p:nvSpPr>
            <p:cNvPr id="10787" name="Freeform 11"/>
            <p:cNvSpPr/>
            <p:nvPr/>
          </p:nvSpPr>
          <p:spPr>
            <a:xfrm>
              <a:off x="3256560" y="3166560"/>
              <a:ext cx="887760" cy="1551240"/>
            </a:xfrm>
            <a:custGeom>
              <a:avLst/>
              <a:gdLst>
                <a:gd name="textAreaLeft" fmla="*/ 0 w 887760"/>
                <a:gd name="textAreaRight" fmla="*/ 888120 w 887760"/>
                <a:gd name="textAreaTop" fmla="*/ 0 h 1551240"/>
                <a:gd name="textAreaBottom" fmla="*/ 1551600 h 1551240"/>
                <a:gd name="GluePoint1X" fmla="*/ 929390 w 929390"/>
                <a:gd name="GluePoint1Y" fmla="*/ 0 h 1551482"/>
                <a:gd name="GluePoint2X" fmla="*/ 929390 w 929390"/>
                <a:gd name="GluePoint2Y" fmla="*/ 678305 h 1551482"/>
                <a:gd name="GluePoint3X" fmla="*/ 0 w 929390"/>
                <a:gd name="GluePoint3Y" fmla="*/ 813217 h 1551482"/>
                <a:gd name="GluePoint4X" fmla="*/ 0 w 929390"/>
                <a:gd name="GluePoint4Y" fmla="*/ 1551482 h 1551482"/>
                <a:gd name="GluePoint5X" fmla="*/ 0 w 929390"/>
                <a:gd name="GluePoint5Y" fmla="*/ 1551482 h 155148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29390" h="1551482">
                  <a:moveTo>
                    <a:pt x="929390" y="0"/>
                  </a:moveTo>
                  <a:lnTo>
                    <a:pt x="929390" y="678305"/>
                  </a:lnTo>
                  <a:lnTo>
                    <a:pt x="0" y="813217"/>
                  </a:lnTo>
                  <a:lnTo>
                    <a:pt x="0" y="1551482"/>
                  </a:lnTo>
                  <a:lnTo>
                    <a:pt x="0" y="1551482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0788" name="Group 176"/>
          <p:cNvGrpSpPr/>
          <p:nvPr/>
        </p:nvGrpSpPr>
        <p:grpSpPr>
          <a:xfrm>
            <a:off x="2312280" y="4225320"/>
            <a:ext cx="677520" cy="1260720"/>
            <a:chOff x="2312280" y="4225320"/>
            <a:chExt cx="677520" cy="1260720"/>
          </a:xfrm>
        </p:grpSpPr>
        <p:sp>
          <p:nvSpPr>
            <p:cNvPr id="10789" name="Freeform 177"/>
            <p:cNvSpPr/>
            <p:nvPr/>
          </p:nvSpPr>
          <p:spPr>
            <a:xfrm>
              <a:off x="2312280" y="4225320"/>
              <a:ext cx="677520" cy="1260720"/>
            </a:xfrm>
            <a:custGeom>
              <a:avLst/>
              <a:gdLst>
                <a:gd name="textAreaLeft" fmla="*/ 0 w 677520"/>
                <a:gd name="textAreaRight" fmla="*/ 677880 w 677520"/>
                <a:gd name="textAreaTop" fmla="*/ 0 h 1260720"/>
                <a:gd name="textAreaBottom" fmla="*/ 1261080 h 1260720"/>
                <a:gd name="GluePoint1X" fmla="*/ 0 w 677917"/>
                <a:gd name="GluePoint1Y" fmla="*/ 1261241 h 1261241"/>
                <a:gd name="GluePoint2X" fmla="*/ 677917 w 677917"/>
                <a:gd name="GluePoint2Y" fmla="*/ 178675 h 1261241"/>
                <a:gd name="GluePoint3X" fmla="*/ 677917 w 677917"/>
                <a:gd name="GluePoint3Y" fmla="*/ 0 h 12612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77917" h="1261241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790" name="Group 178"/>
            <p:cNvGrpSpPr/>
            <p:nvPr/>
          </p:nvGrpSpPr>
          <p:grpSpPr>
            <a:xfrm>
              <a:off x="2499120" y="4791600"/>
              <a:ext cx="307800" cy="364680"/>
              <a:chOff x="2499120" y="4791600"/>
              <a:chExt cx="307800" cy="364680"/>
            </a:xfrm>
          </p:grpSpPr>
          <p:sp>
            <p:nvSpPr>
              <p:cNvPr id="10791" name="Oval 179"/>
              <p:cNvSpPr/>
              <p:nvPr/>
            </p:nvSpPr>
            <p:spPr>
              <a:xfrm>
                <a:off x="2533680" y="484308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2" name="TextBox 180"/>
              <p:cNvSpPr/>
              <p:nvPr/>
            </p:nvSpPr>
            <p:spPr>
              <a:xfrm>
                <a:off x="2499120" y="479160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1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93" name="Group 181"/>
          <p:cNvGrpSpPr/>
          <p:nvPr/>
        </p:nvGrpSpPr>
        <p:grpSpPr>
          <a:xfrm>
            <a:off x="2292480" y="3432240"/>
            <a:ext cx="698040" cy="793440"/>
            <a:chOff x="2292480" y="3432240"/>
            <a:chExt cx="698040" cy="793440"/>
          </a:xfrm>
        </p:grpSpPr>
        <p:sp>
          <p:nvSpPr>
            <p:cNvPr id="10794" name="Freeform 182"/>
            <p:cNvSpPr/>
            <p:nvPr/>
          </p:nvSpPr>
          <p:spPr>
            <a:xfrm>
              <a:off x="2292480" y="3432240"/>
              <a:ext cx="698040" cy="793440"/>
            </a:xfrm>
            <a:custGeom>
              <a:avLst/>
              <a:gdLst>
                <a:gd name="textAreaLeft" fmla="*/ 0 w 698040"/>
                <a:gd name="textAreaRight" fmla="*/ 698400 w 698040"/>
                <a:gd name="textAreaTop" fmla="*/ 0 h 793440"/>
                <a:gd name="textAreaBottom" fmla="*/ 793800 h 793440"/>
                <a:gd name="GluePoint1X" fmla="*/ 698500 w 698500"/>
                <a:gd name="GluePoint1Y" fmla="*/ 793750 h 793750"/>
                <a:gd name="GluePoint2X" fmla="*/ 698500 w 698500"/>
                <a:gd name="GluePoint2Y" fmla="*/ 508000 h 793750"/>
                <a:gd name="GluePoint3X" fmla="*/ 0 w 698500"/>
                <a:gd name="GluePoint3Y" fmla="*/ 269875 h 793750"/>
                <a:gd name="GluePoint4X" fmla="*/ 0 w 698500"/>
                <a:gd name="GluePoint4Y" fmla="*/ 0 h 793750"/>
                <a:gd name="GluePoint5X" fmla="*/ 0 w 698500"/>
                <a:gd name="GluePoint5Y" fmla="*/ 3175 h 7937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98500" h="79375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795" name="Group 183"/>
            <p:cNvGrpSpPr/>
            <p:nvPr/>
          </p:nvGrpSpPr>
          <p:grpSpPr>
            <a:xfrm>
              <a:off x="2576160" y="3664080"/>
              <a:ext cx="307800" cy="364680"/>
              <a:chOff x="2576160" y="3664080"/>
              <a:chExt cx="307800" cy="364680"/>
            </a:xfrm>
          </p:grpSpPr>
          <p:sp>
            <p:nvSpPr>
              <p:cNvPr id="10796" name="Oval 184"/>
              <p:cNvSpPr/>
              <p:nvPr/>
            </p:nvSpPr>
            <p:spPr>
              <a:xfrm>
                <a:off x="2602080" y="371988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7" name="TextBox 185"/>
              <p:cNvSpPr/>
              <p:nvPr/>
            </p:nvSpPr>
            <p:spPr>
              <a:xfrm>
                <a:off x="2576160" y="366408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2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798" name="Group 186"/>
          <p:cNvGrpSpPr/>
          <p:nvPr/>
        </p:nvGrpSpPr>
        <p:grpSpPr>
          <a:xfrm>
            <a:off x="2137680" y="1774800"/>
            <a:ext cx="307800" cy="1663200"/>
            <a:chOff x="2137680" y="1774800"/>
            <a:chExt cx="307800" cy="1663200"/>
          </a:xfrm>
        </p:grpSpPr>
        <p:sp>
          <p:nvSpPr>
            <p:cNvPr id="10799" name="Freeform 187"/>
            <p:cNvSpPr/>
            <p:nvPr/>
          </p:nvSpPr>
          <p:spPr>
            <a:xfrm>
              <a:off x="2276640" y="1774800"/>
              <a:ext cx="15480" cy="166320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663200"/>
                <a:gd name="textAreaBottom" fmla="*/ 1663560 h 1663200"/>
                <a:gd name="GluePoint1X" fmla="*/ 15875 w 15875"/>
                <a:gd name="GluePoint1Y" fmla="*/ 1663700 h 1663700"/>
                <a:gd name="GluePoint2X" fmla="*/ 15875 w 15875"/>
                <a:gd name="GluePoint2Y" fmla="*/ 0 h 1663700"/>
                <a:gd name="GluePoint3X" fmla="*/ 0 w 15875"/>
                <a:gd name="GluePoint3Y" fmla="*/ 0 h 16637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5875" h="1663700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  <a:tailEnd len="med" type="triangle" w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0800" name="Group 188"/>
            <p:cNvGrpSpPr/>
            <p:nvPr/>
          </p:nvGrpSpPr>
          <p:grpSpPr>
            <a:xfrm>
              <a:off x="2137680" y="2579760"/>
              <a:ext cx="307800" cy="364680"/>
              <a:chOff x="2137680" y="2579760"/>
              <a:chExt cx="307800" cy="364680"/>
            </a:xfrm>
          </p:grpSpPr>
          <p:sp>
            <p:nvSpPr>
              <p:cNvPr id="10801" name="Oval 189"/>
              <p:cNvSpPr/>
              <p:nvPr/>
            </p:nvSpPr>
            <p:spPr>
              <a:xfrm>
                <a:off x="2170080" y="263880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2" name="TextBox 190"/>
              <p:cNvSpPr/>
              <p:nvPr/>
            </p:nvSpPr>
            <p:spPr>
              <a:xfrm>
                <a:off x="2137680" y="257976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3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803" name="Group 191"/>
          <p:cNvGrpSpPr/>
          <p:nvPr/>
        </p:nvGrpSpPr>
        <p:grpSpPr>
          <a:xfrm>
            <a:off x="2349360" y="1803240"/>
            <a:ext cx="307800" cy="1539720"/>
            <a:chOff x="2349360" y="1803240"/>
            <a:chExt cx="307800" cy="1539720"/>
          </a:xfrm>
        </p:grpSpPr>
        <p:cxnSp>
          <p:nvCxnSpPr>
            <p:cNvPr id="10804" name="Straight Arrow Connector 192"/>
            <p:cNvCxnSpPr/>
            <p:nvPr/>
          </p:nvCxnSpPr>
          <p:spPr>
            <a:xfrm>
              <a:off x="2498400" y="1803240"/>
              <a:ext cx="360" cy="1540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len="med" type="triangle" w="med"/>
            </a:ln>
          </p:spPr>
        </p:cxnSp>
        <p:grpSp>
          <p:nvGrpSpPr>
            <p:cNvPr id="10805" name="Group 193"/>
            <p:cNvGrpSpPr/>
            <p:nvPr/>
          </p:nvGrpSpPr>
          <p:grpSpPr>
            <a:xfrm>
              <a:off x="2349360" y="1906200"/>
              <a:ext cx="307800" cy="364680"/>
              <a:chOff x="2349360" y="1906200"/>
              <a:chExt cx="307800" cy="364680"/>
            </a:xfrm>
          </p:grpSpPr>
          <p:sp>
            <p:nvSpPr>
              <p:cNvPr id="10806" name="Oval 194"/>
              <p:cNvSpPr/>
              <p:nvPr/>
            </p:nvSpPr>
            <p:spPr>
              <a:xfrm>
                <a:off x="2381760" y="1965240"/>
                <a:ext cx="251280" cy="26280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7" name="TextBox 195"/>
              <p:cNvSpPr/>
              <p:nvPr/>
            </p:nvSpPr>
            <p:spPr>
              <a:xfrm>
                <a:off x="2349360" y="1906200"/>
                <a:ext cx="30780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  <a:ea typeface="ＭＳ Ｐゴシック"/>
                  </a:rPr>
                  <a:t>4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616" dur="indefinite" restart="never" nodeType="tmRoot">
          <p:childTnLst>
            <p:seq>
              <p:cTn id="2617" dur="indefinite" nodeType="mainSeq">
                <p:childTnLst>
                  <p:par>
                    <p:cTn id="2618" fill="hold">
                      <p:stCondLst>
                        <p:cond delay="0"/>
                      </p:stCondLst>
                      <p:childTnLst>
                        <p:par>
                          <p:cTn id="2619" fill="hold">
                            <p:stCondLst>
                              <p:cond delay="0"/>
                            </p:stCondLst>
                            <p:childTnLst>
                              <p:par>
                                <p:cTn id="2620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622" dur="500"/>
                                        <p:tgtEl>
                                          <p:spTgt spid="1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25" dur="500"/>
                                        <p:tgtEl>
                                          <p:spTgt spid="1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6" fill="hold">
                      <p:stCondLst>
                        <p:cond delay="indefinite"/>
                      </p:stCondLst>
                      <p:childTnLst>
                        <p:par>
                          <p:cTn id="2627" fill="hold">
                            <p:stCondLst>
                              <p:cond delay="0"/>
                            </p:stCondLst>
                            <p:childTnLst>
                              <p:par>
                                <p:cTn id="262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30" dur="500"/>
                                        <p:tgtEl>
                                          <p:spTgt spid="1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1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633" dur="500"/>
                                        <p:tgtEl>
                                          <p:spTgt spid="1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8" name="PlaceHolder 1"/>
          <p:cNvSpPr>
            <a:spLocks noGrp="1"/>
          </p:cNvSpPr>
          <p:nvPr>
            <p:ph type="title"/>
          </p:nvPr>
        </p:nvSpPr>
        <p:spPr>
          <a:xfrm>
            <a:off x="838080" y="276480"/>
            <a:ext cx="1099836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ONOS SDN controller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809" name="PlaceHolder 2"/>
          <p:cNvSpPr>
            <a:spLocks noGrp="1"/>
          </p:cNvSpPr>
          <p:nvPr>
            <p:ph type="sldNum" idx="8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AC846190-BAAB-4F8C-BE7E-4F502E2A8035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93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0" name="TextBox 162"/>
          <p:cNvSpPr/>
          <p:nvPr/>
        </p:nvSpPr>
        <p:spPr>
          <a:xfrm>
            <a:off x="5653800" y="1757880"/>
            <a:ext cx="270000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8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 Applications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1" name="TextBox 163"/>
          <p:cNvSpPr/>
          <p:nvPr/>
        </p:nvSpPr>
        <p:spPr>
          <a:xfrm>
            <a:off x="6218280" y="5420880"/>
            <a:ext cx="152244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8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Southbound API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12" name="Straight Connector 164"/>
          <p:cNvCxnSpPr/>
          <p:nvPr/>
        </p:nvCxnSpPr>
        <p:spPr>
          <a:xfrm>
            <a:off x="1309320" y="2192040"/>
            <a:ext cx="4651560" cy="360"/>
          </a:xfrm>
          <a:prstGeom prst="straightConnector1">
            <a:avLst/>
          </a:prstGeom>
          <a:ln w="19050">
            <a:solidFill>
              <a:srgbClr val="000000"/>
            </a:solidFill>
            <a:prstDash val="dash"/>
          </a:ln>
        </p:spPr>
      </p:cxnSp>
      <p:sp>
        <p:nvSpPr>
          <p:cNvPr id="10813" name="TextBox 210"/>
          <p:cNvSpPr/>
          <p:nvPr/>
        </p:nvSpPr>
        <p:spPr>
          <a:xfrm>
            <a:off x="6042960" y="2090160"/>
            <a:ext cx="152244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8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Northbound API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14" name="Group 211"/>
          <p:cNvGrpSpPr/>
          <p:nvPr/>
        </p:nvGrpSpPr>
        <p:grpSpPr>
          <a:xfrm>
            <a:off x="1327680" y="1613880"/>
            <a:ext cx="1224720" cy="383040"/>
            <a:chOff x="1327680" y="1613880"/>
            <a:chExt cx="1224720" cy="383040"/>
          </a:xfrm>
        </p:grpSpPr>
        <p:sp>
          <p:nvSpPr>
            <p:cNvPr id="10815" name="Oval 212"/>
            <p:cNvSpPr/>
            <p:nvPr/>
          </p:nvSpPr>
          <p:spPr>
            <a:xfrm>
              <a:off x="1446840" y="1613880"/>
              <a:ext cx="1008360" cy="3808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816" name="TextBox 213"/>
            <p:cNvSpPr/>
            <p:nvPr/>
          </p:nvSpPr>
          <p:spPr>
            <a:xfrm>
              <a:off x="1327680" y="1614240"/>
              <a:ext cx="1224720" cy="38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Traffic Engineering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817" name="TextBox 214"/>
          <p:cNvSpPr/>
          <p:nvPr/>
        </p:nvSpPr>
        <p:spPr>
          <a:xfrm>
            <a:off x="4836600" y="1497240"/>
            <a:ext cx="4662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FillTx/>
                <a:latin typeface="Calibri"/>
              </a:rPr>
              <a:t>…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18" name="Group 215"/>
          <p:cNvGrpSpPr/>
          <p:nvPr/>
        </p:nvGrpSpPr>
        <p:grpSpPr>
          <a:xfrm>
            <a:off x="2448000" y="1617480"/>
            <a:ext cx="1224720" cy="380880"/>
            <a:chOff x="2448000" y="1617480"/>
            <a:chExt cx="1224720" cy="380880"/>
          </a:xfrm>
        </p:grpSpPr>
        <p:sp>
          <p:nvSpPr>
            <p:cNvPr id="10819" name="Oval 216"/>
            <p:cNvSpPr/>
            <p:nvPr/>
          </p:nvSpPr>
          <p:spPr>
            <a:xfrm>
              <a:off x="2535840" y="1617480"/>
              <a:ext cx="1008360" cy="3808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820" name="TextBox 217"/>
            <p:cNvSpPr/>
            <p:nvPr/>
          </p:nvSpPr>
          <p:spPr>
            <a:xfrm>
              <a:off x="2448000" y="1699920"/>
              <a:ext cx="1224720" cy="23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Firewalling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821" name="Group 218"/>
          <p:cNvGrpSpPr/>
          <p:nvPr/>
        </p:nvGrpSpPr>
        <p:grpSpPr>
          <a:xfrm>
            <a:off x="3564720" y="1621440"/>
            <a:ext cx="1224720" cy="464400"/>
            <a:chOff x="3564720" y="1621440"/>
            <a:chExt cx="1224720" cy="464400"/>
          </a:xfrm>
        </p:grpSpPr>
        <p:sp>
          <p:nvSpPr>
            <p:cNvPr id="10822" name="Oval 219"/>
            <p:cNvSpPr/>
            <p:nvPr/>
          </p:nvSpPr>
          <p:spPr>
            <a:xfrm>
              <a:off x="3677040" y="1621440"/>
              <a:ext cx="1008360" cy="3808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823" name="TextBox 220"/>
            <p:cNvSpPr/>
            <p:nvPr/>
          </p:nvSpPr>
          <p:spPr>
            <a:xfrm>
              <a:off x="3564720" y="1703880"/>
              <a:ext cx="122472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Load Balancing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824" name="Group 4"/>
          <p:cNvGrpSpPr/>
          <p:nvPr/>
        </p:nvGrpSpPr>
        <p:grpSpPr>
          <a:xfrm>
            <a:off x="1160280" y="4565880"/>
            <a:ext cx="5202000" cy="879840"/>
            <a:chOff x="1160280" y="4565880"/>
            <a:chExt cx="5202000" cy="879840"/>
          </a:xfrm>
        </p:grpSpPr>
        <p:sp>
          <p:nvSpPr>
            <p:cNvPr id="10825" name="Rounded Rectangle 129"/>
            <p:cNvSpPr/>
            <p:nvPr/>
          </p:nvSpPr>
          <p:spPr>
            <a:xfrm>
              <a:off x="1160280" y="4565880"/>
              <a:ext cx="5005080" cy="879840"/>
            </a:xfrm>
            <a:prstGeom prst="roundRect">
              <a:avLst>
                <a:gd name="adj" fmla="val 16667"/>
              </a:avLst>
            </a:prstGeom>
            <a:solidFill>
              <a:srgbClr val="60C99C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26" name="TextBox 133"/>
            <p:cNvSpPr/>
            <p:nvPr/>
          </p:nvSpPr>
          <p:spPr>
            <a:xfrm>
              <a:off x="4751640" y="4634640"/>
              <a:ext cx="1610640" cy="74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southbound abstractions,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9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protocols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27" name="Group 134"/>
            <p:cNvGrpSpPr/>
            <p:nvPr/>
          </p:nvGrpSpPr>
          <p:grpSpPr>
            <a:xfrm>
              <a:off x="1253880" y="5052600"/>
              <a:ext cx="1104480" cy="334080"/>
              <a:chOff x="1253880" y="5052600"/>
              <a:chExt cx="1104480" cy="334080"/>
            </a:xfrm>
          </p:grpSpPr>
          <p:sp>
            <p:nvSpPr>
              <p:cNvPr id="10828" name="Rounded Rectangle 135"/>
              <p:cNvSpPr/>
              <p:nvPr/>
            </p:nvSpPr>
            <p:spPr>
              <a:xfrm>
                <a:off x="1275120" y="5077440"/>
                <a:ext cx="1062000" cy="29772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60C99C"/>
                </a:solidFill>
                <a:round/>
              </a:ln>
              <a:effectLst>
                <a:outerShdw algn="tl" blurRad="50760" dir="2700000" dist="37674" rotWithShape="0">
                  <a:srgbClr val="CCFFCC">
                    <a:alpha val="43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29" name="TextBox 136"/>
              <p:cNvSpPr/>
              <p:nvPr/>
            </p:nvSpPr>
            <p:spPr>
              <a:xfrm>
                <a:off x="1253880" y="5052600"/>
                <a:ext cx="110448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OpenFlow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30" name="Group 137"/>
            <p:cNvGrpSpPr/>
            <p:nvPr/>
          </p:nvGrpSpPr>
          <p:grpSpPr>
            <a:xfrm>
              <a:off x="2465640" y="5054040"/>
              <a:ext cx="1062000" cy="334080"/>
              <a:chOff x="2465640" y="5054040"/>
              <a:chExt cx="1062000" cy="334080"/>
            </a:xfrm>
          </p:grpSpPr>
          <p:sp>
            <p:nvSpPr>
              <p:cNvPr id="10831" name="Rounded Rectangle 138"/>
              <p:cNvSpPr/>
              <p:nvPr/>
            </p:nvSpPr>
            <p:spPr>
              <a:xfrm>
                <a:off x="2465640" y="5084640"/>
                <a:ext cx="1062000" cy="29772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60C99C"/>
                </a:solidFill>
                <a:round/>
              </a:ln>
              <a:effectLst>
                <a:outerShdw algn="tl" blurRad="50760" dir="2700000" dist="37674" rotWithShape="0">
                  <a:srgbClr val="CCFFCC">
                    <a:alpha val="43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2" name="TextBox 139"/>
              <p:cNvSpPr/>
              <p:nvPr/>
            </p:nvSpPr>
            <p:spPr>
              <a:xfrm>
                <a:off x="2564280" y="5054040"/>
                <a:ext cx="87912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Netconf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33" name="Group 140"/>
            <p:cNvGrpSpPr/>
            <p:nvPr/>
          </p:nvGrpSpPr>
          <p:grpSpPr>
            <a:xfrm>
              <a:off x="3718440" y="5066280"/>
              <a:ext cx="892800" cy="334080"/>
              <a:chOff x="3718440" y="5066280"/>
              <a:chExt cx="892800" cy="334080"/>
            </a:xfrm>
          </p:grpSpPr>
          <p:sp>
            <p:nvSpPr>
              <p:cNvPr id="10834" name="Rounded Rectangle 141"/>
              <p:cNvSpPr/>
              <p:nvPr/>
            </p:nvSpPr>
            <p:spPr>
              <a:xfrm>
                <a:off x="3718440" y="5096880"/>
                <a:ext cx="858600" cy="29772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60C99C"/>
                </a:solidFill>
                <a:round/>
              </a:ln>
              <a:effectLst>
                <a:outerShdw algn="tl" blurRad="50760" dir="2700000" dist="37674" rotWithShape="0">
                  <a:srgbClr val="CCFFCC">
                    <a:alpha val="43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5" name="TextBox 142"/>
              <p:cNvSpPr/>
              <p:nvPr/>
            </p:nvSpPr>
            <p:spPr>
              <a:xfrm>
                <a:off x="3721680" y="5066280"/>
                <a:ext cx="88956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OVSDB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36" name="Group 143"/>
            <p:cNvGrpSpPr/>
            <p:nvPr/>
          </p:nvGrpSpPr>
          <p:grpSpPr>
            <a:xfrm>
              <a:off x="1263960" y="4644360"/>
              <a:ext cx="777240" cy="334080"/>
              <a:chOff x="1263960" y="4644360"/>
              <a:chExt cx="777240" cy="334080"/>
            </a:xfrm>
          </p:grpSpPr>
          <p:sp>
            <p:nvSpPr>
              <p:cNvPr id="10837" name="Rounded Rectangle 144"/>
              <p:cNvSpPr/>
              <p:nvPr/>
            </p:nvSpPr>
            <p:spPr>
              <a:xfrm>
                <a:off x="1279080" y="4668840"/>
                <a:ext cx="762120" cy="29772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60C99C"/>
                </a:solidFill>
                <a:round/>
              </a:ln>
              <a:effectLst>
                <a:outerShdw algn="tl" blurRad="50760" dir="2700000" dist="37674" rotWithShape="0">
                  <a:srgbClr val="8DDFB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8" name="TextBox 145"/>
              <p:cNvSpPr/>
              <p:nvPr/>
            </p:nvSpPr>
            <p:spPr>
              <a:xfrm>
                <a:off x="1263960" y="4644360"/>
                <a:ext cx="76608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device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39" name="Group 146"/>
            <p:cNvGrpSpPr/>
            <p:nvPr/>
          </p:nvGrpSpPr>
          <p:grpSpPr>
            <a:xfrm>
              <a:off x="2095200" y="4642200"/>
              <a:ext cx="573480" cy="334080"/>
              <a:chOff x="2095200" y="4642200"/>
              <a:chExt cx="573480" cy="334080"/>
            </a:xfrm>
          </p:grpSpPr>
          <p:sp>
            <p:nvSpPr>
              <p:cNvPr id="10840" name="Rounded Rectangle 147"/>
              <p:cNvSpPr/>
              <p:nvPr/>
            </p:nvSpPr>
            <p:spPr>
              <a:xfrm>
                <a:off x="2095200" y="4670640"/>
                <a:ext cx="573480" cy="29772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60C99C"/>
                </a:solidFill>
                <a:round/>
              </a:ln>
              <a:effectLst>
                <a:outerShdw algn="tl" blurRad="50760" dir="2700000" dist="37674" rotWithShape="0">
                  <a:srgbClr val="8DDFB0"/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1" name="TextBox 151"/>
              <p:cNvSpPr/>
              <p:nvPr/>
            </p:nvSpPr>
            <p:spPr>
              <a:xfrm>
                <a:off x="2129400" y="4642200"/>
                <a:ext cx="48420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link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42" name="Group 152"/>
            <p:cNvGrpSpPr/>
            <p:nvPr/>
          </p:nvGrpSpPr>
          <p:grpSpPr>
            <a:xfrm>
              <a:off x="2703600" y="4643280"/>
              <a:ext cx="563040" cy="334080"/>
              <a:chOff x="2703600" y="4643280"/>
              <a:chExt cx="563040" cy="334080"/>
            </a:xfrm>
          </p:grpSpPr>
          <p:sp>
            <p:nvSpPr>
              <p:cNvPr id="10843" name="Rounded Rectangle 153"/>
              <p:cNvSpPr/>
              <p:nvPr/>
            </p:nvSpPr>
            <p:spPr>
              <a:xfrm>
                <a:off x="2718720" y="4668120"/>
                <a:ext cx="545760" cy="29772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70AD47"/>
                </a:solidFill>
                <a:round/>
              </a:ln>
              <a:effectLst>
                <a:outerShdw algn="tl" blurRad="50760" dir="2700000" dist="37674" rotWithShape="0">
                  <a:srgbClr val="8DDFB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4" name="TextBox 154"/>
              <p:cNvSpPr/>
              <p:nvPr/>
            </p:nvSpPr>
            <p:spPr>
              <a:xfrm>
                <a:off x="2703600" y="4643280"/>
                <a:ext cx="56304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host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45" name="Group 155"/>
            <p:cNvGrpSpPr/>
            <p:nvPr/>
          </p:nvGrpSpPr>
          <p:grpSpPr>
            <a:xfrm>
              <a:off x="3310560" y="4643280"/>
              <a:ext cx="540360" cy="334080"/>
              <a:chOff x="3310560" y="4643280"/>
              <a:chExt cx="540360" cy="334080"/>
            </a:xfrm>
          </p:grpSpPr>
          <p:sp>
            <p:nvSpPr>
              <p:cNvPr id="10846" name="Rounded Rectangle 156"/>
              <p:cNvSpPr/>
              <p:nvPr/>
            </p:nvSpPr>
            <p:spPr>
              <a:xfrm>
                <a:off x="3319200" y="4668120"/>
                <a:ext cx="524160" cy="29772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60C99C"/>
                </a:solidFill>
                <a:round/>
              </a:ln>
              <a:effectLst>
                <a:outerShdw algn="tl" blurRad="50760" dir="2700000" dist="37674" rotWithShape="0">
                  <a:srgbClr val="CCFFCC">
                    <a:alpha val="43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7" name="TextBox 157"/>
              <p:cNvSpPr/>
              <p:nvPr/>
            </p:nvSpPr>
            <p:spPr>
              <a:xfrm>
                <a:off x="3310560" y="4643280"/>
                <a:ext cx="54036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flow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48" name="Group 158"/>
            <p:cNvGrpSpPr/>
            <p:nvPr/>
          </p:nvGrpSpPr>
          <p:grpSpPr>
            <a:xfrm>
              <a:off x="3861720" y="4627800"/>
              <a:ext cx="777240" cy="341640"/>
              <a:chOff x="3861720" y="4627800"/>
              <a:chExt cx="777240" cy="341640"/>
            </a:xfrm>
          </p:grpSpPr>
          <p:sp>
            <p:nvSpPr>
              <p:cNvPr id="10849" name="Rounded Rectangle 159"/>
              <p:cNvSpPr/>
              <p:nvPr/>
            </p:nvSpPr>
            <p:spPr>
              <a:xfrm>
                <a:off x="3891600" y="4671720"/>
                <a:ext cx="738000" cy="29772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60C99C"/>
                </a:solidFill>
                <a:round/>
              </a:ln>
              <a:effectLst>
                <a:outerShdw algn="tl" blurRad="50760" dir="2700000" dist="37674" rotWithShape="0">
                  <a:srgbClr val="CCFFCC">
                    <a:alpha val="43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0" name="TextBox 160"/>
              <p:cNvSpPr/>
              <p:nvPr/>
            </p:nvSpPr>
            <p:spPr>
              <a:xfrm>
                <a:off x="3861720" y="4627800"/>
                <a:ext cx="77724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packet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51" name="TextBox 176"/>
          <p:cNvSpPr/>
          <p:nvPr/>
        </p:nvSpPr>
        <p:spPr>
          <a:xfrm>
            <a:off x="4785120" y="2319120"/>
            <a:ext cx="1896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northbound abstractions,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protocols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52" name="Group 5"/>
          <p:cNvGrpSpPr/>
          <p:nvPr/>
        </p:nvGrpSpPr>
        <p:grpSpPr>
          <a:xfrm>
            <a:off x="1235880" y="2266200"/>
            <a:ext cx="4876560" cy="714600"/>
            <a:chOff x="1235880" y="2266200"/>
            <a:chExt cx="4876560" cy="714600"/>
          </a:xfrm>
        </p:grpSpPr>
        <p:sp>
          <p:nvSpPr>
            <p:cNvPr id="10853" name="Rounded Rectangle 148"/>
            <p:cNvSpPr/>
            <p:nvPr/>
          </p:nvSpPr>
          <p:spPr>
            <a:xfrm>
              <a:off x="1235880" y="2266200"/>
              <a:ext cx="4876560" cy="714600"/>
            </a:xfrm>
            <a:prstGeom prst="roundRect">
              <a:avLst>
                <a:gd name="adj" fmla="val 16667"/>
              </a:avLst>
            </a:prstGeom>
            <a:solidFill>
              <a:srgbClr val="60C99C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54" name="Group 126"/>
            <p:cNvGrpSpPr/>
            <p:nvPr/>
          </p:nvGrpSpPr>
          <p:grpSpPr>
            <a:xfrm>
              <a:off x="1418400" y="2419920"/>
              <a:ext cx="1503000" cy="374760"/>
              <a:chOff x="1418400" y="2419920"/>
              <a:chExt cx="1503000" cy="374760"/>
            </a:xfrm>
          </p:grpSpPr>
          <p:sp>
            <p:nvSpPr>
              <p:cNvPr id="10855" name="Rounded Rectangle 127"/>
              <p:cNvSpPr/>
              <p:nvPr/>
            </p:nvSpPr>
            <p:spPr>
              <a:xfrm>
                <a:off x="1418400" y="2419920"/>
                <a:ext cx="1362600" cy="37476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60C99C"/>
                </a:solidFill>
                <a:round/>
              </a:ln>
              <a:effectLst>
                <a:outerShdw algn="tl" blurRad="50760" dir="2700000" dist="37674" rotWithShape="0">
                  <a:srgbClr val="8DDFB0">
                    <a:alpha val="43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6" name="TextBox 128"/>
              <p:cNvSpPr/>
              <p:nvPr/>
            </p:nvSpPr>
            <p:spPr>
              <a:xfrm>
                <a:off x="1461960" y="2444040"/>
                <a:ext cx="1459440" cy="31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ts val="18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REST    API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57" name="Group 177"/>
            <p:cNvGrpSpPr/>
            <p:nvPr/>
          </p:nvGrpSpPr>
          <p:grpSpPr>
            <a:xfrm>
              <a:off x="3009600" y="2419920"/>
              <a:ext cx="1362600" cy="374760"/>
              <a:chOff x="3009600" y="2419920"/>
              <a:chExt cx="1362600" cy="374760"/>
            </a:xfrm>
          </p:grpSpPr>
          <p:sp>
            <p:nvSpPr>
              <p:cNvPr id="10858" name="Rounded Rectangle 178"/>
              <p:cNvSpPr/>
              <p:nvPr/>
            </p:nvSpPr>
            <p:spPr>
              <a:xfrm>
                <a:off x="3009600" y="2419920"/>
                <a:ext cx="1362600" cy="374760"/>
              </a:xfrm>
              <a:prstGeom prst="roundRect">
                <a:avLst>
                  <a:gd name="adj" fmla="val 16667"/>
                </a:avLst>
              </a:prstGeom>
              <a:solidFill>
                <a:srgbClr val="008000"/>
              </a:solidFill>
              <a:ln w="12700">
                <a:solidFill>
                  <a:srgbClr val="60C99C"/>
                </a:solidFill>
                <a:round/>
              </a:ln>
              <a:effectLst>
                <a:outerShdw algn="tl" blurRad="50760" dir="2700000" dist="37674" rotWithShape="0">
                  <a:srgbClr val="000000">
                    <a:alpha val="43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9" name="TextBox 179"/>
              <p:cNvSpPr/>
              <p:nvPr/>
            </p:nvSpPr>
            <p:spPr>
              <a:xfrm>
                <a:off x="3282480" y="2444040"/>
                <a:ext cx="836640" cy="31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ts val="1800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Intent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860" name="Group 1"/>
          <p:cNvGrpSpPr/>
          <p:nvPr/>
        </p:nvGrpSpPr>
        <p:grpSpPr>
          <a:xfrm>
            <a:off x="1218960" y="3053520"/>
            <a:ext cx="5027760" cy="1408320"/>
            <a:chOff x="1218960" y="3053520"/>
            <a:chExt cx="5027760" cy="1408320"/>
          </a:xfrm>
        </p:grpSpPr>
        <p:sp>
          <p:nvSpPr>
            <p:cNvPr id="10861" name="Rounded Rectangle 124"/>
            <p:cNvSpPr/>
            <p:nvPr/>
          </p:nvSpPr>
          <p:spPr>
            <a:xfrm>
              <a:off x="1218960" y="3053520"/>
              <a:ext cx="4898160" cy="1408320"/>
            </a:xfrm>
            <a:prstGeom prst="roundRect">
              <a:avLst>
                <a:gd name="adj" fmla="val 16667"/>
              </a:avLst>
            </a:prstGeom>
            <a:solidFill>
              <a:srgbClr val="60C99C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2" name="TextBox 132"/>
            <p:cNvSpPr/>
            <p:nvPr/>
          </p:nvSpPr>
          <p:spPr>
            <a:xfrm>
              <a:off x="4890960" y="3706200"/>
              <a:ext cx="1355760" cy="74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ONOS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9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distributed core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63" name="Group 180"/>
            <p:cNvGrpSpPr/>
            <p:nvPr/>
          </p:nvGrpSpPr>
          <p:grpSpPr>
            <a:xfrm>
              <a:off x="3699720" y="3790800"/>
              <a:ext cx="958320" cy="459360"/>
              <a:chOff x="3699720" y="3790800"/>
              <a:chExt cx="958320" cy="459360"/>
            </a:xfrm>
          </p:grpSpPr>
          <p:sp>
            <p:nvSpPr>
              <p:cNvPr id="10864" name="Rounded Rectangle 181"/>
              <p:cNvSpPr/>
              <p:nvPr/>
            </p:nvSpPr>
            <p:spPr>
              <a:xfrm>
                <a:off x="3731400" y="3790800"/>
                <a:ext cx="889200" cy="459360"/>
              </a:xfrm>
              <a:prstGeom prst="roundRect">
                <a:avLst>
                  <a:gd name="adj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70AD47"/>
                </a:solidFill>
                <a:round/>
              </a:ln>
              <a:effectLst>
                <a:outerShdw algn="tl" blurRad="50760" dir="2700000" dist="37674" rotWithShape="0">
                  <a:srgbClr val="009973">
                    <a:alpha val="99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5" name="TextBox 182"/>
              <p:cNvSpPr/>
              <p:nvPr/>
            </p:nvSpPr>
            <p:spPr>
              <a:xfrm>
                <a:off x="3699720" y="3874680"/>
                <a:ext cx="958320" cy="29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599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statistics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66" name="Group 183"/>
            <p:cNvGrpSpPr/>
            <p:nvPr/>
          </p:nvGrpSpPr>
          <p:grpSpPr>
            <a:xfrm>
              <a:off x="1451160" y="3777480"/>
              <a:ext cx="889200" cy="459360"/>
              <a:chOff x="1451160" y="3777480"/>
              <a:chExt cx="889200" cy="459360"/>
            </a:xfrm>
          </p:grpSpPr>
          <p:sp>
            <p:nvSpPr>
              <p:cNvPr id="10867" name="Rounded Rectangle 184"/>
              <p:cNvSpPr/>
              <p:nvPr/>
            </p:nvSpPr>
            <p:spPr>
              <a:xfrm>
                <a:off x="1451160" y="3777480"/>
                <a:ext cx="889200" cy="459360"/>
              </a:xfrm>
              <a:prstGeom prst="roundRect">
                <a:avLst>
                  <a:gd name="adj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70AD47"/>
                </a:solidFill>
                <a:round/>
              </a:ln>
              <a:effectLst>
                <a:outerShdw algn="tl" blurRad="50760" dir="2700000" dist="37674" rotWithShape="0">
                  <a:srgbClr val="009973">
                    <a:alpha val="99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8" name="TextBox 185"/>
              <p:cNvSpPr/>
              <p:nvPr/>
            </p:nvSpPr>
            <p:spPr>
              <a:xfrm>
                <a:off x="1464480" y="3861360"/>
                <a:ext cx="868320" cy="29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599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devices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69" name="Group 186"/>
            <p:cNvGrpSpPr/>
            <p:nvPr/>
          </p:nvGrpSpPr>
          <p:grpSpPr>
            <a:xfrm>
              <a:off x="1463040" y="3217320"/>
              <a:ext cx="889200" cy="459360"/>
              <a:chOff x="1463040" y="3217320"/>
              <a:chExt cx="889200" cy="459360"/>
            </a:xfrm>
          </p:grpSpPr>
          <p:sp>
            <p:nvSpPr>
              <p:cNvPr id="10870" name="Rounded Rectangle 187"/>
              <p:cNvSpPr/>
              <p:nvPr/>
            </p:nvSpPr>
            <p:spPr>
              <a:xfrm>
                <a:off x="1463040" y="3217320"/>
                <a:ext cx="889200" cy="459360"/>
              </a:xfrm>
              <a:prstGeom prst="roundRect">
                <a:avLst>
                  <a:gd name="adj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70AD47"/>
                </a:solidFill>
                <a:round/>
              </a:ln>
              <a:effectLst>
                <a:outerShdw algn="tl" blurRad="50760" dir="2700000" dist="37674" rotWithShape="0">
                  <a:srgbClr val="009973">
                    <a:alpha val="99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1" name="TextBox 188"/>
              <p:cNvSpPr/>
              <p:nvPr/>
            </p:nvSpPr>
            <p:spPr>
              <a:xfrm>
                <a:off x="1577160" y="3301200"/>
                <a:ext cx="665640" cy="29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599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hosts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72" name="Group 189"/>
            <p:cNvGrpSpPr/>
            <p:nvPr/>
          </p:nvGrpSpPr>
          <p:grpSpPr>
            <a:xfrm>
              <a:off x="2608560" y="3789720"/>
              <a:ext cx="889200" cy="459360"/>
              <a:chOff x="2608560" y="3789720"/>
              <a:chExt cx="889200" cy="459360"/>
            </a:xfrm>
          </p:grpSpPr>
          <p:sp>
            <p:nvSpPr>
              <p:cNvPr id="10873" name="Rounded Rectangle 190"/>
              <p:cNvSpPr/>
              <p:nvPr/>
            </p:nvSpPr>
            <p:spPr>
              <a:xfrm>
                <a:off x="2608560" y="3789720"/>
                <a:ext cx="889200" cy="459360"/>
              </a:xfrm>
              <a:prstGeom prst="roundRect">
                <a:avLst>
                  <a:gd name="adj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70AD47"/>
                </a:solidFill>
                <a:round/>
              </a:ln>
              <a:effectLst>
                <a:outerShdw algn="tl" blurRad="50760" dir="2700000" dist="37674" rotWithShape="0">
                  <a:srgbClr val="009973">
                    <a:alpha val="99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4" name="TextBox 191"/>
              <p:cNvSpPr/>
              <p:nvPr/>
            </p:nvSpPr>
            <p:spPr>
              <a:xfrm>
                <a:off x="2746800" y="3861360"/>
                <a:ext cx="586440" cy="29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599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links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75" name="Group 192"/>
            <p:cNvGrpSpPr/>
            <p:nvPr/>
          </p:nvGrpSpPr>
          <p:grpSpPr>
            <a:xfrm>
              <a:off x="2592720" y="3217320"/>
              <a:ext cx="889200" cy="459360"/>
              <a:chOff x="2592720" y="3217320"/>
              <a:chExt cx="889200" cy="459360"/>
            </a:xfrm>
          </p:grpSpPr>
          <p:sp>
            <p:nvSpPr>
              <p:cNvPr id="10876" name="Rounded Rectangle 193"/>
              <p:cNvSpPr/>
              <p:nvPr/>
            </p:nvSpPr>
            <p:spPr>
              <a:xfrm>
                <a:off x="2592720" y="3217320"/>
                <a:ext cx="889200" cy="459360"/>
              </a:xfrm>
              <a:prstGeom prst="roundRect">
                <a:avLst>
                  <a:gd name="adj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70AD47"/>
                </a:solidFill>
                <a:round/>
              </a:ln>
              <a:effectLst>
                <a:outerShdw algn="tl" blurRad="50760" dir="2700000" dist="37674" rotWithShape="0">
                  <a:srgbClr val="009973">
                    <a:alpha val="99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7" name="TextBox 194"/>
              <p:cNvSpPr/>
              <p:nvPr/>
            </p:nvSpPr>
            <p:spPr>
              <a:xfrm>
                <a:off x="2701800" y="3301200"/>
                <a:ext cx="676800" cy="29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599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paths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78" name="Group 195"/>
            <p:cNvGrpSpPr/>
            <p:nvPr/>
          </p:nvGrpSpPr>
          <p:grpSpPr>
            <a:xfrm>
              <a:off x="3687840" y="3217320"/>
              <a:ext cx="1037160" cy="459360"/>
              <a:chOff x="3687840" y="3217320"/>
              <a:chExt cx="1037160" cy="459360"/>
            </a:xfrm>
          </p:grpSpPr>
          <p:sp>
            <p:nvSpPr>
              <p:cNvPr id="10879" name="Rounded Rectangle 240"/>
              <p:cNvSpPr/>
              <p:nvPr/>
            </p:nvSpPr>
            <p:spPr>
              <a:xfrm>
                <a:off x="3710160" y="3217320"/>
                <a:ext cx="986760" cy="459360"/>
              </a:xfrm>
              <a:prstGeom prst="roundRect">
                <a:avLst>
                  <a:gd name="adj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70AD47"/>
                </a:solidFill>
                <a:round/>
              </a:ln>
              <a:effectLst>
                <a:outerShdw algn="tl" blurRad="50760" dir="2700000" dist="37674" rotWithShape="0">
                  <a:srgbClr val="009973">
                    <a:alpha val="99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0" name="TextBox 241"/>
              <p:cNvSpPr/>
              <p:nvPr/>
            </p:nvSpPr>
            <p:spPr>
              <a:xfrm>
                <a:off x="3687840" y="3301200"/>
                <a:ext cx="1037160" cy="29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599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flow rules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81" name="Group 242"/>
            <p:cNvGrpSpPr/>
            <p:nvPr/>
          </p:nvGrpSpPr>
          <p:grpSpPr>
            <a:xfrm>
              <a:off x="4924440" y="3221640"/>
              <a:ext cx="986760" cy="459360"/>
              <a:chOff x="4924440" y="3221640"/>
              <a:chExt cx="986760" cy="459360"/>
            </a:xfrm>
          </p:grpSpPr>
          <p:sp>
            <p:nvSpPr>
              <p:cNvPr id="10882" name="Rounded Rectangle 243"/>
              <p:cNvSpPr/>
              <p:nvPr/>
            </p:nvSpPr>
            <p:spPr>
              <a:xfrm>
                <a:off x="4924440" y="3221640"/>
                <a:ext cx="986760" cy="459360"/>
              </a:xfrm>
              <a:prstGeom prst="roundRect">
                <a:avLst>
                  <a:gd name="adj" fmla="val 1666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rgbClr val="70AD47"/>
                </a:solidFill>
                <a:round/>
              </a:ln>
              <a:effectLst>
                <a:outerShdw algn="tl" blurRad="50760" dir="2700000" dist="37674" rotWithShape="0">
                  <a:srgbClr val="009973">
                    <a:alpha val="99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wrap="none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3" name="TextBox 244"/>
              <p:cNvSpPr/>
              <p:nvPr/>
            </p:nvSpPr>
            <p:spPr>
              <a:xfrm>
                <a:off x="4946760" y="3305520"/>
                <a:ext cx="947520" cy="293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ts val="1599"/>
                  </a:lnSpc>
                  <a:tabLst>
                    <a:tab pos="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topology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cxnSp>
        <p:nvCxnSpPr>
          <p:cNvPr id="10884" name="Straight Connector 245"/>
          <p:cNvCxnSpPr/>
          <p:nvPr/>
        </p:nvCxnSpPr>
        <p:spPr>
          <a:xfrm>
            <a:off x="1348920" y="5538600"/>
            <a:ext cx="4651560" cy="360"/>
          </a:xfrm>
          <a:prstGeom prst="straightConnector1">
            <a:avLst/>
          </a:prstGeom>
          <a:ln w="19050">
            <a:solidFill>
              <a:srgbClr val="000000"/>
            </a:solidFill>
            <a:prstDash val="dash"/>
          </a:ln>
        </p:spPr>
      </p:cxnSp>
      <p:sp>
        <p:nvSpPr>
          <p:cNvPr id="10885" name="Content Placeholder 3"/>
          <p:cNvSpPr/>
          <p:nvPr/>
        </p:nvSpPr>
        <p:spPr>
          <a:xfrm>
            <a:off x="8185680" y="2085840"/>
            <a:ext cx="3601080" cy="40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control apps separate from controller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intent framework: high-level specification of service: what rather than how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considerable emphasis on distributed core: service reliability, replication performance scaling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6" name="TextBox 6"/>
          <p:cNvSpPr/>
          <p:nvPr/>
        </p:nvSpPr>
        <p:spPr>
          <a:xfrm>
            <a:off x="1067040" y="5878080"/>
            <a:ext cx="7619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ONOS: 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early, influential open-source SDN controller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634" dur="indefinite" restart="never" nodeType="tmRoot">
          <p:childTnLst>
            <p:seq>
              <p:cTn id="2635" dur="indefinite" nodeType="mainSeq">
                <p:childTnLst>
                  <p:par>
                    <p:cTn id="2636" fill="hold">
                      <p:stCondLst>
                        <p:cond delay="indefinite"/>
                      </p:stCondLst>
                      <p:childTnLst>
                        <p:par>
                          <p:cTn id="2637" fill="hold">
                            <p:stCondLst>
                              <p:cond delay="0"/>
                            </p:stCondLst>
                            <p:childTnLst>
                              <p:par>
                                <p:cTn id="263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40" dur="500"/>
                                        <p:tgtEl>
                                          <p:spTgt spid="1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1" fill="hold">
                      <p:stCondLst>
                        <p:cond delay="indefinite"/>
                      </p:stCondLst>
                      <p:childTnLst>
                        <p:par>
                          <p:cTn id="2642" fill="hold">
                            <p:stCondLst>
                              <p:cond delay="0"/>
                            </p:stCondLst>
                            <p:childTnLst>
                              <p:par>
                                <p:cTn id="264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45" dur="500"/>
                                        <p:tgtEl>
                                          <p:spTgt spid="1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6" fill="hold">
                      <p:stCondLst>
                        <p:cond delay="indefinite"/>
                      </p:stCondLst>
                      <p:childTnLst>
                        <p:par>
                          <p:cTn id="2647" fill="hold">
                            <p:stCondLst>
                              <p:cond delay="0"/>
                            </p:stCondLst>
                            <p:childTnLst>
                              <p:par>
                                <p:cTn id="264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50" dur="500"/>
                                        <p:tgtEl>
                                          <p:spTgt spid="1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1" fill="hold">
                      <p:stCondLst>
                        <p:cond delay="indefinite"/>
                      </p:stCondLst>
                      <p:childTnLst>
                        <p:par>
                          <p:cTn id="2652" fill="hold">
                            <p:stCondLst>
                              <p:cond delay="0"/>
                            </p:stCondLst>
                            <p:childTnLst>
                              <p:par>
                                <p:cTn id="265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55" dur="500"/>
                                        <p:tgtEl>
                                          <p:spTgt spid="1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7" name="PlaceHolder 1"/>
          <p:cNvSpPr>
            <a:spLocks noGrp="1"/>
          </p:cNvSpPr>
          <p:nvPr>
            <p:ph type="title"/>
          </p:nvPr>
        </p:nvSpPr>
        <p:spPr>
          <a:xfrm>
            <a:off x="349560" y="131040"/>
            <a:ext cx="118418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Google ORION SDN control plane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888" name="PlaceHolder 2"/>
          <p:cNvSpPr>
            <a:spLocks noGrp="1"/>
          </p:cNvSpPr>
          <p:nvPr>
            <p:ph/>
          </p:nvPr>
        </p:nvSpPr>
        <p:spPr>
          <a:xfrm>
            <a:off x="478800" y="1392480"/>
            <a:ext cx="11255400" cy="106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880510"/>
                </a:solidFill>
                <a:effectLst/>
                <a:uFillTx/>
                <a:latin typeface="Calibri"/>
              </a:rPr>
              <a:t>ORION: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Google’s SDN control plane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NSDI’21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):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 plane for Google’s datacenter (Jupiter) and wide area (B4) networks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889" name="Picture 3"/>
          <p:cNvPicPr/>
          <p:nvPr/>
        </p:nvPicPr>
        <p:blipFill>
          <a:blip r:embed="rId1"/>
          <a:stretch/>
        </p:blipFill>
        <p:spPr>
          <a:xfrm>
            <a:off x="6640920" y="2951280"/>
            <a:ext cx="5137560" cy="29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90" name="TextBox 4"/>
          <p:cNvSpPr/>
          <p:nvPr/>
        </p:nvSpPr>
        <p:spPr>
          <a:xfrm>
            <a:off x="7336800" y="2624040"/>
            <a:ext cx="4242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Orion SDN architecture and core apps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1" name="Content Placeholder 15"/>
          <p:cNvSpPr/>
          <p:nvPr/>
        </p:nvSpPr>
        <p:spPr>
          <a:xfrm>
            <a:off x="710280" y="2649240"/>
            <a:ext cx="5743800" cy="33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239760" indent="-239760" defTabSz="457200">
              <a:lnSpc>
                <a:spcPct val="100000"/>
              </a:lnSpc>
              <a:spcBef>
                <a:spcPts val="479"/>
              </a:spcBef>
              <a:buClr>
                <a:srgbClr val="00009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880510"/>
                </a:solidFill>
                <a:effectLst/>
                <a:uFillTx/>
                <a:latin typeface="Calibri"/>
              </a:rPr>
              <a:t>routing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(intradomain, iBGP), traffic engineering: implemented in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applications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on top of ORION core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9760" indent="-239760" defTabSz="457200">
              <a:lnSpc>
                <a:spcPct val="100000"/>
              </a:lnSpc>
              <a:spcBef>
                <a:spcPts val="479"/>
              </a:spcBef>
              <a:buClr>
                <a:srgbClr val="00009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880510"/>
                </a:solidFill>
                <a:effectLst/>
                <a:uFillTx/>
                <a:latin typeface="Calibri"/>
              </a:rPr>
              <a:t>edge-edge flow-based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controls (e.g., CoFlow scheduling) to meet contract SLAs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9760" indent="-239760" defTabSz="457200">
              <a:lnSpc>
                <a:spcPct val="100000"/>
              </a:lnSpc>
              <a:spcBef>
                <a:spcPts val="479"/>
              </a:spcBef>
              <a:buClr>
                <a:srgbClr val="00009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rgbClr val="880510"/>
                </a:solidFill>
                <a:effectLst/>
                <a:uFillTx/>
                <a:latin typeface="Calibri"/>
              </a:rPr>
              <a:t>management: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pub-sub distributed microservices in Orion core, OpenFlow for switch signaling/monitoring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2" name="Oval 5"/>
          <p:cNvSpPr/>
          <p:nvPr/>
        </p:nvSpPr>
        <p:spPr>
          <a:xfrm>
            <a:off x="9381240" y="2946240"/>
            <a:ext cx="1489680" cy="642960"/>
          </a:xfrm>
          <a:prstGeom prst="ellipse">
            <a:avLst/>
          </a:prstGeom>
          <a:noFill/>
          <a:ln w="476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93" name="Oval 327"/>
          <p:cNvSpPr/>
          <p:nvPr/>
        </p:nvSpPr>
        <p:spPr>
          <a:xfrm>
            <a:off x="10566360" y="3031200"/>
            <a:ext cx="1032480" cy="575280"/>
          </a:xfrm>
          <a:prstGeom prst="ellipse">
            <a:avLst/>
          </a:prstGeom>
          <a:noFill/>
          <a:ln w="476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94" name="Oval 328"/>
          <p:cNvSpPr/>
          <p:nvPr/>
        </p:nvSpPr>
        <p:spPr>
          <a:xfrm>
            <a:off x="6993360" y="3945600"/>
            <a:ext cx="1489680" cy="642960"/>
          </a:xfrm>
          <a:prstGeom prst="ellipse">
            <a:avLst/>
          </a:prstGeom>
          <a:noFill/>
          <a:ln w="476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95" name="TextBox 6"/>
          <p:cNvSpPr/>
          <p:nvPr/>
        </p:nvSpPr>
        <p:spPr>
          <a:xfrm>
            <a:off x="1964160" y="6119280"/>
            <a:ext cx="98510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880510"/>
                </a:solidFill>
                <a:effectLst/>
                <a:uFillTx/>
                <a:latin typeface="Calibri"/>
              </a:rPr>
              <a:t>Note: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ORION provides </a:t>
            </a:r>
            <a:r>
              <a:rPr lang="en-US" sz="2400" b="0" i="1" u="none" strike="noStrike">
                <a:solidFill>
                  <a:srgbClr val="880510"/>
                </a:solidFill>
                <a:effectLst/>
                <a:uFillTx/>
                <a:latin typeface="Calibri"/>
              </a:rPr>
              <a:t>intradomain</a:t>
            </a:r>
            <a:r>
              <a:rPr lang="en-US" sz="2400" b="0" u="none" strike="noStrike">
                <a:solidFill>
                  <a:srgbClr val="880510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services</a:t>
            </a:r>
            <a:r>
              <a:rPr lang="en-US" sz="2400" b="0" u="none" strike="noStrike">
                <a:solidFill>
                  <a:srgbClr val="880510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within Google’s network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656" dur="indefinite" restart="never" nodeType="tmRoot">
          <p:childTnLst>
            <p:seq>
              <p:cTn id="2657" dur="indefinite" nodeType="mainSeq">
                <p:childTnLst>
                  <p:par>
                    <p:cTn id="2658" fill="hold">
                      <p:stCondLst>
                        <p:cond delay="indefinite"/>
                      </p:stCondLst>
                      <p:childTnLst>
                        <p:par>
                          <p:cTn id="2659" fill="hold">
                            <p:stCondLst>
                              <p:cond delay="0"/>
                            </p:stCondLst>
                            <p:childTnLst>
                              <p:par>
                                <p:cTn id="266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62" dur="500"/>
                                        <p:tgtEl>
                                          <p:spTgt spid="10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3" fill="hold">
                            <p:stCondLst>
                              <p:cond delay="500"/>
                            </p:stCondLst>
                            <p:childTnLst>
                              <p:par>
                                <p:cTn id="2664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66" dur="500"/>
                                        <p:tgtEl>
                                          <p:spTgt spid="1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7" fill="hold">
                      <p:stCondLst>
                        <p:cond delay="indefinite"/>
                      </p:stCondLst>
                      <p:childTnLst>
                        <p:par>
                          <p:cTn id="2668" fill="hold">
                            <p:stCondLst>
                              <p:cond delay="0"/>
                            </p:stCondLst>
                            <p:childTnLst>
                              <p:par>
                                <p:cTn id="266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71" dur="500"/>
                                        <p:tgtEl>
                                          <p:spTgt spid="10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2" fill="hold">
                            <p:stCondLst>
                              <p:cond delay="500"/>
                            </p:stCondLst>
                            <p:childTnLst>
                              <p:par>
                                <p:cTn id="2673" presetID="9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674" dur="500"/>
                                        <p:tgtEl>
                                          <p:spTgt spid="10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6" fill="hold">
                            <p:stCondLst>
                              <p:cond delay="1000"/>
                            </p:stCondLst>
                            <p:childTnLst>
                              <p:par>
                                <p:cTn id="2677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79" dur="500"/>
                                        <p:tgtEl>
                                          <p:spTgt spid="1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82" dur="500"/>
                                        <p:tgtEl>
                                          <p:spTgt spid="1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3" fill="hold">
                      <p:stCondLst>
                        <p:cond delay="indefinite"/>
                      </p:stCondLst>
                      <p:childTnLst>
                        <p:par>
                          <p:cTn id="2684" fill="hold">
                            <p:stCondLst>
                              <p:cond delay="0"/>
                            </p:stCondLst>
                            <p:childTnLst>
                              <p:par>
                                <p:cTn id="268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87" dur="500"/>
                                        <p:tgtEl>
                                          <p:spTgt spid="10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8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689" dur="500"/>
                                        <p:tgtEl>
                                          <p:spTgt spid="108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1" presetID="9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 additive="repl">
                                        <p:cTn id="2692" dur="500"/>
                                        <p:tgtEl>
                                          <p:spTgt spid="108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4" fill="hold">
                      <p:stCondLst>
                        <p:cond delay="indefinite"/>
                      </p:stCondLst>
                      <p:childTnLst>
                        <p:par>
                          <p:cTn id="2695" fill="hold">
                            <p:stCondLst>
                              <p:cond delay="0"/>
                            </p:stCondLst>
                            <p:childTnLst>
                              <p:par>
                                <p:cTn id="269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698" dur="500"/>
                                        <p:tgtEl>
                                          <p:spTgt spid="10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125540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Google, SDN: </a:t>
            </a:r>
            <a:r>
              <a:rPr lang="en-US" sz="32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the value of a logically-centralized abstraction</a:t>
            </a:r>
            <a:endParaRPr lang="en-US" sz="32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897" name="Content Placeholder 15"/>
          <p:cNvSpPr/>
          <p:nvPr/>
        </p:nvSpPr>
        <p:spPr>
          <a:xfrm>
            <a:off x="609480" y="1417680"/>
            <a:ext cx="5929560" cy="13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3080" indent="-343080" defTabSz="457200">
              <a:lnSpc>
                <a:spcPct val="85000"/>
              </a:lnSpc>
              <a:spcBef>
                <a:spcPts val="400"/>
              </a:spcBef>
              <a:buClr>
                <a:srgbClr val="000090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new opportunities to more formally, intentionally manage configuration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98" name="Picture 3"/>
          <p:cNvPicPr/>
          <p:nvPr/>
        </p:nvPicPr>
        <p:blipFill>
          <a:blip r:embed="rId1"/>
          <a:stretch/>
        </p:blipFill>
        <p:spPr>
          <a:xfrm>
            <a:off x="7829280" y="1417680"/>
            <a:ext cx="4035960" cy="3097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899" name="Group 10"/>
          <p:cNvGrpSpPr/>
          <p:nvPr/>
        </p:nvGrpSpPr>
        <p:grpSpPr>
          <a:xfrm>
            <a:off x="473040" y="2569320"/>
            <a:ext cx="11108880" cy="3859920"/>
            <a:chOff x="473040" y="2569320"/>
            <a:chExt cx="11108880" cy="3859920"/>
          </a:xfrm>
        </p:grpSpPr>
        <p:pic>
          <p:nvPicPr>
            <p:cNvPr id="10900" name="Picture 7"/>
            <p:cNvPicPr/>
            <p:nvPr/>
          </p:nvPicPr>
          <p:blipFill>
            <a:blip r:embed="rId2"/>
            <a:stretch/>
          </p:blipFill>
          <p:spPr>
            <a:xfrm>
              <a:off x="10386720" y="5240880"/>
              <a:ext cx="1195200" cy="118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901" name="TextBox 6"/>
            <p:cNvSpPr/>
            <p:nvPr/>
          </p:nvSpPr>
          <p:spPr>
            <a:xfrm>
              <a:off x="473040" y="2569320"/>
              <a:ext cx="7464600" cy="338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Aptos"/>
                  <a:ea typeface="Aptos"/>
                </a:rPr>
                <a:t>“ ... in a single building or even across a private global WAN such that we[Google]  were designing, the location and role of every network element is known ahead of time.  So - rather than allowing a node to boot, exchange messages with neighbors, and learn its role in the global network, we knew we could configure the role of all network elements into a logically centralized controller that could then inform all relevant elements of new and changing configurations. </a:t>
              </a:r>
              <a:r>
                <a:rPr lang="en-US" sz="1800" b="0" i="1" u="none" strike="noStrike">
                  <a:solidFill>
                    <a:srgbClr val="C00000"/>
                  </a:solidFill>
                  <a:effectLst/>
                  <a:uFillTx/>
                  <a:latin typeface="Aptos"/>
                  <a:ea typeface="Aptos"/>
                </a:rPr>
                <a:t>This shifted the problem of network management from managing the configuration of individual network elements to managing the configuration of a logical network, dramatically simplifying the problem </a:t>
              </a: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Aptos"/>
                  <a:ea typeface="Aptos"/>
                </a:rPr>
                <a:t>both from a technical perspective but also from the perspective of the cognitive load on network managers.”∂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2" name="TextBox 9"/>
            <p:cNvSpPr/>
            <p:nvPr/>
          </p:nvSpPr>
          <p:spPr>
            <a:xfrm>
              <a:off x="6996600" y="5927400"/>
              <a:ext cx="339012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lang="en-US" sz="1200" b="0" i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Amin Vahdat, Engineering Fellow, VP for the Machine Leaning, Systems, and Cloud AI team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3" name="TextBox 2"/>
            <p:cNvSpPr/>
            <p:nvPr/>
          </p:nvSpPr>
          <p:spPr>
            <a:xfrm>
              <a:off x="609480" y="5927400"/>
              <a:ext cx="74646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i="1" u="none" strike="noStrike">
                  <a:solidFill>
                    <a:schemeClr val="dk1"/>
                  </a:solidFill>
                  <a:effectLst/>
                  <a:uFillTx/>
                  <a:latin typeface="Aptos"/>
                  <a:ea typeface="Aptos"/>
                </a:rPr>
                <a:t>https://www.youtube.com/watch?v=qn7d_iK92TI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699" dur="indefinite" restart="never" nodeType="tmRoot">
          <p:childTnLst>
            <p:seq>
              <p:cTn id="2700" dur="indefinite" nodeType="mainSeq">
                <p:childTnLst>
                  <p:par>
                    <p:cTn id="2701" fill="hold">
                      <p:stCondLst>
                        <p:cond delay="indefinite"/>
                      </p:stCondLst>
                      <p:childTnLst>
                        <p:par>
                          <p:cTn id="2702" fill="hold">
                            <p:stCondLst>
                              <p:cond delay="0"/>
                            </p:stCondLst>
                            <p:childTnLst>
                              <p:par>
                                <p:cTn id="270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05" dur="500"/>
                                        <p:tgtEl>
                                          <p:spTgt spid="10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08" dur="500"/>
                                        <p:tgtEl>
                                          <p:spTgt spid="1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9" fill="hold">
                      <p:stCondLst>
                        <p:cond delay="indefinite"/>
                      </p:stCondLst>
                      <p:childTnLst>
                        <p:par>
                          <p:cTn id="2710" fill="hold">
                            <p:stCondLst>
                              <p:cond delay="0"/>
                            </p:stCondLst>
                            <p:childTnLst>
                              <p:par>
                                <p:cTn id="271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13" dur="500"/>
                                        <p:tgtEl>
                                          <p:spTgt spid="1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4" name="PlaceHolder 1"/>
          <p:cNvSpPr>
            <a:spLocks noGrp="1"/>
          </p:cNvSpPr>
          <p:nvPr>
            <p:ph/>
          </p:nvPr>
        </p:nvSpPr>
        <p:spPr>
          <a:xfrm>
            <a:off x="750600" y="14860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52440" indent="-290520" algn="l" defTabSz="914400">
              <a:lnSpc>
                <a:spcPct val="10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hardening the control plane: dependable, reliable, performance-scalable, secure distributed system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10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robustness to failures: leverage strong theory of reliable distributed system for control plane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10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dependability, security: “baked in” from day one?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90520" algn="l" defTabSz="914400">
              <a:lnSpc>
                <a:spcPct val="10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networks, protocols meeting mission-specific requirements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10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e.g., real-time, ultra-reliable, ultra-secure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90520" algn="l" defTabSz="914400">
              <a:lnSpc>
                <a:spcPct val="10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Internet-scaling: beyond a single 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90520" algn="l" defTabSz="914400">
              <a:lnSpc>
                <a:spcPct val="10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SDN critical in 5G cellular networks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05" name="PlaceHolder 2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SDN:  selected challenges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906" name="PlaceHolder 3"/>
          <p:cNvSpPr>
            <a:spLocks noGrp="1"/>
          </p:cNvSpPr>
          <p:nvPr>
            <p:ph type="sldNum" idx="8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3BE09093-4B60-4C83-965F-41686FB0B31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99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714" dur="indefinite" restart="never" nodeType="tmRoot">
          <p:childTnLst>
            <p:seq>
              <p:cTn id="2715" dur="indefinite" nodeType="mainSeq">
                <p:childTnLst>
                  <p:par>
                    <p:cTn id="2716" fill="hold">
                      <p:stCondLst>
                        <p:cond delay="indefinite"/>
                      </p:stCondLst>
                      <p:childTnLst>
                        <p:par>
                          <p:cTn id="2717" fill="hold">
                            <p:stCondLst>
                              <p:cond delay="0"/>
                            </p:stCondLst>
                            <p:childTnLst>
                              <p:par>
                                <p:cTn id="271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20" dur="500"/>
                                        <p:tgtEl>
                                          <p:spTgt spid="10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23" dur="500"/>
                                        <p:tgtEl>
                                          <p:spTgt spid="10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26" dur="500"/>
                                        <p:tgtEl>
                                          <p:spTgt spid="109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7" fill="hold">
                      <p:stCondLst>
                        <p:cond delay="indefinite"/>
                      </p:stCondLst>
                      <p:childTnLst>
                        <p:par>
                          <p:cTn id="2728" fill="hold">
                            <p:stCondLst>
                              <p:cond delay="0"/>
                            </p:stCondLst>
                            <p:childTnLst>
                              <p:par>
                                <p:cTn id="272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31" dur="500"/>
                                        <p:tgtEl>
                                          <p:spTgt spid="109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34" dur="500"/>
                                        <p:tgtEl>
                                          <p:spTgt spid="109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5" fill="hold">
                      <p:stCondLst>
                        <p:cond delay="indefinite"/>
                      </p:stCondLst>
                      <p:childTnLst>
                        <p:par>
                          <p:cTn id="2736" fill="hold">
                            <p:stCondLst>
                              <p:cond delay="0"/>
                            </p:stCondLst>
                            <p:childTnLst>
                              <p:par>
                                <p:cTn id="273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39" dur="500"/>
                                        <p:tgtEl>
                                          <p:spTgt spid="109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0" fill="hold">
                      <p:stCondLst>
                        <p:cond delay="indefinite"/>
                      </p:stCondLst>
                      <p:childTnLst>
                        <p:par>
                          <p:cTn id="2741" fill="hold">
                            <p:stCondLst>
                              <p:cond delay="0"/>
                            </p:stCondLst>
                            <p:childTnLst>
                              <p:par>
                                <p:cTn id="274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44" dur="500"/>
                                        <p:tgtEl>
                                          <p:spTgt spid="109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7" name="PlaceHolder 1"/>
          <p:cNvSpPr>
            <a:spLocks noGrp="1"/>
          </p:cNvSpPr>
          <p:nvPr>
            <p:ph/>
          </p:nvPr>
        </p:nvSpPr>
        <p:spPr>
          <a:xfrm>
            <a:off x="788040" y="1486080"/>
            <a:ext cx="10515240" cy="31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352440" indent="-290520" algn="l" defTabSz="914400">
              <a:lnSpc>
                <a:spcPct val="10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SDN-computed versus router-computer forwarding tables: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90520" algn="l" defTabSz="914400">
              <a:lnSpc>
                <a:spcPct val="10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just one example of logically-centralized-computed versus protocol computed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90520" algn="l" defTabSz="914400">
              <a:lnSpc>
                <a:spcPct val="10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one could imagine SDN-computed congestion control: 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90520" algn="l" defTabSz="914400">
              <a:lnSpc>
                <a:spcPct val="10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controller sets sender rates based on router-reported (to controller) congestion levels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08" name="PlaceHolder 2"/>
          <p:cNvSpPr>
            <a:spLocks noGrp="1"/>
          </p:cNvSpPr>
          <p:nvPr>
            <p:ph type="title"/>
          </p:nvPr>
        </p:nvSpPr>
        <p:spPr>
          <a:xfrm>
            <a:off x="838080" y="363960"/>
            <a:ext cx="1092348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SDN and the future of traditional network protocols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909" name="PlaceHolder 3"/>
          <p:cNvSpPr>
            <a:spLocks noGrp="1"/>
          </p:cNvSpPr>
          <p:nvPr>
            <p:ph type="sldNum" idx="8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8ACB5F2E-480F-4A48-A126-2A72B2FF7FB6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100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910" name="Group 4"/>
          <p:cNvGrpSpPr/>
          <p:nvPr/>
        </p:nvGrpSpPr>
        <p:grpSpPr>
          <a:xfrm>
            <a:off x="2028240" y="4434120"/>
            <a:ext cx="7949520" cy="2423520"/>
            <a:chOff x="2028240" y="4434120"/>
            <a:chExt cx="7949520" cy="2423520"/>
          </a:xfrm>
        </p:grpSpPr>
        <p:pic>
          <p:nvPicPr>
            <p:cNvPr id="10911" name="Picture 5" descr="A close up of a sign&#10;&#10;Description automatically generated"/>
            <p:cNvPicPr/>
            <p:nvPr/>
          </p:nvPicPr>
          <p:blipFill>
            <a:blip r:embed="rId1"/>
            <a:stretch/>
          </p:blipFill>
          <p:spPr>
            <a:xfrm>
              <a:off x="2028240" y="4434120"/>
              <a:ext cx="2423520" cy="2423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912" name="TextBox 6"/>
            <p:cNvSpPr/>
            <p:nvPr/>
          </p:nvSpPr>
          <p:spPr>
            <a:xfrm>
              <a:off x="3858120" y="5097960"/>
              <a:ext cx="4909680" cy="124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800" b="0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How will implementation of network functionality (SDN versus protocols) evolve?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913" name="Picture 7" descr="A close up of a sign&#10;&#10;Description automatically generated"/>
            <p:cNvPicPr/>
            <p:nvPr/>
          </p:nvPicPr>
          <p:blipFill>
            <a:blip r:embed="rId2"/>
            <a:stretch/>
          </p:blipFill>
          <p:spPr>
            <a:xfrm>
              <a:off x="7554240" y="4434120"/>
              <a:ext cx="2423520" cy="2423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745" dur="indefinite" restart="never" nodeType="tmRoot">
          <p:childTnLst>
            <p:seq>
              <p:cTn id="2746" dur="indefinite" nodeType="mainSeq">
                <p:childTnLst>
                  <p:par>
                    <p:cTn id="2747" fill="hold">
                      <p:stCondLst>
                        <p:cond delay="indefinite"/>
                      </p:stCondLst>
                      <p:childTnLst>
                        <p:par>
                          <p:cTn id="2748" fill="hold">
                            <p:stCondLst>
                              <p:cond delay="0"/>
                            </p:stCondLst>
                            <p:childTnLst>
                              <p:par>
                                <p:cTn id="274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51" dur="500"/>
                                        <p:tgtEl>
                                          <p:spTgt spid="10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54" dur="500"/>
                                        <p:tgtEl>
                                          <p:spTgt spid="10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5" fill="hold">
                      <p:stCondLst>
                        <p:cond delay="indefinite"/>
                      </p:stCondLst>
                      <p:childTnLst>
                        <p:par>
                          <p:cTn id="2756" fill="hold">
                            <p:stCondLst>
                              <p:cond delay="0"/>
                            </p:stCondLst>
                            <p:childTnLst>
                              <p:par>
                                <p:cTn id="275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59" dur="500"/>
                                        <p:tgtEl>
                                          <p:spTgt spid="10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0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62" dur="500"/>
                                        <p:tgtEl>
                                          <p:spTgt spid="10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3" fill="hold">
                      <p:stCondLst>
                        <p:cond delay="indefinite"/>
                      </p:stCondLst>
                      <p:childTnLst>
                        <p:par>
                          <p:cTn id="2764" fill="hold">
                            <p:stCondLst>
                              <p:cond delay="0"/>
                            </p:stCondLst>
                            <p:childTnLst>
                              <p:par>
                                <p:cTn id="276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67" dur="500"/>
                                        <p:tgtEl>
                                          <p:spTgt spid="1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4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915" name="Rectangle 4"/>
          <p:cNvSpPr/>
          <p:nvPr/>
        </p:nvSpPr>
        <p:spPr>
          <a:xfrm>
            <a:off x="6761520" y="4144680"/>
            <a:ext cx="506628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BFBFB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6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7" name="PlaceHolder 2"/>
          <p:cNvSpPr>
            <a:spLocks noGrp="1"/>
          </p:cNvSpPr>
          <p:nvPr>
            <p:ph type="sldNum" idx="9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96D4210F-E463-4C96-BFDD-1914B49D13CB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101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918" name="Picture 2"/>
          <p:cNvPicPr/>
          <p:nvPr/>
        </p:nvPicPr>
        <p:blipFill>
          <a:blip r:embed="rId1"/>
          <a:stretch/>
        </p:blipFill>
        <p:spPr>
          <a:xfrm>
            <a:off x="6944400" y="158940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9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ICMP: internet control message protocol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920" name="PlaceHolder 2"/>
          <p:cNvSpPr>
            <a:spLocks noGrp="1"/>
          </p:cNvSpPr>
          <p:nvPr>
            <p:ph type="sldNum" idx="9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6E42B588-C535-4189-8E9F-E062D745FD7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1" name="Rectangle 3"/>
          <p:cNvSpPr/>
          <p:nvPr/>
        </p:nvSpPr>
        <p:spPr>
          <a:xfrm>
            <a:off x="981720" y="1479600"/>
            <a:ext cx="5644440" cy="49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2952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used by hosts and routers to communicate network-level information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error reporting: unreachable host, network, port, protocol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echo request/reply (used by ping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952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network-layer “above” IP: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ICMP messages carried in IP datagrams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952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i="1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ICMP message: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type, code plus first 8 bytes of IP datagram causing error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2" name="Text Box 4"/>
          <p:cNvSpPr/>
          <p:nvPr/>
        </p:nvSpPr>
        <p:spPr>
          <a:xfrm>
            <a:off x="6987240" y="1763280"/>
            <a:ext cx="4259520" cy="44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sng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Type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 </a:t>
            </a:r>
            <a:r>
              <a:rPr lang="en-US" sz="1800" b="0" u="sng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Code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 </a:t>
            </a:r>
            <a:r>
              <a:rPr lang="en-US" sz="1800" b="0" u="sng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description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0        0         echo reply (ping)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3        0         dest. network unreachable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3        1         dest host unreachable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3        2         dest protocol unreachable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3        3         dest port unreachable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3        6         dest network unknown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3        7         dest host unknown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4        0         source quench (congestion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                    control - not used)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8        0         echo request (ping)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9        0         route advertisement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10      0         router discovery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11      0         TTL expired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12      0         bad IP header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768" dur="indefinite" restart="never" nodeType="tmRoot">
          <p:childTnLst>
            <p:seq>
              <p:cTn id="2769" dur="indefinite" nodeType="mainSeq">
                <p:childTnLst>
                  <p:par>
                    <p:cTn id="2770" fill="hold">
                      <p:stCondLst>
                        <p:cond delay="indefinite"/>
                      </p:stCondLst>
                      <p:childTnLst>
                        <p:par>
                          <p:cTn id="2771" fill="hold">
                            <p:stCondLst>
                              <p:cond delay="0"/>
                            </p:stCondLst>
                            <p:childTnLst>
                              <p:par>
                                <p:cTn id="277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74" dur="500"/>
                                        <p:tgtEl>
                                          <p:spTgt spid="10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77" dur="500"/>
                                        <p:tgtEl>
                                          <p:spTgt spid="10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80" dur="500"/>
                                        <p:tgtEl>
                                          <p:spTgt spid="10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1" fill="hold">
                      <p:stCondLst>
                        <p:cond delay="indefinite"/>
                      </p:stCondLst>
                      <p:childTnLst>
                        <p:par>
                          <p:cTn id="2782" fill="hold">
                            <p:stCondLst>
                              <p:cond delay="0"/>
                            </p:stCondLst>
                            <p:childTnLst>
                              <p:par>
                                <p:cTn id="278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85" dur="500"/>
                                        <p:tgtEl>
                                          <p:spTgt spid="109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88" dur="500"/>
                                        <p:tgtEl>
                                          <p:spTgt spid="109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9" fill="hold">
                      <p:stCondLst>
                        <p:cond delay="indefinite"/>
                      </p:stCondLst>
                      <p:childTnLst>
                        <p:par>
                          <p:cTn id="2790" fill="hold">
                            <p:stCondLst>
                              <p:cond delay="0"/>
                            </p:stCondLst>
                            <p:childTnLst>
                              <p:par>
                                <p:cTn id="279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93" dur="500"/>
                                        <p:tgtEl>
                                          <p:spTgt spid="109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96" dur="500"/>
                                        <p:tgtEl>
                                          <p:spTgt spid="1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3" name="Line 38"/>
          <p:cNvSpPr/>
          <p:nvPr/>
        </p:nvSpPr>
        <p:spPr>
          <a:xfrm>
            <a:off x="2522880" y="1745280"/>
            <a:ext cx="289080" cy="2649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24" name="Line 105"/>
          <p:cNvSpPr/>
          <p:nvPr/>
        </p:nvSpPr>
        <p:spPr>
          <a:xfrm flipV="1">
            <a:off x="3316680" y="1796040"/>
            <a:ext cx="458640" cy="20772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25" name="Line 106"/>
          <p:cNvSpPr/>
          <p:nvPr/>
        </p:nvSpPr>
        <p:spPr>
          <a:xfrm>
            <a:off x="4251600" y="1780200"/>
            <a:ext cx="486000" cy="20772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0926" name="Group 110"/>
          <p:cNvGrpSpPr/>
          <p:nvPr/>
        </p:nvGrpSpPr>
        <p:grpSpPr>
          <a:xfrm>
            <a:off x="2687400" y="1862280"/>
            <a:ext cx="649800" cy="330120"/>
            <a:chOff x="2687400" y="1862280"/>
            <a:chExt cx="649800" cy="330120"/>
          </a:xfrm>
        </p:grpSpPr>
        <p:sp>
          <p:nvSpPr>
            <p:cNvPr id="10927" name="Freeform 111"/>
            <p:cNvSpPr/>
            <p:nvPr/>
          </p:nvSpPr>
          <p:spPr>
            <a:xfrm>
              <a:off x="2687400" y="1976760"/>
              <a:ext cx="649800" cy="215640"/>
            </a:xfrm>
            <a:custGeom>
              <a:avLst/>
              <a:gdLst>
                <a:gd name="textAreaLeft" fmla="*/ 0 w 649800"/>
                <a:gd name="textAreaRight" fmla="*/ 650160 w 649800"/>
                <a:gd name="textAreaTop" fmla="*/ 0 h 215640"/>
                <a:gd name="textAreaBottom" fmla="*/ 216000 h 2156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28" name="Oval 112"/>
            <p:cNvSpPr/>
            <p:nvPr/>
          </p:nvSpPr>
          <p:spPr>
            <a:xfrm>
              <a:off x="2687760" y="1862280"/>
              <a:ext cx="648720" cy="21348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29" name="Group 113"/>
            <p:cNvGrpSpPr/>
            <p:nvPr/>
          </p:nvGrpSpPr>
          <p:grpSpPr>
            <a:xfrm>
              <a:off x="2783880" y="1889640"/>
              <a:ext cx="456480" cy="156600"/>
              <a:chOff x="2783880" y="1889640"/>
              <a:chExt cx="456480" cy="156600"/>
            </a:xfrm>
          </p:grpSpPr>
          <p:sp>
            <p:nvSpPr>
              <p:cNvPr id="10930" name="Freeform 114"/>
              <p:cNvSpPr/>
              <p:nvPr/>
            </p:nvSpPr>
            <p:spPr>
              <a:xfrm>
                <a:off x="2796480" y="1889640"/>
                <a:ext cx="432000" cy="87480"/>
              </a:xfrm>
              <a:custGeom>
                <a:avLst/>
                <a:gdLst>
                  <a:gd name="textAreaLeft" fmla="*/ 0 w 432000"/>
                  <a:gd name="textAreaRight" fmla="*/ 432360 w 432000"/>
                  <a:gd name="textAreaTop" fmla="*/ 0 h 87480"/>
                  <a:gd name="textAreaBottom" fmla="*/ 87840 h 8748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31" name="Freeform 115"/>
              <p:cNvSpPr/>
              <p:nvPr/>
            </p:nvSpPr>
            <p:spPr>
              <a:xfrm>
                <a:off x="3079440" y="1964880"/>
                <a:ext cx="160920" cy="7524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75240"/>
                  <a:gd name="textAreaBottom" fmla="*/ 75600 h 7524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0600" rIns="90000" bIns="30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32" name="Freeform 116"/>
              <p:cNvSpPr/>
              <p:nvPr/>
            </p:nvSpPr>
            <p:spPr>
              <a:xfrm>
                <a:off x="2783880" y="1964880"/>
                <a:ext cx="158040" cy="7452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74520"/>
                  <a:gd name="textAreaBottom" fmla="*/ 74880 h 745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9880" rIns="90000" bIns="298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33" name="Freeform 117"/>
              <p:cNvSpPr/>
              <p:nvPr/>
            </p:nvSpPr>
            <p:spPr>
              <a:xfrm>
                <a:off x="2838960" y="1927800"/>
                <a:ext cx="344160" cy="118440"/>
              </a:xfrm>
              <a:custGeom>
                <a:avLst/>
                <a:gdLst>
                  <a:gd name="textAreaLeft" fmla="*/ 0 w 344160"/>
                  <a:gd name="textAreaRight" fmla="*/ 344520 w 344160"/>
                  <a:gd name="textAreaTop" fmla="*/ 0 h 118440"/>
                  <a:gd name="textAreaBottom" fmla="*/ 118800 h 11844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0934" name="Line 108"/>
          <p:cNvSpPr/>
          <p:nvPr/>
        </p:nvSpPr>
        <p:spPr>
          <a:xfrm flipH="1">
            <a:off x="4013640" y="1511640"/>
            <a:ext cx="349200" cy="1526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35" name="Line 291"/>
          <p:cNvSpPr/>
          <p:nvPr/>
        </p:nvSpPr>
        <p:spPr>
          <a:xfrm>
            <a:off x="3981960" y="1911960"/>
            <a:ext cx="228600" cy="3110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0936" name="Group 102"/>
          <p:cNvGrpSpPr/>
          <p:nvPr/>
        </p:nvGrpSpPr>
        <p:grpSpPr>
          <a:xfrm>
            <a:off x="3636000" y="1646640"/>
            <a:ext cx="649800" cy="330120"/>
            <a:chOff x="3636000" y="1646640"/>
            <a:chExt cx="649800" cy="330120"/>
          </a:xfrm>
        </p:grpSpPr>
        <p:sp>
          <p:nvSpPr>
            <p:cNvPr id="10937" name="Freeform 103"/>
            <p:cNvSpPr/>
            <p:nvPr/>
          </p:nvSpPr>
          <p:spPr>
            <a:xfrm>
              <a:off x="3636000" y="1761120"/>
              <a:ext cx="649800" cy="215640"/>
            </a:xfrm>
            <a:custGeom>
              <a:avLst/>
              <a:gdLst>
                <a:gd name="textAreaLeft" fmla="*/ 0 w 649800"/>
                <a:gd name="textAreaRight" fmla="*/ 650160 w 649800"/>
                <a:gd name="textAreaTop" fmla="*/ 0 h 215640"/>
                <a:gd name="textAreaBottom" fmla="*/ 216000 h 2156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38" name="Oval 104"/>
            <p:cNvSpPr/>
            <p:nvPr/>
          </p:nvSpPr>
          <p:spPr>
            <a:xfrm>
              <a:off x="3636360" y="1646640"/>
              <a:ext cx="648720" cy="21348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39" name="Group 105"/>
            <p:cNvGrpSpPr/>
            <p:nvPr/>
          </p:nvGrpSpPr>
          <p:grpSpPr>
            <a:xfrm>
              <a:off x="3732480" y="1673640"/>
              <a:ext cx="456480" cy="156960"/>
              <a:chOff x="3732480" y="1673640"/>
              <a:chExt cx="456480" cy="156960"/>
            </a:xfrm>
          </p:grpSpPr>
          <p:sp>
            <p:nvSpPr>
              <p:cNvPr id="10940" name="Freeform 106"/>
              <p:cNvSpPr/>
              <p:nvPr/>
            </p:nvSpPr>
            <p:spPr>
              <a:xfrm>
                <a:off x="3745080" y="1673640"/>
                <a:ext cx="432000" cy="87480"/>
              </a:xfrm>
              <a:custGeom>
                <a:avLst/>
                <a:gdLst>
                  <a:gd name="textAreaLeft" fmla="*/ 0 w 432000"/>
                  <a:gd name="textAreaRight" fmla="*/ 432360 w 432000"/>
                  <a:gd name="textAreaTop" fmla="*/ 0 h 87480"/>
                  <a:gd name="textAreaBottom" fmla="*/ 87840 h 8748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41" name="Freeform 107"/>
              <p:cNvSpPr/>
              <p:nvPr/>
            </p:nvSpPr>
            <p:spPr>
              <a:xfrm>
                <a:off x="4028040" y="1748880"/>
                <a:ext cx="160920" cy="7524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75240"/>
                  <a:gd name="textAreaBottom" fmla="*/ 75600 h 7524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0600" rIns="90000" bIns="30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42" name="Freeform 108"/>
              <p:cNvSpPr/>
              <p:nvPr/>
            </p:nvSpPr>
            <p:spPr>
              <a:xfrm>
                <a:off x="3732480" y="1748880"/>
                <a:ext cx="158040" cy="7452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74520"/>
                  <a:gd name="textAreaBottom" fmla="*/ 74880 h 745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9880" rIns="90000" bIns="298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43" name="Freeform 109"/>
              <p:cNvSpPr/>
              <p:nvPr/>
            </p:nvSpPr>
            <p:spPr>
              <a:xfrm>
                <a:off x="3787560" y="1712160"/>
                <a:ext cx="344160" cy="118440"/>
              </a:xfrm>
              <a:custGeom>
                <a:avLst/>
                <a:gdLst>
                  <a:gd name="textAreaLeft" fmla="*/ 0 w 344160"/>
                  <a:gd name="textAreaRight" fmla="*/ 344520 w 344160"/>
                  <a:gd name="textAreaTop" fmla="*/ 0 h 118440"/>
                  <a:gd name="textAreaBottom" fmla="*/ 118800 h 11844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0944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Traceroute and ICMP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945" name="PlaceHolder 2"/>
          <p:cNvSpPr>
            <a:spLocks noGrp="1"/>
          </p:cNvSpPr>
          <p:nvPr>
            <p:ph type="sldNum" idx="9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6ED4651F-B302-47B4-8398-F7B67464AFF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103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6" name="Rectangle 3"/>
          <p:cNvSpPr/>
          <p:nvPr/>
        </p:nvSpPr>
        <p:spPr>
          <a:xfrm>
            <a:off x="984960" y="5695560"/>
            <a:ext cx="99986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95200" indent="-295200" defTabSz="914400">
              <a:lnSpc>
                <a:spcPct val="90000"/>
              </a:lnSpc>
              <a:spcBef>
                <a:spcPts val="400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 ICMP message arrives at source: record RTTs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7" name="Rectangle 4"/>
          <p:cNvSpPr/>
          <p:nvPr/>
        </p:nvSpPr>
        <p:spPr>
          <a:xfrm>
            <a:off x="6912000" y="2213640"/>
            <a:ext cx="3809520" cy="20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48" name="Rectangle 5"/>
          <p:cNvSpPr/>
          <p:nvPr/>
        </p:nvSpPr>
        <p:spPr>
          <a:xfrm>
            <a:off x="8095680" y="2730960"/>
            <a:ext cx="3809520" cy="25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85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stopping criteria: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UDP segment eventually arrives at destination host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destination returns ICMP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“port unreachable” message (type 3, code 3)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source stops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9" name="Line 113"/>
          <p:cNvSpPr/>
          <p:nvPr/>
        </p:nvSpPr>
        <p:spPr>
          <a:xfrm flipH="1">
            <a:off x="5227920" y="1840320"/>
            <a:ext cx="620640" cy="144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50" name="Line 260"/>
          <p:cNvSpPr/>
          <p:nvPr/>
        </p:nvSpPr>
        <p:spPr>
          <a:xfrm>
            <a:off x="6347160" y="1805400"/>
            <a:ext cx="485640" cy="2080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51" name="Line 261"/>
          <p:cNvSpPr/>
          <p:nvPr/>
        </p:nvSpPr>
        <p:spPr>
          <a:xfrm flipH="1">
            <a:off x="7285320" y="1751400"/>
            <a:ext cx="557280" cy="27792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52" name="Line 292"/>
          <p:cNvSpPr/>
          <p:nvPr/>
        </p:nvSpPr>
        <p:spPr>
          <a:xfrm>
            <a:off x="5905800" y="1499040"/>
            <a:ext cx="228600" cy="3110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53" name="Line 294"/>
          <p:cNvSpPr/>
          <p:nvPr/>
        </p:nvSpPr>
        <p:spPr>
          <a:xfrm flipH="1">
            <a:off x="4623120" y="2102400"/>
            <a:ext cx="349200" cy="1522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54" name="Line 295"/>
          <p:cNvSpPr/>
          <p:nvPr/>
        </p:nvSpPr>
        <p:spPr>
          <a:xfrm>
            <a:off x="4978800" y="1607040"/>
            <a:ext cx="6480" cy="2602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55" name="Text Box 300"/>
          <p:cNvSpPr/>
          <p:nvPr/>
        </p:nvSpPr>
        <p:spPr>
          <a:xfrm>
            <a:off x="2624760" y="1464480"/>
            <a:ext cx="107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CC0000"/>
                </a:solidFill>
                <a:effectLst/>
                <a:uFillTx/>
                <a:latin typeface="Arial"/>
                <a:ea typeface="ＭＳ Ｐゴシック"/>
              </a:rPr>
              <a:t>3 probes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6" name="Text Box 302"/>
          <p:cNvSpPr/>
          <p:nvPr/>
        </p:nvSpPr>
        <p:spPr>
          <a:xfrm>
            <a:off x="3238920" y="2024640"/>
            <a:ext cx="107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CC0000"/>
                </a:solidFill>
                <a:effectLst/>
                <a:uFillTx/>
                <a:latin typeface="Arial"/>
                <a:ea typeface="ＭＳ Ｐゴシック"/>
              </a:rPr>
              <a:t>3 probes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7" name="Text Box 304"/>
          <p:cNvSpPr/>
          <p:nvPr/>
        </p:nvSpPr>
        <p:spPr>
          <a:xfrm>
            <a:off x="4263120" y="1438920"/>
            <a:ext cx="107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CC0000"/>
                </a:solidFill>
                <a:effectLst/>
                <a:uFillTx/>
                <a:latin typeface="Arial"/>
                <a:ea typeface="ＭＳ Ｐゴシック"/>
              </a:rPr>
              <a:t>3 probes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958" name="Group 21"/>
          <p:cNvGrpSpPr/>
          <p:nvPr/>
        </p:nvGrpSpPr>
        <p:grpSpPr>
          <a:xfrm>
            <a:off x="1755000" y="1400760"/>
            <a:ext cx="820440" cy="688680"/>
            <a:chOff x="1755000" y="1400760"/>
            <a:chExt cx="820440" cy="688680"/>
          </a:xfrm>
        </p:grpSpPr>
        <p:pic>
          <p:nvPicPr>
            <p:cNvPr id="10959" name="Picture 22" descr="desktop_computer_stylized_medium"/>
            <p:cNvPicPr/>
            <p:nvPr/>
          </p:nvPicPr>
          <p:blipFill>
            <a:blip r:embed="rId1"/>
            <a:stretch/>
          </p:blipFill>
          <p:spPr>
            <a:xfrm flipH="1">
              <a:off x="1755000" y="1400760"/>
              <a:ext cx="820440" cy="688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960" name="Freeform 23"/>
            <p:cNvSpPr/>
            <p:nvPr/>
          </p:nvSpPr>
          <p:spPr>
            <a:xfrm flipH="1">
              <a:off x="2104560" y="1467000"/>
              <a:ext cx="398880" cy="315000"/>
            </a:xfrm>
            <a:custGeom>
              <a:avLst/>
              <a:gdLst>
                <a:gd name="textAreaLeft" fmla="*/ 360 w 398880"/>
                <a:gd name="textAreaRight" fmla="*/ 399600 w 398880"/>
                <a:gd name="textAreaTop" fmla="*/ 0 h 315000"/>
                <a:gd name="textAreaBottom" fmla="*/ 315360 h 315000"/>
                <a:gd name="GluePoint1X" fmla="*/ 0 w 356"/>
                <a:gd name="GluePoint1Y" fmla="*/ 0 h 368"/>
                <a:gd name="GluePoint2X" fmla="*/ 4176 w 356"/>
                <a:gd name="GluePoint2Y" fmla="*/ 248 h 368"/>
                <a:gd name="GluePoint3X" fmla="*/ 4954 w 356"/>
                <a:gd name="GluePoint3Y" fmla="*/ 5173 h 368"/>
                <a:gd name="GluePoint4X" fmla="*/ 1092 w 356"/>
                <a:gd name="GluePoint4Y" fmla="*/ 6469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0961" name="Group 24"/>
          <p:cNvGrpSpPr/>
          <p:nvPr/>
        </p:nvGrpSpPr>
        <p:grpSpPr>
          <a:xfrm>
            <a:off x="7803000" y="1438920"/>
            <a:ext cx="753840" cy="669600"/>
            <a:chOff x="7803000" y="1438920"/>
            <a:chExt cx="753840" cy="669600"/>
          </a:xfrm>
        </p:grpSpPr>
        <p:pic>
          <p:nvPicPr>
            <p:cNvPr id="10962" name="Picture 25" descr="desktop_computer_stylized_medium"/>
            <p:cNvPicPr/>
            <p:nvPr/>
          </p:nvPicPr>
          <p:blipFill>
            <a:blip r:embed="rId2"/>
            <a:stretch/>
          </p:blipFill>
          <p:spPr>
            <a:xfrm>
              <a:off x="7803000" y="1438920"/>
              <a:ext cx="753840" cy="669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963" name="Freeform 26"/>
            <p:cNvSpPr/>
            <p:nvPr/>
          </p:nvSpPr>
          <p:spPr>
            <a:xfrm>
              <a:off x="7869240" y="1503000"/>
              <a:ext cx="366120" cy="306360"/>
            </a:xfrm>
            <a:custGeom>
              <a:avLst/>
              <a:gdLst>
                <a:gd name="textAreaLeft" fmla="*/ 0 w 366120"/>
                <a:gd name="textAreaRight" fmla="*/ 366480 w 366120"/>
                <a:gd name="textAreaTop" fmla="*/ 0 h 306360"/>
                <a:gd name="textAreaBottom" fmla="*/ 306720 h 306360"/>
                <a:gd name="GluePoint1X" fmla="*/ 0 w 356"/>
                <a:gd name="GluePoint1Y" fmla="*/ 0 h 368"/>
                <a:gd name="GluePoint2X" fmla="*/ 4176 w 356"/>
                <a:gd name="GluePoint2Y" fmla="*/ 248 h 368"/>
                <a:gd name="GluePoint3X" fmla="*/ 4954 w 356"/>
                <a:gd name="GluePoint3Y" fmla="*/ 5173 h 368"/>
                <a:gd name="GluePoint4X" fmla="*/ 1092 w 356"/>
                <a:gd name="GluePoint4Y" fmla="*/ 6469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964" name="Freeform 299"/>
          <p:cNvSpPr/>
          <p:nvPr/>
        </p:nvSpPr>
        <p:spPr>
          <a:xfrm>
            <a:off x="2526120" y="1721520"/>
            <a:ext cx="418680" cy="418680"/>
          </a:xfrm>
          <a:custGeom>
            <a:avLst/>
            <a:gdLst>
              <a:gd name="textAreaLeft" fmla="*/ 0 w 418680"/>
              <a:gd name="textAreaRight" fmla="*/ 419040 w 418680"/>
              <a:gd name="textAreaTop" fmla="*/ 0 h 418680"/>
              <a:gd name="textAreaBottom" fmla="*/ 419040 h 418680"/>
              <a:gd name="GluePoint1X" fmla="*/ 2147483647 w 264"/>
              <a:gd name="GluePoint1Y" fmla="*/ 0 h 264"/>
              <a:gd name="GluePoint2X" fmla="*/ 2147483647 w 264"/>
              <a:gd name="GluePoint2Y" fmla="*/ 2147483647 h 264"/>
              <a:gd name="GluePoint3X" fmla="*/ 0 w 264"/>
              <a:gd name="GluePoint3Y" fmla="*/ 2147483647 h 26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65" name="Freeform 301"/>
          <p:cNvSpPr/>
          <p:nvPr/>
        </p:nvSpPr>
        <p:spPr>
          <a:xfrm>
            <a:off x="2520000" y="1635840"/>
            <a:ext cx="1345680" cy="474480"/>
          </a:xfrm>
          <a:custGeom>
            <a:avLst/>
            <a:gdLst>
              <a:gd name="textAreaLeft" fmla="*/ 0 w 1345680"/>
              <a:gd name="textAreaRight" fmla="*/ 1346040 w 1345680"/>
              <a:gd name="textAreaTop" fmla="*/ 0 h 474480"/>
              <a:gd name="textAreaBottom" fmla="*/ 474840 h 474480"/>
              <a:gd name="GluePoint1X" fmla="*/ 2147483647 w 848"/>
              <a:gd name="GluePoint1Y" fmla="*/ 2147483647 h 299"/>
              <a:gd name="GluePoint2X" fmla="*/ 2147483647 w 848"/>
              <a:gd name="GluePoint2Y" fmla="*/ 2147483647 h 299"/>
              <a:gd name="GluePoint3X" fmla="*/ 2147483647 w 848"/>
              <a:gd name="GluePoint3Y" fmla="*/ 2147483647 h 299"/>
              <a:gd name="GluePoint4X" fmla="*/ 2147483647 w 848"/>
              <a:gd name="GluePoint4Y" fmla="*/ 2147483647 h 299"/>
              <a:gd name="GluePoint5X" fmla="*/ 0 w 848"/>
              <a:gd name="GluePoint5Y" fmla="*/ 2147483647 h 29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66" name="Rectangle 3"/>
          <p:cNvSpPr/>
          <p:nvPr/>
        </p:nvSpPr>
        <p:spPr>
          <a:xfrm>
            <a:off x="938880" y="2521080"/>
            <a:ext cx="6396120" cy="32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282600" indent="-2826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source sends sets of UDP segments to destination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5200" lvl="1" indent="-2221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lang="en-US" sz="2400" b="0" u="none" strike="noStrike" baseline="30000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set has TTL =1, 2</a:t>
            </a:r>
            <a:r>
              <a:rPr lang="en-US" sz="2400" b="0" u="none" strike="noStrike" baseline="30000">
                <a:solidFill>
                  <a:schemeClr val="dk1"/>
                </a:solidFill>
                <a:effectLst/>
                <a:uFillTx/>
                <a:latin typeface="Calibri"/>
              </a:rPr>
              <a:t>nd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set has TTL=2, etc.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2600" indent="-2826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datagram in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 set arrives to nth router: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23800" lvl="1" indent="-18108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 discards datagram and sends source ICMP message (type 11, code 0)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23800" lvl="1" indent="-18108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ICMP message possibly includes name of router &amp; IP address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967" name="Group 78"/>
          <p:cNvGrpSpPr/>
          <p:nvPr/>
        </p:nvGrpSpPr>
        <p:grpSpPr>
          <a:xfrm>
            <a:off x="6775200" y="1828800"/>
            <a:ext cx="649800" cy="330120"/>
            <a:chOff x="6775200" y="1828800"/>
            <a:chExt cx="649800" cy="330120"/>
          </a:xfrm>
        </p:grpSpPr>
        <p:sp>
          <p:nvSpPr>
            <p:cNvPr id="10968" name="Freeform 79"/>
            <p:cNvSpPr/>
            <p:nvPr/>
          </p:nvSpPr>
          <p:spPr>
            <a:xfrm>
              <a:off x="6775200" y="1943280"/>
              <a:ext cx="649800" cy="215640"/>
            </a:xfrm>
            <a:custGeom>
              <a:avLst/>
              <a:gdLst>
                <a:gd name="textAreaLeft" fmla="*/ 0 w 649800"/>
                <a:gd name="textAreaRight" fmla="*/ 650160 w 649800"/>
                <a:gd name="textAreaTop" fmla="*/ 0 h 215640"/>
                <a:gd name="textAreaBottom" fmla="*/ 216000 h 2156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9" name="Oval 80"/>
            <p:cNvSpPr/>
            <p:nvPr/>
          </p:nvSpPr>
          <p:spPr>
            <a:xfrm>
              <a:off x="6775920" y="1828800"/>
              <a:ext cx="648720" cy="21348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70" name="Group 81"/>
            <p:cNvGrpSpPr/>
            <p:nvPr/>
          </p:nvGrpSpPr>
          <p:grpSpPr>
            <a:xfrm>
              <a:off x="6871680" y="1856160"/>
              <a:ext cx="456480" cy="156600"/>
              <a:chOff x="6871680" y="1856160"/>
              <a:chExt cx="456480" cy="156600"/>
            </a:xfrm>
          </p:grpSpPr>
          <p:sp>
            <p:nvSpPr>
              <p:cNvPr id="10971" name="Freeform 82"/>
              <p:cNvSpPr/>
              <p:nvPr/>
            </p:nvSpPr>
            <p:spPr>
              <a:xfrm>
                <a:off x="6884280" y="1856160"/>
                <a:ext cx="432000" cy="87480"/>
              </a:xfrm>
              <a:custGeom>
                <a:avLst/>
                <a:gdLst>
                  <a:gd name="textAreaLeft" fmla="*/ 0 w 432000"/>
                  <a:gd name="textAreaRight" fmla="*/ 432360 w 432000"/>
                  <a:gd name="textAreaTop" fmla="*/ 0 h 87480"/>
                  <a:gd name="textAreaBottom" fmla="*/ 87840 h 8748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72" name="Freeform 83"/>
              <p:cNvSpPr/>
              <p:nvPr/>
            </p:nvSpPr>
            <p:spPr>
              <a:xfrm>
                <a:off x="7167240" y="1931400"/>
                <a:ext cx="160920" cy="7524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75240"/>
                  <a:gd name="textAreaBottom" fmla="*/ 75600 h 7524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0600" rIns="90000" bIns="30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73" name="Freeform 84"/>
              <p:cNvSpPr/>
              <p:nvPr/>
            </p:nvSpPr>
            <p:spPr>
              <a:xfrm>
                <a:off x="6871680" y="1931400"/>
                <a:ext cx="158040" cy="7452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74520"/>
                  <a:gd name="textAreaBottom" fmla="*/ 74880 h 745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9880" rIns="90000" bIns="298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74" name="Freeform 85"/>
              <p:cNvSpPr/>
              <p:nvPr/>
            </p:nvSpPr>
            <p:spPr>
              <a:xfrm>
                <a:off x="6926760" y="1894320"/>
                <a:ext cx="344160" cy="118440"/>
              </a:xfrm>
              <a:custGeom>
                <a:avLst/>
                <a:gdLst>
                  <a:gd name="textAreaLeft" fmla="*/ 0 w 344160"/>
                  <a:gd name="textAreaRight" fmla="*/ 344520 w 344160"/>
                  <a:gd name="textAreaTop" fmla="*/ 0 h 118440"/>
                  <a:gd name="textAreaBottom" fmla="*/ 118800 h 11844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0975" name="Group 86"/>
          <p:cNvGrpSpPr/>
          <p:nvPr/>
        </p:nvGrpSpPr>
        <p:grpSpPr>
          <a:xfrm>
            <a:off x="5748840" y="1683720"/>
            <a:ext cx="649800" cy="330120"/>
            <a:chOff x="5748840" y="1683720"/>
            <a:chExt cx="649800" cy="330120"/>
          </a:xfrm>
        </p:grpSpPr>
        <p:sp>
          <p:nvSpPr>
            <p:cNvPr id="10976" name="Freeform 87"/>
            <p:cNvSpPr/>
            <p:nvPr/>
          </p:nvSpPr>
          <p:spPr>
            <a:xfrm>
              <a:off x="5748840" y="1798200"/>
              <a:ext cx="649800" cy="215640"/>
            </a:xfrm>
            <a:custGeom>
              <a:avLst/>
              <a:gdLst>
                <a:gd name="textAreaLeft" fmla="*/ 0 w 649800"/>
                <a:gd name="textAreaRight" fmla="*/ 650160 w 649800"/>
                <a:gd name="textAreaTop" fmla="*/ 0 h 215640"/>
                <a:gd name="textAreaBottom" fmla="*/ 216000 h 2156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7" name="Oval 88"/>
            <p:cNvSpPr/>
            <p:nvPr/>
          </p:nvSpPr>
          <p:spPr>
            <a:xfrm>
              <a:off x="5749200" y="1683720"/>
              <a:ext cx="648720" cy="21348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78" name="Group 89"/>
            <p:cNvGrpSpPr/>
            <p:nvPr/>
          </p:nvGrpSpPr>
          <p:grpSpPr>
            <a:xfrm>
              <a:off x="5845320" y="1711080"/>
              <a:ext cx="456480" cy="156600"/>
              <a:chOff x="5845320" y="1711080"/>
              <a:chExt cx="456480" cy="156600"/>
            </a:xfrm>
          </p:grpSpPr>
          <p:sp>
            <p:nvSpPr>
              <p:cNvPr id="10979" name="Freeform 90"/>
              <p:cNvSpPr/>
              <p:nvPr/>
            </p:nvSpPr>
            <p:spPr>
              <a:xfrm>
                <a:off x="5857920" y="1711080"/>
                <a:ext cx="432000" cy="87480"/>
              </a:xfrm>
              <a:custGeom>
                <a:avLst/>
                <a:gdLst>
                  <a:gd name="textAreaLeft" fmla="*/ 0 w 432000"/>
                  <a:gd name="textAreaRight" fmla="*/ 432360 w 432000"/>
                  <a:gd name="textAreaTop" fmla="*/ 0 h 87480"/>
                  <a:gd name="textAreaBottom" fmla="*/ 87840 h 8748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80" name="Freeform 91"/>
              <p:cNvSpPr/>
              <p:nvPr/>
            </p:nvSpPr>
            <p:spPr>
              <a:xfrm>
                <a:off x="6140880" y="1786320"/>
                <a:ext cx="160920" cy="7524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75240"/>
                  <a:gd name="textAreaBottom" fmla="*/ 75600 h 7524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0600" rIns="90000" bIns="30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81" name="Freeform 92"/>
              <p:cNvSpPr/>
              <p:nvPr/>
            </p:nvSpPr>
            <p:spPr>
              <a:xfrm>
                <a:off x="5845320" y="1786320"/>
                <a:ext cx="158040" cy="7452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74520"/>
                  <a:gd name="textAreaBottom" fmla="*/ 74880 h 745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9880" rIns="90000" bIns="298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82" name="Freeform 93"/>
              <p:cNvSpPr/>
              <p:nvPr/>
            </p:nvSpPr>
            <p:spPr>
              <a:xfrm>
                <a:off x="5900400" y="1749240"/>
                <a:ext cx="344160" cy="118440"/>
              </a:xfrm>
              <a:custGeom>
                <a:avLst/>
                <a:gdLst>
                  <a:gd name="textAreaLeft" fmla="*/ 0 w 344160"/>
                  <a:gd name="textAreaRight" fmla="*/ 344520 w 344160"/>
                  <a:gd name="textAreaTop" fmla="*/ 0 h 118440"/>
                  <a:gd name="textAreaBottom" fmla="*/ 118800 h 11844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0983" name="Group 94"/>
          <p:cNvGrpSpPr/>
          <p:nvPr/>
        </p:nvGrpSpPr>
        <p:grpSpPr>
          <a:xfrm>
            <a:off x="4623480" y="1847160"/>
            <a:ext cx="649800" cy="330120"/>
            <a:chOff x="4623480" y="1847160"/>
            <a:chExt cx="649800" cy="330120"/>
          </a:xfrm>
        </p:grpSpPr>
        <p:sp>
          <p:nvSpPr>
            <p:cNvPr id="10984" name="Freeform 95"/>
            <p:cNvSpPr/>
            <p:nvPr/>
          </p:nvSpPr>
          <p:spPr>
            <a:xfrm>
              <a:off x="4623480" y="1961640"/>
              <a:ext cx="649800" cy="215640"/>
            </a:xfrm>
            <a:custGeom>
              <a:avLst/>
              <a:gdLst>
                <a:gd name="textAreaLeft" fmla="*/ 0 w 649800"/>
                <a:gd name="textAreaRight" fmla="*/ 650160 w 649800"/>
                <a:gd name="textAreaTop" fmla="*/ 0 h 215640"/>
                <a:gd name="textAreaBottom" fmla="*/ 216000 h 21564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85" name="Oval 96"/>
            <p:cNvSpPr/>
            <p:nvPr/>
          </p:nvSpPr>
          <p:spPr>
            <a:xfrm>
              <a:off x="4623840" y="1847160"/>
              <a:ext cx="648720" cy="21348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86" name="Group 97"/>
            <p:cNvGrpSpPr/>
            <p:nvPr/>
          </p:nvGrpSpPr>
          <p:grpSpPr>
            <a:xfrm>
              <a:off x="4719960" y="1874520"/>
              <a:ext cx="456480" cy="156600"/>
              <a:chOff x="4719960" y="1874520"/>
              <a:chExt cx="456480" cy="156600"/>
            </a:xfrm>
          </p:grpSpPr>
          <p:sp>
            <p:nvSpPr>
              <p:cNvPr id="10987" name="Freeform 98"/>
              <p:cNvSpPr/>
              <p:nvPr/>
            </p:nvSpPr>
            <p:spPr>
              <a:xfrm>
                <a:off x="4732560" y="1874520"/>
                <a:ext cx="432000" cy="87480"/>
              </a:xfrm>
              <a:custGeom>
                <a:avLst/>
                <a:gdLst>
                  <a:gd name="textAreaLeft" fmla="*/ 0 w 432000"/>
                  <a:gd name="textAreaRight" fmla="*/ 432360 w 432000"/>
                  <a:gd name="textAreaTop" fmla="*/ 0 h 87480"/>
                  <a:gd name="textAreaBottom" fmla="*/ 87840 h 8748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2840" rIns="90000" bIns="4284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88" name="Freeform 99"/>
              <p:cNvSpPr/>
              <p:nvPr/>
            </p:nvSpPr>
            <p:spPr>
              <a:xfrm>
                <a:off x="5015520" y="1949760"/>
                <a:ext cx="160920" cy="7524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75240"/>
                  <a:gd name="textAreaBottom" fmla="*/ 75600 h 7524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0600" rIns="90000" bIns="30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89" name="Freeform 100"/>
              <p:cNvSpPr/>
              <p:nvPr/>
            </p:nvSpPr>
            <p:spPr>
              <a:xfrm>
                <a:off x="4719960" y="1949760"/>
                <a:ext cx="158040" cy="7452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74520"/>
                  <a:gd name="textAreaBottom" fmla="*/ 74880 h 745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29880" rIns="90000" bIns="298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990" name="Freeform 101"/>
              <p:cNvSpPr/>
              <p:nvPr/>
            </p:nvSpPr>
            <p:spPr>
              <a:xfrm>
                <a:off x="4774680" y="1912680"/>
                <a:ext cx="344160" cy="118440"/>
              </a:xfrm>
              <a:custGeom>
                <a:avLst/>
                <a:gdLst>
                  <a:gd name="textAreaLeft" fmla="*/ 0 w 344160"/>
                  <a:gd name="textAreaRight" fmla="*/ 344520 w 344160"/>
                  <a:gd name="textAreaTop" fmla="*/ 0 h 118440"/>
                  <a:gd name="textAreaBottom" fmla="*/ 118800 h 11844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0991" name="Freeform 303"/>
          <p:cNvSpPr/>
          <p:nvPr/>
        </p:nvSpPr>
        <p:spPr>
          <a:xfrm>
            <a:off x="2494440" y="1684800"/>
            <a:ext cx="2247480" cy="402840"/>
          </a:xfrm>
          <a:custGeom>
            <a:avLst/>
            <a:gdLst>
              <a:gd name="textAreaLeft" fmla="*/ 0 w 2247480"/>
              <a:gd name="textAreaRight" fmla="*/ 2247840 w 2247480"/>
              <a:gd name="textAreaTop" fmla="*/ 0 h 402840"/>
              <a:gd name="textAreaBottom" fmla="*/ 403200 h 402840"/>
              <a:gd name="GluePoint1X" fmla="*/ 2147483647 w 1416"/>
              <a:gd name="GluePoint1Y" fmla="*/ 2147483647 h 254"/>
              <a:gd name="GluePoint2X" fmla="*/ 2147483647 w 1416"/>
              <a:gd name="GluePoint2Y" fmla="*/ 2147483647 h 254"/>
              <a:gd name="GluePoint3X" fmla="*/ 2147483647 w 1416"/>
              <a:gd name="GluePoint3Y" fmla="*/ 2147483647 h 254"/>
              <a:gd name="GluePoint4X" fmla="*/ 2147483647 w 1416"/>
              <a:gd name="GluePoint4Y" fmla="*/ 2147483647 h 254"/>
              <a:gd name="GluePoint5X" fmla="*/ 2147483647 w 1416"/>
              <a:gd name="GluePoint5Y" fmla="*/ 2147483647 h 254"/>
              <a:gd name="GluePoint6X" fmla="*/ 2147483647 w 1416"/>
              <a:gd name="GluePoint6Y" fmla="*/ 2147483647 h 254"/>
              <a:gd name="GluePoint7X" fmla="*/ 0 w 1416"/>
              <a:gd name="GluePoint7Y" fmla="*/ 2147483647 h 25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797" dur="indefinite" restart="never" nodeType="tmRoot">
          <p:childTnLst>
            <p:seq>
              <p:cTn id="2798" dur="indefinite" nodeType="mainSeq">
                <p:childTnLst>
                  <p:par>
                    <p:cTn id="2799" fill="hold">
                      <p:stCondLst>
                        <p:cond delay="indefinite"/>
                      </p:stCondLst>
                      <p:childTnLst>
                        <p:par>
                          <p:cTn id="2800" fill="hold">
                            <p:stCondLst>
                              <p:cond delay="0"/>
                            </p:stCondLst>
                            <p:childTnLst>
                              <p:par>
                                <p:cTn id="280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03" dur="500"/>
                                        <p:tgtEl>
                                          <p:spTgt spid="1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06" dur="500"/>
                                        <p:tgtEl>
                                          <p:spTgt spid="109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7" fill="hold">
                      <p:stCondLst>
                        <p:cond delay="indefinite"/>
                      </p:stCondLst>
                      <p:childTnLst>
                        <p:par>
                          <p:cTn id="2808" fill="hold">
                            <p:stCondLst>
                              <p:cond delay="0"/>
                            </p:stCondLst>
                            <p:childTnLst>
                              <p:par>
                                <p:cTn id="280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11" dur="500"/>
                                        <p:tgtEl>
                                          <p:spTgt spid="109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14" dur="500"/>
                                        <p:tgtEl>
                                          <p:spTgt spid="109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17" dur="500"/>
                                        <p:tgtEl>
                                          <p:spTgt spid="109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8" fill="hold">
                      <p:stCondLst>
                        <p:cond delay="indefinite"/>
                      </p:stCondLst>
                      <p:childTnLst>
                        <p:par>
                          <p:cTn id="2819" fill="hold">
                            <p:stCondLst>
                              <p:cond delay="0"/>
                            </p:stCondLst>
                            <p:childTnLst>
                              <p:par>
                                <p:cTn id="282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22" dur="500"/>
                                        <p:tgtEl>
                                          <p:spTgt spid="1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3" fill="hold">
                      <p:stCondLst>
                        <p:cond delay="indefinite"/>
                      </p:stCondLst>
                      <p:childTnLst>
                        <p:par>
                          <p:cTn id="2824" fill="hold">
                            <p:stCondLst>
                              <p:cond delay="0"/>
                            </p:stCondLst>
                            <p:childTnLst>
                              <p:par>
                                <p:cTn id="28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27" dur="1" fill="hold"/>
                                        <p:tgtEl>
                                          <p:spTgt spid="1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30" dur="1" fill="hold"/>
                                        <p:tgtEl>
                                          <p:spTgt spid="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1" fill="hold">
                      <p:stCondLst>
                        <p:cond delay="indefinite"/>
                      </p:stCondLst>
                      <p:childTnLst>
                        <p:par>
                          <p:cTn id="2832" fill="hold">
                            <p:stCondLst>
                              <p:cond delay="0"/>
                            </p:stCondLst>
                            <p:childTnLst>
                              <p:par>
                                <p:cTn id="28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35" dur="1" fill="hold"/>
                                        <p:tgtEl>
                                          <p:spTgt spid="1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38" dur="1" fill="hold"/>
                                        <p:tgtEl>
                                          <p:spTgt spid="1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9" fill="hold">
                      <p:stCondLst>
                        <p:cond delay="indefinite"/>
                      </p:stCondLst>
                      <p:childTnLst>
                        <p:par>
                          <p:cTn id="2840" fill="hold">
                            <p:stCondLst>
                              <p:cond delay="0"/>
                            </p:stCondLst>
                            <p:childTnLst>
                              <p:par>
                                <p:cTn id="28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5" fill="hold">
                      <p:stCondLst>
                        <p:cond delay="indefinite"/>
                      </p:stCondLst>
                      <p:childTnLst>
                        <p:par>
                          <p:cTn id="2846" fill="hold">
                            <p:stCondLst>
                              <p:cond delay="0"/>
                            </p:stCondLst>
                            <p:childTnLst>
                              <p:par>
                                <p:cTn id="284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49" dur="500"/>
                                        <p:tgtEl>
                                          <p:spTgt spid="1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2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993" name="Rectangle 4"/>
          <p:cNvSpPr/>
          <p:nvPr/>
        </p:nvSpPr>
        <p:spPr>
          <a:xfrm>
            <a:off x="6761520" y="4144680"/>
            <a:ext cx="5066280" cy="21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4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5" name="PlaceHolder 2"/>
          <p:cNvSpPr>
            <a:spLocks noGrp="1"/>
          </p:cNvSpPr>
          <p:nvPr>
            <p:ph type="sldNum" idx="9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A4372BF4-2E26-4938-8FAF-7CC2AEEDF94B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104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996" name="Picture 2"/>
          <p:cNvPicPr/>
          <p:nvPr/>
        </p:nvPicPr>
        <p:blipFill>
          <a:blip r:embed="rId1"/>
          <a:stretch/>
        </p:blipFill>
        <p:spPr>
          <a:xfrm>
            <a:off x="6931440" y="163872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" name="PlaceHolder 1"/>
          <p:cNvSpPr>
            <a:spLocks noGrp="1"/>
          </p:cNvSpPr>
          <p:nvPr>
            <p:ph/>
          </p:nvPr>
        </p:nvSpPr>
        <p:spPr>
          <a:xfrm>
            <a:off x="849960" y="1557720"/>
            <a:ext cx="10515240" cy="22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52440" indent="-28404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autonomous systems (aka “network”):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1000s of interacting hardware/software components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8404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other complex systems requiring monitoring, configuration, control: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jet airplane, nuclear power plant, others?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98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What is network management?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0999" name="PlaceHolder 3"/>
          <p:cNvSpPr>
            <a:spLocks noGrp="1"/>
          </p:cNvSpPr>
          <p:nvPr>
            <p:ph type="sldNum" idx="9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36F79D58-BD35-4DA3-9B0A-C66651E4CB85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000" name="Group 2"/>
          <p:cNvGrpSpPr/>
          <p:nvPr/>
        </p:nvGrpSpPr>
        <p:grpSpPr>
          <a:xfrm>
            <a:off x="1981800" y="4123800"/>
            <a:ext cx="8232480" cy="2093400"/>
            <a:chOff x="1981800" y="4123800"/>
            <a:chExt cx="8232480" cy="2093400"/>
          </a:xfrm>
        </p:grpSpPr>
        <p:sp>
          <p:nvSpPr>
            <p:cNvPr id="11001" name="Text Box 5"/>
            <p:cNvSpPr/>
            <p:nvPr/>
          </p:nvSpPr>
          <p:spPr>
            <a:xfrm>
              <a:off x="3161160" y="4154040"/>
              <a:ext cx="6976440" cy="191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"</a:t>
              </a:r>
              <a:r>
                <a:rPr lang="en-US" sz="2000" b="0" u="none" strike="noStrike">
                  <a:solidFill>
                    <a:srgbClr val="000099"/>
                  </a:solidFill>
                  <a:effectLst/>
                  <a:uFillTx/>
                  <a:latin typeface="Arial"/>
                </a:rPr>
                <a:t>Network management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 includes the deployment, integration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and coordination of the hardware, software, and human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elements to monitor, test, poll, configure, analyze, evaluate,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and control the network and element resources to meet the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real-time, operational performance, and Quality of Service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requirements at a reasonable cost."</a:t>
              </a: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2" name="Rectangle 6"/>
            <p:cNvSpPr/>
            <p:nvPr/>
          </p:nvSpPr>
          <p:spPr>
            <a:xfrm>
              <a:off x="3066120" y="4123800"/>
              <a:ext cx="7148160" cy="2093400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graphicFrame>
          <p:nvGraphicFramePr>
            <p:cNvPr id="11003" name="Object 8"/>
            <p:cNvGraphicFramePr/>
            <p:nvPr/>
          </p:nvGraphicFramePr>
          <p:xfrm>
            <a:off x="1981800" y="4317480"/>
            <a:ext cx="1123560" cy="1599840"/>
          </p:xfrm>
          <a:graphic>
            <a:graphicData uri="http://schemas.openxmlformats.org/presentationml/2006/ole">
              <p:oleObj progId="MS_ClipArt_Gallery.2" r:id="rId1" spid="">
                <p:embed/>
                <p:pic>
                  <p:nvPicPr>
                    <p:cNvPr id="11004" name="Object 8"/>
                    <p:cNvPicPr/>
                    <p:nvPr/>
                  </p:nvPicPr>
                  <p:blipFill>
                    <a:blip r:embed="rId2"/>
                    <a:stretch/>
                  </p:blipFill>
                  <p:spPr>
                    <a:xfrm>
                      <a:off x="1981800" y="4317480"/>
                      <a:ext cx="1123560" cy="159984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850" dur="indefinite" restart="never" nodeType="tmRoot">
          <p:childTnLst>
            <p:seq>
              <p:cTn id="2851" dur="indefinite" nodeType="mainSeq">
                <p:childTnLst>
                  <p:par>
                    <p:cTn id="2852" fill="hold">
                      <p:stCondLst>
                        <p:cond delay="indefinite"/>
                      </p:stCondLst>
                      <p:childTnLst>
                        <p:par>
                          <p:cTn id="2853" fill="hold">
                            <p:stCondLst>
                              <p:cond delay="0"/>
                            </p:stCondLst>
                            <p:childTnLst>
                              <p:par>
                                <p:cTn id="285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56" dur="500"/>
                                        <p:tgtEl>
                                          <p:spTgt spid="1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5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Components of network management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006" name="PlaceHolder 2"/>
          <p:cNvSpPr>
            <a:spLocks noGrp="1"/>
          </p:cNvSpPr>
          <p:nvPr>
            <p:ph type="sldNum" idx="9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48F9019D-FCE0-4867-AAF7-D5C39E94CF70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7" name="Freeform 2"/>
          <p:cNvSpPr/>
          <p:nvPr/>
        </p:nvSpPr>
        <p:spPr>
          <a:xfrm rot="16383600">
            <a:off x="3968280" y="2925720"/>
            <a:ext cx="4057200" cy="2451960"/>
          </a:xfrm>
          <a:custGeom>
            <a:avLst/>
            <a:gdLst>
              <a:gd name="textAreaLeft" fmla="*/ 0 w 4057200"/>
              <a:gd name="textAreaRight" fmla="*/ 4057560 w 4057200"/>
              <a:gd name="textAreaTop" fmla="*/ 0 h 2451960"/>
              <a:gd name="textAreaBottom" fmla="*/ 2452320 h 2451960"/>
              <a:gd name="GluePoint1X" fmla="*/ 6 w 1794"/>
              <a:gd name="GluePoint1Y" fmla="*/ 483 h 933"/>
              <a:gd name="GluePoint2X" fmla="*/ 108 w 1794"/>
              <a:gd name="GluePoint2Y" fmla="*/ 125 h 933"/>
              <a:gd name="GluePoint3X" fmla="*/ 559 w 1794"/>
              <a:gd name="GluePoint3Y" fmla="*/ 100 h 933"/>
              <a:gd name="GluePoint4X" fmla="*/ 1128 w 1794"/>
              <a:gd name="GluePoint4Y" fmla="*/ 29 h 933"/>
              <a:gd name="GluePoint5X" fmla="*/ 1716 w 1794"/>
              <a:gd name="GluePoint5Y" fmla="*/ 275 h 933"/>
              <a:gd name="GluePoint6X" fmla="*/ 1596 w 1794"/>
              <a:gd name="GluePoint6Y" fmla="*/ 827 h 933"/>
              <a:gd name="GluePoint7X" fmla="*/ 1380 w 1794"/>
              <a:gd name="GluePoint7Y" fmla="*/ 911 h 933"/>
              <a:gd name="GluePoint8X" fmla="*/ 840 w 1794"/>
              <a:gd name="GluePoint8Y" fmla="*/ 929 h 933"/>
              <a:gd name="GluePoint9X" fmla="*/ 414 w 1794"/>
              <a:gd name="GluePoint9Y" fmla="*/ 911 h 933"/>
              <a:gd name="GluePoint10X" fmla="*/ 143 w 1794"/>
              <a:gd name="GluePoint10Y" fmla="*/ 832 h 933"/>
              <a:gd name="GluePoint11X" fmla="*/ 6 w 1794"/>
              <a:gd name="GluePoint11Y" fmla="*/ 483 h 9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8" name="Line 252"/>
          <p:cNvSpPr/>
          <p:nvPr/>
        </p:nvSpPr>
        <p:spPr>
          <a:xfrm flipV="1">
            <a:off x="6036480" y="3158280"/>
            <a:ext cx="338400" cy="104292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9" name="Line 254"/>
          <p:cNvSpPr/>
          <p:nvPr/>
        </p:nvSpPr>
        <p:spPr>
          <a:xfrm flipV="1">
            <a:off x="6267240" y="4112280"/>
            <a:ext cx="290160" cy="25164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0" name="Line 272"/>
          <p:cNvSpPr/>
          <p:nvPr/>
        </p:nvSpPr>
        <p:spPr>
          <a:xfrm>
            <a:off x="6270120" y="4602960"/>
            <a:ext cx="372960" cy="55404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1" name="Line 272"/>
          <p:cNvSpPr/>
          <p:nvPr/>
        </p:nvSpPr>
        <p:spPr>
          <a:xfrm>
            <a:off x="5461920" y="3653640"/>
            <a:ext cx="371520" cy="55404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2" name="Line 272"/>
          <p:cNvSpPr/>
          <p:nvPr/>
        </p:nvSpPr>
        <p:spPr>
          <a:xfrm flipH="1">
            <a:off x="5676120" y="4591800"/>
            <a:ext cx="309600" cy="102384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013" name="Group 354"/>
          <p:cNvGrpSpPr/>
          <p:nvPr/>
        </p:nvGrpSpPr>
        <p:grpSpPr>
          <a:xfrm>
            <a:off x="3983040" y="2809080"/>
            <a:ext cx="4519440" cy="3304080"/>
            <a:chOff x="3983040" y="2809080"/>
            <a:chExt cx="4519440" cy="3304080"/>
          </a:xfrm>
        </p:grpSpPr>
        <p:sp>
          <p:nvSpPr>
            <p:cNvPr id="11014" name="Text Box 333"/>
            <p:cNvSpPr/>
            <p:nvPr/>
          </p:nvSpPr>
          <p:spPr>
            <a:xfrm>
              <a:off x="3983040" y="5809320"/>
              <a:ext cx="14893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managed device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5" name="Text Box 338"/>
            <p:cNvSpPr/>
            <p:nvPr/>
          </p:nvSpPr>
          <p:spPr>
            <a:xfrm>
              <a:off x="6589080" y="5649480"/>
              <a:ext cx="166824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managed device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6" name="Text Box 339"/>
            <p:cNvSpPr/>
            <p:nvPr/>
          </p:nvSpPr>
          <p:spPr>
            <a:xfrm>
              <a:off x="6820200" y="2809080"/>
              <a:ext cx="14893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managed device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7" name="Text Box 340"/>
            <p:cNvSpPr/>
            <p:nvPr/>
          </p:nvSpPr>
          <p:spPr>
            <a:xfrm>
              <a:off x="6762240" y="4115880"/>
              <a:ext cx="174024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managed device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8" name="Text Box 338"/>
            <p:cNvSpPr/>
            <p:nvPr/>
          </p:nvSpPr>
          <p:spPr>
            <a:xfrm>
              <a:off x="4774320" y="4518360"/>
              <a:ext cx="174024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managed device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019" name="Group 906"/>
          <p:cNvGrpSpPr/>
          <p:nvPr/>
        </p:nvGrpSpPr>
        <p:grpSpPr>
          <a:xfrm>
            <a:off x="5091480" y="2760840"/>
            <a:ext cx="469440" cy="865080"/>
            <a:chOff x="5091480" y="2760840"/>
            <a:chExt cx="469440" cy="865080"/>
          </a:xfrm>
        </p:grpSpPr>
        <p:sp>
          <p:nvSpPr>
            <p:cNvPr id="11020" name="Freeform 907"/>
            <p:cNvSpPr/>
            <p:nvPr/>
          </p:nvSpPr>
          <p:spPr>
            <a:xfrm>
              <a:off x="5463360" y="2762280"/>
              <a:ext cx="92880" cy="825480"/>
            </a:xfrm>
            <a:custGeom>
              <a:avLst/>
              <a:gdLst>
                <a:gd name="textAreaLeft" fmla="*/ 0 w 92880"/>
                <a:gd name="textAreaRight" fmla="*/ 93240 w 92880"/>
                <a:gd name="textAreaTop" fmla="*/ 0 h 825480"/>
                <a:gd name="textAreaBottom" fmla="*/ 825840 h 825480"/>
                <a:gd name="GluePoint1X" fmla="*/ 21 w 354"/>
                <a:gd name="GluePoint1Y" fmla="*/ 0 h 2742"/>
                <a:gd name="GluePoint2X" fmla="*/ 116 w 354"/>
                <a:gd name="GluePoint2Y" fmla="*/ 137 h 2742"/>
                <a:gd name="GluePoint3X" fmla="*/ 114 w 354"/>
                <a:gd name="GluePoint3Y" fmla="*/ 1057 h 2742"/>
                <a:gd name="GluePoint4X" fmla="*/ 0 w 354"/>
                <a:gd name="GluePoint4Y" fmla="*/ 1105 h 2742"/>
                <a:gd name="GluePoint5X" fmla="*/ 21 w 354"/>
                <a:gd name="GluePoint5Y" fmla="*/ 0 h 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21" name="Rectangle 908"/>
            <p:cNvSpPr/>
            <p:nvPr/>
          </p:nvSpPr>
          <p:spPr>
            <a:xfrm>
              <a:off x="5114160" y="2760840"/>
              <a:ext cx="343440" cy="82476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22" name="Freeform 909"/>
            <p:cNvSpPr/>
            <p:nvPr/>
          </p:nvSpPr>
          <p:spPr>
            <a:xfrm>
              <a:off x="5480640" y="2811960"/>
              <a:ext cx="55440" cy="76356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763560"/>
                <a:gd name="textAreaBottom" fmla="*/ 763920 h 763560"/>
                <a:gd name="GluePoint1X" fmla="*/ 2 w 211"/>
                <a:gd name="GluePoint1Y" fmla="*/ 0 h 2537"/>
                <a:gd name="GluePoint2X" fmla="*/ 70 w 211"/>
                <a:gd name="GluePoint2Y" fmla="*/ 88 h 2537"/>
                <a:gd name="GluePoint3X" fmla="*/ 2 w 211"/>
                <a:gd name="GluePoint3Y" fmla="*/ 1007 h 2537"/>
                <a:gd name="GluePoint4X" fmla="*/ 2 w 211"/>
                <a:gd name="GluePoint4Y" fmla="*/ 0 h 2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23" name="Freeform 910"/>
            <p:cNvSpPr/>
            <p:nvPr/>
          </p:nvSpPr>
          <p:spPr>
            <a:xfrm>
              <a:off x="5468760" y="3198240"/>
              <a:ext cx="86400" cy="680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68040"/>
                <a:gd name="textAreaBottom" fmla="*/ 68400 h 68040"/>
                <a:gd name="GluePoint1X" fmla="*/ 2 w 328"/>
                <a:gd name="GluePoint1Y" fmla="*/ 0 h 226"/>
                <a:gd name="GluePoint2X" fmla="*/ 109 w 328"/>
                <a:gd name="GluePoint2Y" fmla="*/ 52 h 226"/>
                <a:gd name="GluePoint3X" fmla="*/ 108 w 328"/>
                <a:gd name="GluePoint3Y" fmla="*/ 92 h 226"/>
                <a:gd name="GluePoint4X" fmla="*/ 0 w 328"/>
                <a:gd name="GluePoint4Y" fmla="*/ 41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3400" rIns="90000" bIns="234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24" name="Rectangle 911"/>
            <p:cNvSpPr/>
            <p:nvPr/>
          </p:nvSpPr>
          <p:spPr>
            <a:xfrm>
              <a:off x="5115960" y="2855880"/>
              <a:ext cx="19476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25" name="Group 912"/>
            <p:cNvGrpSpPr/>
            <p:nvPr/>
          </p:nvGrpSpPr>
          <p:grpSpPr>
            <a:xfrm>
              <a:off x="5292720" y="2846160"/>
              <a:ext cx="190800" cy="47160"/>
              <a:chOff x="5292720" y="2846160"/>
              <a:chExt cx="190800" cy="47160"/>
            </a:xfrm>
          </p:grpSpPr>
          <p:sp>
            <p:nvSpPr>
              <p:cNvPr id="11026" name="AutoShape 913"/>
              <p:cNvSpPr/>
              <p:nvPr/>
            </p:nvSpPr>
            <p:spPr>
              <a:xfrm>
                <a:off x="5292720" y="2846160"/>
                <a:ext cx="190800" cy="471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1520" rIns="90000" bIns="-115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7" name="AutoShape 914"/>
              <p:cNvSpPr/>
              <p:nvPr/>
            </p:nvSpPr>
            <p:spPr>
              <a:xfrm>
                <a:off x="5297040" y="2853360"/>
                <a:ext cx="182520" cy="378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8000" rIns="90000" bIns="-18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28" name="Rectangle 915"/>
            <p:cNvSpPr/>
            <p:nvPr/>
          </p:nvSpPr>
          <p:spPr>
            <a:xfrm>
              <a:off x="5119920" y="2974320"/>
              <a:ext cx="19476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29" name="Group 916"/>
            <p:cNvGrpSpPr/>
            <p:nvPr/>
          </p:nvGrpSpPr>
          <p:grpSpPr>
            <a:xfrm>
              <a:off x="5290920" y="2964960"/>
              <a:ext cx="192600" cy="47160"/>
              <a:chOff x="5290920" y="2964960"/>
              <a:chExt cx="192600" cy="47160"/>
            </a:xfrm>
          </p:grpSpPr>
          <p:sp>
            <p:nvSpPr>
              <p:cNvPr id="11030" name="AutoShape 917"/>
              <p:cNvSpPr/>
              <p:nvPr/>
            </p:nvSpPr>
            <p:spPr>
              <a:xfrm>
                <a:off x="5290920" y="2964960"/>
                <a:ext cx="192600" cy="471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1520" rIns="90000" bIns="-115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31" name="AutoShape 918"/>
              <p:cNvSpPr/>
              <p:nvPr/>
            </p:nvSpPr>
            <p:spPr>
              <a:xfrm>
                <a:off x="5294880" y="2969640"/>
                <a:ext cx="184320" cy="374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8360" rIns="90000" bIns="-1836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32" name="Rectangle 919"/>
            <p:cNvSpPr/>
            <p:nvPr/>
          </p:nvSpPr>
          <p:spPr>
            <a:xfrm>
              <a:off x="5115960" y="3097440"/>
              <a:ext cx="19656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33" name="Rectangle 920"/>
            <p:cNvSpPr/>
            <p:nvPr/>
          </p:nvSpPr>
          <p:spPr>
            <a:xfrm>
              <a:off x="5119920" y="3204360"/>
              <a:ext cx="19656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34" name="Group 921"/>
            <p:cNvGrpSpPr/>
            <p:nvPr/>
          </p:nvGrpSpPr>
          <p:grpSpPr>
            <a:xfrm>
              <a:off x="5286960" y="3195000"/>
              <a:ext cx="192600" cy="54360"/>
              <a:chOff x="5286960" y="3195000"/>
              <a:chExt cx="192600" cy="54360"/>
            </a:xfrm>
          </p:grpSpPr>
          <p:sp>
            <p:nvSpPr>
              <p:cNvPr id="11035" name="AutoShape 922"/>
              <p:cNvSpPr/>
              <p:nvPr/>
            </p:nvSpPr>
            <p:spPr>
              <a:xfrm>
                <a:off x="5286960" y="3195000"/>
                <a:ext cx="192600" cy="543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6480" rIns="90000" bIns="-648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36" name="AutoShape 923"/>
              <p:cNvSpPr/>
              <p:nvPr/>
            </p:nvSpPr>
            <p:spPr>
              <a:xfrm>
                <a:off x="5290920" y="3201840"/>
                <a:ext cx="184680" cy="446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3320" rIns="90000" bIns="-133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37" name="Freeform 924"/>
            <p:cNvSpPr/>
            <p:nvPr/>
          </p:nvSpPr>
          <p:spPr>
            <a:xfrm>
              <a:off x="5469840" y="3094920"/>
              <a:ext cx="86400" cy="676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67680"/>
                <a:gd name="textAreaBottom" fmla="*/ 68040 h 67680"/>
                <a:gd name="GluePoint1X" fmla="*/ 2 w 328"/>
                <a:gd name="GluePoint1Y" fmla="*/ 0 h 226"/>
                <a:gd name="GluePoint2X" fmla="*/ 109 w 328"/>
                <a:gd name="GluePoint2Y" fmla="*/ 51 h 226"/>
                <a:gd name="GluePoint3X" fmla="*/ 108 w 328"/>
                <a:gd name="GluePoint3Y" fmla="*/ 90 h 226"/>
                <a:gd name="GluePoint4X" fmla="*/ 0 w 328"/>
                <a:gd name="GluePoint4Y" fmla="*/ 39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3040" rIns="90000" bIns="2304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38" name="Group 925"/>
            <p:cNvGrpSpPr/>
            <p:nvPr/>
          </p:nvGrpSpPr>
          <p:grpSpPr>
            <a:xfrm>
              <a:off x="5288760" y="3085560"/>
              <a:ext cx="188640" cy="49320"/>
              <a:chOff x="5288760" y="3085560"/>
              <a:chExt cx="188640" cy="49320"/>
            </a:xfrm>
          </p:grpSpPr>
          <p:sp>
            <p:nvSpPr>
              <p:cNvPr id="11039" name="AutoShape 926"/>
              <p:cNvSpPr/>
              <p:nvPr/>
            </p:nvSpPr>
            <p:spPr>
              <a:xfrm>
                <a:off x="5288760" y="3085560"/>
                <a:ext cx="188640" cy="49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0080" rIns="90000" bIns="-1008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0" name="AutoShape 927"/>
              <p:cNvSpPr/>
              <p:nvPr/>
            </p:nvSpPr>
            <p:spPr>
              <a:xfrm>
                <a:off x="5293080" y="3090240"/>
                <a:ext cx="182520" cy="374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8360" rIns="90000" bIns="-1836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41" name="Rectangle 928"/>
            <p:cNvSpPr/>
            <p:nvPr/>
          </p:nvSpPr>
          <p:spPr>
            <a:xfrm>
              <a:off x="5457240" y="2760840"/>
              <a:ext cx="21960" cy="82728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2" name="Freeform 929"/>
            <p:cNvSpPr/>
            <p:nvPr/>
          </p:nvSpPr>
          <p:spPr>
            <a:xfrm>
              <a:off x="5477760" y="2969640"/>
              <a:ext cx="77760" cy="766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6680"/>
                <a:gd name="textAreaBottom" fmla="*/ 77040 h 76680"/>
                <a:gd name="GluePoint1X" fmla="*/ 2 w 296"/>
                <a:gd name="GluePoint1Y" fmla="*/ 0 h 256"/>
                <a:gd name="GluePoint2X" fmla="*/ 96 w 296"/>
                <a:gd name="GluePoint2Y" fmla="*/ 57 h 256"/>
                <a:gd name="GluePoint3X" fmla="*/ 98 w 296"/>
                <a:gd name="GluePoint3Y" fmla="*/ 102 h 256"/>
                <a:gd name="GluePoint4X" fmla="*/ 0 w 296"/>
                <a:gd name="GluePoint4Y" fmla="*/ 39 h 256"/>
                <a:gd name="GluePoint5X" fmla="*/ 2 w 296"/>
                <a:gd name="GluePoint5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040" rIns="90000" bIns="3204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3" name="Freeform 930"/>
            <p:cNvSpPr/>
            <p:nvPr/>
          </p:nvSpPr>
          <p:spPr>
            <a:xfrm>
              <a:off x="5478840" y="2851560"/>
              <a:ext cx="79920" cy="8640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86400"/>
                <a:gd name="textAreaBottom" fmla="*/ 86760 h 86400"/>
                <a:gd name="GluePoint1X" fmla="*/ 0 w 304"/>
                <a:gd name="GluePoint1Y" fmla="*/ 0 h 288"/>
                <a:gd name="GluePoint2X" fmla="*/ 101 w 304"/>
                <a:gd name="GluePoint2Y" fmla="*/ 66 h 288"/>
                <a:gd name="GluePoint3X" fmla="*/ 95 w 304"/>
                <a:gd name="GluePoint3Y" fmla="*/ 116 h 288"/>
                <a:gd name="GluePoint4X" fmla="*/ 2 w 304"/>
                <a:gd name="GluePoint4Y" fmla="*/ 50 h 288"/>
                <a:gd name="GluePoint5X" fmla="*/ 0 w 304"/>
                <a:gd name="GluePoint5Y" fmla="*/ 0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1760" rIns="90000" bIns="4176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4" name="Oval 931"/>
            <p:cNvSpPr/>
            <p:nvPr/>
          </p:nvSpPr>
          <p:spPr>
            <a:xfrm>
              <a:off x="5545080" y="3548160"/>
              <a:ext cx="15840" cy="3492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0160" rIns="90000" bIns="-2016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5" name="Freeform 932"/>
            <p:cNvSpPr/>
            <p:nvPr/>
          </p:nvSpPr>
          <p:spPr>
            <a:xfrm>
              <a:off x="5474520" y="3550320"/>
              <a:ext cx="80280" cy="7200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72000"/>
                <a:gd name="textAreaBottom" fmla="*/ 72360 h 72000"/>
                <a:gd name="GluePoint1X" fmla="*/ 0 w 306"/>
                <a:gd name="GluePoint1Y" fmla="*/ 43 h 240"/>
                <a:gd name="GluePoint2X" fmla="*/ 2 w 306"/>
                <a:gd name="GluePoint2Y" fmla="*/ 97 h 240"/>
                <a:gd name="GluePoint3X" fmla="*/ 101 w 306"/>
                <a:gd name="GluePoint3Y" fmla="*/ 44 h 240"/>
                <a:gd name="GluePoint4X" fmla="*/ 98 w 306"/>
                <a:gd name="GluePoint4Y" fmla="*/ 0 h 240"/>
                <a:gd name="GluePoint5X" fmla="*/ 0 w 306"/>
                <a:gd name="GluePoint5Y" fmla="*/ 43 h 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7360" rIns="90000" bIns="2736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6" name="AutoShape 933"/>
            <p:cNvSpPr/>
            <p:nvPr/>
          </p:nvSpPr>
          <p:spPr>
            <a:xfrm>
              <a:off x="5091480" y="3574440"/>
              <a:ext cx="394200" cy="5148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8640" rIns="90000" bIns="-86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7" name="AutoShape 934"/>
            <p:cNvSpPr/>
            <p:nvPr/>
          </p:nvSpPr>
          <p:spPr>
            <a:xfrm>
              <a:off x="5114160" y="3585960"/>
              <a:ext cx="351360" cy="280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4840" rIns="90000" bIns="-24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8" name="Oval 935"/>
            <p:cNvSpPr/>
            <p:nvPr/>
          </p:nvSpPr>
          <p:spPr>
            <a:xfrm>
              <a:off x="5146560" y="3467520"/>
              <a:ext cx="52200" cy="4932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10080" rIns="90000" bIns="-1008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9" name="Oval 936"/>
            <p:cNvSpPr/>
            <p:nvPr/>
          </p:nvSpPr>
          <p:spPr>
            <a:xfrm>
              <a:off x="5205240" y="3467520"/>
              <a:ext cx="52200" cy="5148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8640" rIns="90000" bIns="-8640" anchor="ctr">
              <a:noAutofit/>
            </a:bodyPr>
            <a:p>
              <a:endParaRPr lang="en-US" sz="1600" b="0" u="none" strike="noStrik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0" name="Oval 937"/>
            <p:cNvSpPr/>
            <p:nvPr/>
          </p:nvSpPr>
          <p:spPr>
            <a:xfrm>
              <a:off x="5264280" y="3465360"/>
              <a:ext cx="50400" cy="514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8640" rIns="90000" bIns="-86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1" name="Rectangle 938"/>
            <p:cNvSpPr/>
            <p:nvPr/>
          </p:nvSpPr>
          <p:spPr>
            <a:xfrm>
              <a:off x="5394600" y="3268440"/>
              <a:ext cx="28080" cy="27468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052" name="Group 906"/>
          <p:cNvGrpSpPr/>
          <p:nvPr/>
        </p:nvGrpSpPr>
        <p:grpSpPr>
          <a:xfrm>
            <a:off x="6514560" y="5150880"/>
            <a:ext cx="366480" cy="579240"/>
            <a:chOff x="6514560" y="5150880"/>
            <a:chExt cx="366480" cy="579240"/>
          </a:xfrm>
        </p:grpSpPr>
        <p:sp>
          <p:nvSpPr>
            <p:cNvPr id="11053" name="Freeform 907"/>
            <p:cNvSpPr/>
            <p:nvPr/>
          </p:nvSpPr>
          <p:spPr>
            <a:xfrm>
              <a:off x="6805080" y="5151960"/>
              <a:ext cx="72360" cy="55260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552600"/>
                <a:gd name="textAreaBottom" fmla="*/ 552960 h 552600"/>
                <a:gd name="GluePoint1X" fmla="*/ 21 w 354"/>
                <a:gd name="GluePoint1Y" fmla="*/ 0 h 2742"/>
                <a:gd name="GluePoint2X" fmla="*/ 116 w 354"/>
                <a:gd name="GluePoint2Y" fmla="*/ 137 h 2742"/>
                <a:gd name="GluePoint3X" fmla="*/ 114 w 354"/>
                <a:gd name="GluePoint3Y" fmla="*/ 1057 h 2742"/>
                <a:gd name="GluePoint4X" fmla="*/ 0 w 354"/>
                <a:gd name="GluePoint4Y" fmla="*/ 1105 h 2742"/>
                <a:gd name="GluePoint5X" fmla="*/ 21 w 354"/>
                <a:gd name="GluePoint5Y" fmla="*/ 0 h 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4" name="Rectangle 908"/>
            <p:cNvSpPr/>
            <p:nvPr/>
          </p:nvSpPr>
          <p:spPr>
            <a:xfrm>
              <a:off x="6532200" y="5150880"/>
              <a:ext cx="268200" cy="55188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5" name="Freeform 909"/>
            <p:cNvSpPr/>
            <p:nvPr/>
          </p:nvSpPr>
          <p:spPr>
            <a:xfrm>
              <a:off x="6818400" y="5185080"/>
              <a:ext cx="43200" cy="5112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11200"/>
                <a:gd name="textAreaBottom" fmla="*/ 511560 h 511200"/>
                <a:gd name="GluePoint1X" fmla="*/ 2 w 211"/>
                <a:gd name="GluePoint1Y" fmla="*/ 0 h 2537"/>
                <a:gd name="GluePoint2X" fmla="*/ 70 w 211"/>
                <a:gd name="GluePoint2Y" fmla="*/ 88 h 2537"/>
                <a:gd name="GluePoint3X" fmla="*/ 2 w 211"/>
                <a:gd name="GluePoint3Y" fmla="*/ 1007 h 2537"/>
                <a:gd name="GluePoint4X" fmla="*/ 2 w 211"/>
                <a:gd name="GluePoint4Y" fmla="*/ 0 h 2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6" name="Freeform 910"/>
            <p:cNvSpPr/>
            <p:nvPr/>
          </p:nvSpPr>
          <p:spPr>
            <a:xfrm>
              <a:off x="6809040" y="5443560"/>
              <a:ext cx="67320" cy="4536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45360"/>
                <a:gd name="textAreaBottom" fmla="*/ 45720 h 45360"/>
                <a:gd name="GluePoint1X" fmla="*/ 2 w 328"/>
                <a:gd name="GluePoint1Y" fmla="*/ 0 h 226"/>
                <a:gd name="GluePoint2X" fmla="*/ 109 w 328"/>
                <a:gd name="GluePoint2Y" fmla="*/ 52 h 226"/>
                <a:gd name="GluePoint3X" fmla="*/ 108 w 328"/>
                <a:gd name="GluePoint3Y" fmla="*/ 92 h 226"/>
                <a:gd name="GluePoint4X" fmla="*/ 0 w 328"/>
                <a:gd name="GluePoint4Y" fmla="*/ 41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720" rIns="90000" bIns="72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7" name="Rectangle 911"/>
            <p:cNvSpPr/>
            <p:nvPr/>
          </p:nvSpPr>
          <p:spPr>
            <a:xfrm>
              <a:off x="6533640" y="5214600"/>
              <a:ext cx="15192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58" name="Group 912"/>
            <p:cNvGrpSpPr/>
            <p:nvPr/>
          </p:nvGrpSpPr>
          <p:grpSpPr>
            <a:xfrm>
              <a:off x="6671880" y="5207760"/>
              <a:ext cx="149040" cy="31320"/>
              <a:chOff x="6671880" y="5207760"/>
              <a:chExt cx="149040" cy="31320"/>
            </a:xfrm>
          </p:grpSpPr>
          <p:sp>
            <p:nvSpPr>
              <p:cNvPr id="11059" name="AutoShape 913"/>
              <p:cNvSpPr/>
              <p:nvPr/>
            </p:nvSpPr>
            <p:spPr>
              <a:xfrm>
                <a:off x="6671880" y="5207760"/>
                <a:ext cx="149040" cy="31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2320" rIns="90000" bIns="-223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60" name="AutoShape 914"/>
              <p:cNvSpPr/>
              <p:nvPr/>
            </p:nvSpPr>
            <p:spPr>
              <a:xfrm>
                <a:off x="6675120" y="5212800"/>
                <a:ext cx="142560" cy="252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7000" rIns="90000" bIns="-27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61" name="Rectangle 915"/>
            <p:cNvSpPr/>
            <p:nvPr/>
          </p:nvSpPr>
          <p:spPr>
            <a:xfrm>
              <a:off x="6536880" y="5293800"/>
              <a:ext cx="15192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62" name="Group 916"/>
            <p:cNvGrpSpPr/>
            <p:nvPr/>
          </p:nvGrpSpPr>
          <p:grpSpPr>
            <a:xfrm>
              <a:off x="6670080" y="5287320"/>
              <a:ext cx="150480" cy="31320"/>
              <a:chOff x="6670080" y="5287320"/>
              <a:chExt cx="150480" cy="31320"/>
            </a:xfrm>
          </p:grpSpPr>
          <p:sp>
            <p:nvSpPr>
              <p:cNvPr id="11063" name="AutoShape 917"/>
              <p:cNvSpPr/>
              <p:nvPr/>
            </p:nvSpPr>
            <p:spPr>
              <a:xfrm>
                <a:off x="6670080" y="5287320"/>
                <a:ext cx="150480" cy="31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2320" rIns="90000" bIns="-223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64" name="AutoShape 918"/>
              <p:cNvSpPr/>
              <p:nvPr/>
            </p:nvSpPr>
            <p:spPr>
              <a:xfrm>
                <a:off x="6673320" y="5290560"/>
                <a:ext cx="144000" cy="252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7000" rIns="90000" bIns="-27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65" name="Rectangle 919"/>
            <p:cNvSpPr/>
            <p:nvPr/>
          </p:nvSpPr>
          <p:spPr>
            <a:xfrm>
              <a:off x="6533640" y="5376240"/>
              <a:ext cx="15336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6" name="Rectangle 920"/>
            <p:cNvSpPr/>
            <p:nvPr/>
          </p:nvSpPr>
          <p:spPr>
            <a:xfrm>
              <a:off x="6536880" y="5447880"/>
              <a:ext cx="15336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67" name="Group 921"/>
            <p:cNvGrpSpPr/>
            <p:nvPr/>
          </p:nvGrpSpPr>
          <p:grpSpPr>
            <a:xfrm>
              <a:off x="6667200" y="5441400"/>
              <a:ext cx="150480" cy="36000"/>
              <a:chOff x="6667200" y="5441400"/>
              <a:chExt cx="150480" cy="36000"/>
            </a:xfrm>
          </p:grpSpPr>
          <p:sp>
            <p:nvSpPr>
              <p:cNvPr id="11068" name="AutoShape 922"/>
              <p:cNvSpPr/>
              <p:nvPr/>
            </p:nvSpPr>
            <p:spPr>
              <a:xfrm>
                <a:off x="6667200" y="5441400"/>
                <a:ext cx="150480" cy="360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9080" rIns="90000" bIns="-1908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69" name="AutoShape 923"/>
              <p:cNvSpPr/>
              <p:nvPr/>
            </p:nvSpPr>
            <p:spPr>
              <a:xfrm>
                <a:off x="6670080" y="5446080"/>
                <a:ext cx="144000" cy="2988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3760" rIns="90000" bIns="-2376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70" name="Freeform 924"/>
            <p:cNvSpPr/>
            <p:nvPr/>
          </p:nvSpPr>
          <p:spPr>
            <a:xfrm>
              <a:off x="6810120" y="5374440"/>
              <a:ext cx="67320" cy="4500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45000"/>
                <a:gd name="textAreaBottom" fmla="*/ 45360 h 45000"/>
                <a:gd name="GluePoint1X" fmla="*/ 2 w 328"/>
                <a:gd name="GluePoint1Y" fmla="*/ 0 h 226"/>
                <a:gd name="GluePoint2X" fmla="*/ 109 w 328"/>
                <a:gd name="GluePoint2Y" fmla="*/ 51 h 226"/>
                <a:gd name="GluePoint3X" fmla="*/ 108 w 328"/>
                <a:gd name="GluePoint3Y" fmla="*/ 90 h 226"/>
                <a:gd name="GluePoint4X" fmla="*/ 0 w 328"/>
                <a:gd name="GluePoint4Y" fmla="*/ 39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60" rIns="90000" bIns="36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71" name="Group 925"/>
            <p:cNvGrpSpPr/>
            <p:nvPr/>
          </p:nvGrpSpPr>
          <p:grpSpPr>
            <a:xfrm>
              <a:off x="6668640" y="5368320"/>
              <a:ext cx="147240" cy="33120"/>
              <a:chOff x="6668640" y="5368320"/>
              <a:chExt cx="147240" cy="33120"/>
            </a:xfrm>
          </p:grpSpPr>
          <p:sp>
            <p:nvSpPr>
              <p:cNvPr id="11072" name="AutoShape 926"/>
              <p:cNvSpPr/>
              <p:nvPr/>
            </p:nvSpPr>
            <p:spPr>
              <a:xfrm>
                <a:off x="6668640" y="5368320"/>
                <a:ext cx="147240" cy="33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1240" rIns="90000" bIns="-212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73" name="AutoShape 927"/>
              <p:cNvSpPr/>
              <p:nvPr/>
            </p:nvSpPr>
            <p:spPr>
              <a:xfrm>
                <a:off x="6671880" y="5371560"/>
                <a:ext cx="142560" cy="252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7000" rIns="90000" bIns="-27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74" name="Rectangle 928"/>
            <p:cNvSpPr/>
            <p:nvPr/>
          </p:nvSpPr>
          <p:spPr>
            <a:xfrm>
              <a:off x="6800400" y="5150880"/>
              <a:ext cx="17280" cy="55368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5" name="Freeform 929"/>
            <p:cNvSpPr/>
            <p:nvPr/>
          </p:nvSpPr>
          <p:spPr>
            <a:xfrm>
              <a:off x="6816240" y="5290560"/>
              <a:ext cx="60480" cy="5112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51120"/>
                <a:gd name="textAreaBottom" fmla="*/ 51480 h 51120"/>
                <a:gd name="GluePoint1X" fmla="*/ 2 w 296"/>
                <a:gd name="GluePoint1Y" fmla="*/ 0 h 256"/>
                <a:gd name="GluePoint2X" fmla="*/ 96 w 296"/>
                <a:gd name="GluePoint2Y" fmla="*/ 57 h 256"/>
                <a:gd name="GluePoint3X" fmla="*/ 98 w 296"/>
                <a:gd name="GluePoint3Y" fmla="*/ 102 h 256"/>
                <a:gd name="GluePoint4X" fmla="*/ 0 w 296"/>
                <a:gd name="GluePoint4Y" fmla="*/ 39 h 256"/>
                <a:gd name="GluePoint5X" fmla="*/ 2 w 296"/>
                <a:gd name="GluePoint5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6480" rIns="90000" bIns="648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6" name="Freeform 930"/>
            <p:cNvSpPr/>
            <p:nvPr/>
          </p:nvSpPr>
          <p:spPr>
            <a:xfrm>
              <a:off x="6816960" y="5211720"/>
              <a:ext cx="62280" cy="5760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7600"/>
                <a:gd name="textAreaBottom" fmla="*/ 57960 h 57600"/>
                <a:gd name="GluePoint1X" fmla="*/ 0 w 304"/>
                <a:gd name="GluePoint1Y" fmla="*/ 0 h 288"/>
                <a:gd name="GluePoint2X" fmla="*/ 101 w 304"/>
                <a:gd name="GluePoint2Y" fmla="*/ 66 h 288"/>
                <a:gd name="GluePoint3X" fmla="*/ 95 w 304"/>
                <a:gd name="GluePoint3Y" fmla="*/ 116 h 288"/>
                <a:gd name="GluePoint4X" fmla="*/ 2 w 304"/>
                <a:gd name="GluePoint4Y" fmla="*/ 50 h 288"/>
                <a:gd name="GluePoint5X" fmla="*/ 0 w 304"/>
                <a:gd name="GluePoint5Y" fmla="*/ 0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7" name="Oval 931"/>
            <p:cNvSpPr/>
            <p:nvPr/>
          </p:nvSpPr>
          <p:spPr>
            <a:xfrm>
              <a:off x="6868800" y="5677920"/>
              <a:ext cx="12240" cy="2340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080" rIns="90000" bIns="-2808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8" name="Freeform 932"/>
            <p:cNvSpPr/>
            <p:nvPr/>
          </p:nvSpPr>
          <p:spPr>
            <a:xfrm>
              <a:off x="6813720" y="5679360"/>
              <a:ext cx="62640" cy="478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47880"/>
                <a:gd name="textAreaBottom" fmla="*/ 48240 h 47880"/>
                <a:gd name="GluePoint1X" fmla="*/ 0 w 306"/>
                <a:gd name="GluePoint1Y" fmla="*/ 43 h 240"/>
                <a:gd name="GluePoint2X" fmla="*/ 2 w 306"/>
                <a:gd name="GluePoint2Y" fmla="*/ 97 h 240"/>
                <a:gd name="GluePoint3X" fmla="*/ 101 w 306"/>
                <a:gd name="GluePoint3Y" fmla="*/ 44 h 240"/>
                <a:gd name="GluePoint4X" fmla="*/ 98 w 306"/>
                <a:gd name="GluePoint4Y" fmla="*/ 0 h 240"/>
                <a:gd name="GluePoint5X" fmla="*/ 0 w 306"/>
                <a:gd name="GluePoint5Y" fmla="*/ 43 h 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40" rIns="90000" bIns="324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9" name="AutoShape 933"/>
            <p:cNvSpPr/>
            <p:nvPr/>
          </p:nvSpPr>
          <p:spPr>
            <a:xfrm>
              <a:off x="6514560" y="5695560"/>
              <a:ext cx="307800" cy="3456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0520" rIns="90000" bIns="-2052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0" name="AutoShape 934"/>
            <p:cNvSpPr/>
            <p:nvPr/>
          </p:nvSpPr>
          <p:spPr>
            <a:xfrm>
              <a:off x="6532200" y="5703120"/>
              <a:ext cx="274320" cy="1872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1320" rIns="90000" bIns="-3132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1" name="Oval 935"/>
            <p:cNvSpPr/>
            <p:nvPr/>
          </p:nvSpPr>
          <p:spPr>
            <a:xfrm>
              <a:off x="6557760" y="5623920"/>
              <a:ext cx="40680" cy="3312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1240" rIns="90000" bIns="-212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2" name="Oval 936"/>
            <p:cNvSpPr/>
            <p:nvPr/>
          </p:nvSpPr>
          <p:spPr>
            <a:xfrm>
              <a:off x="6603480" y="5623920"/>
              <a:ext cx="40680" cy="3456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0520" rIns="90000" bIns="-20520" anchor="ctr">
              <a:noAutofit/>
            </a:bodyPr>
            <a:p>
              <a:endParaRPr lang="en-US" sz="1600" b="0" u="none" strike="noStrik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3" name="Oval 937"/>
            <p:cNvSpPr/>
            <p:nvPr/>
          </p:nvSpPr>
          <p:spPr>
            <a:xfrm>
              <a:off x="6649560" y="5622480"/>
              <a:ext cx="39240" cy="3456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0520" rIns="90000" bIns="-2052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4" name="Rectangle 938"/>
            <p:cNvSpPr/>
            <p:nvPr/>
          </p:nvSpPr>
          <p:spPr>
            <a:xfrm>
              <a:off x="6751080" y="5490720"/>
              <a:ext cx="21600" cy="18360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085" name="Group 292"/>
          <p:cNvGrpSpPr/>
          <p:nvPr/>
        </p:nvGrpSpPr>
        <p:grpSpPr>
          <a:xfrm>
            <a:off x="5273280" y="5539320"/>
            <a:ext cx="682920" cy="378000"/>
            <a:chOff x="5273280" y="5539320"/>
            <a:chExt cx="682920" cy="378000"/>
          </a:xfrm>
        </p:grpSpPr>
        <p:sp>
          <p:nvSpPr>
            <p:cNvPr id="11086" name="Freeform 293"/>
            <p:cNvSpPr/>
            <p:nvPr/>
          </p:nvSpPr>
          <p:spPr>
            <a:xfrm>
              <a:off x="5273280" y="5670360"/>
              <a:ext cx="682920" cy="246960"/>
            </a:xfrm>
            <a:custGeom>
              <a:avLst/>
              <a:gdLst>
                <a:gd name="textAreaLeft" fmla="*/ 0 w 682920"/>
                <a:gd name="textAreaRight" fmla="*/ 683280 w 682920"/>
                <a:gd name="textAreaTop" fmla="*/ 0 h 246960"/>
                <a:gd name="textAreaBottom" fmla="*/ 247320 h 2469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7" name="Oval 294"/>
            <p:cNvSpPr/>
            <p:nvPr/>
          </p:nvSpPr>
          <p:spPr>
            <a:xfrm>
              <a:off x="5274000" y="5539320"/>
              <a:ext cx="681840" cy="2448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88" name="Group 295"/>
            <p:cNvGrpSpPr/>
            <p:nvPr/>
          </p:nvGrpSpPr>
          <p:grpSpPr>
            <a:xfrm>
              <a:off x="5374800" y="5570640"/>
              <a:ext cx="479880" cy="179280"/>
              <a:chOff x="5374800" y="5570640"/>
              <a:chExt cx="479880" cy="179280"/>
            </a:xfrm>
          </p:grpSpPr>
          <p:sp>
            <p:nvSpPr>
              <p:cNvPr id="11089" name="Freeform 296"/>
              <p:cNvSpPr/>
              <p:nvPr/>
            </p:nvSpPr>
            <p:spPr>
              <a:xfrm>
                <a:off x="5388120" y="5570640"/>
                <a:ext cx="453960" cy="100440"/>
              </a:xfrm>
              <a:custGeom>
                <a:avLst/>
                <a:gdLst>
                  <a:gd name="textAreaLeft" fmla="*/ 0 w 453960"/>
                  <a:gd name="textAreaRight" fmla="*/ 454320 w 453960"/>
                  <a:gd name="textAreaTop" fmla="*/ 0 h 100440"/>
                  <a:gd name="textAreaBottom" fmla="*/ 100800 h 10044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090" name="Freeform 297"/>
              <p:cNvSpPr/>
              <p:nvPr/>
            </p:nvSpPr>
            <p:spPr>
              <a:xfrm>
                <a:off x="5685480" y="5656680"/>
                <a:ext cx="169200" cy="86400"/>
              </a:xfrm>
              <a:custGeom>
                <a:avLst/>
                <a:gdLst>
                  <a:gd name="textAreaLeft" fmla="*/ 0 w 169200"/>
                  <a:gd name="textAreaRight" fmla="*/ 169560 w 169200"/>
                  <a:gd name="textAreaTop" fmla="*/ 0 h 86400"/>
                  <a:gd name="textAreaBottom" fmla="*/ 86760 h 864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1760" rIns="90000" bIns="417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091" name="Freeform 298"/>
              <p:cNvSpPr/>
              <p:nvPr/>
            </p:nvSpPr>
            <p:spPr>
              <a:xfrm>
                <a:off x="5374800" y="5656680"/>
                <a:ext cx="166320" cy="85320"/>
              </a:xfrm>
              <a:custGeom>
                <a:avLst/>
                <a:gdLst>
                  <a:gd name="textAreaLeft" fmla="*/ 0 w 166320"/>
                  <a:gd name="textAreaRight" fmla="*/ 166680 w 166320"/>
                  <a:gd name="textAreaTop" fmla="*/ 0 h 85320"/>
                  <a:gd name="textAreaBottom" fmla="*/ 85680 h 853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0680" rIns="90000" bIns="40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092" name="Freeform 299"/>
              <p:cNvSpPr/>
              <p:nvPr/>
            </p:nvSpPr>
            <p:spPr>
              <a:xfrm>
                <a:off x="5432400" y="5614200"/>
                <a:ext cx="361800" cy="13572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135720"/>
                  <a:gd name="textAreaBottom" fmla="*/ 136080 h 1357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11093" name="Straight Connector 326"/>
          <p:cNvCxnSpPr/>
          <p:nvPr/>
        </p:nvCxnSpPr>
        <p:spPr>
          <a:xfrm>
            <a:off x="7193520" y="4043160"/>
            <a:ext cx="46332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1094" name="Straight Connector 328"/>
          <p:cNvCxnSpPr/>
          <p:nvPr/>
        </p:nvCxnSpPr>
        <p:spPr>
          <a:xfrm>
            <a:off x="5792040" y="5919480"/>
            <a:ext cx="237960" cy="2379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grpSp>
        <p:nvGrpSpPr>
          <p:cNvPr id="11095" name="Group 353"/>
          <p:cNvGrpSpPr/>
          <p:nvPr/>
        </p:nvGrpSpPr>
        <p:grpSpPr>
          <a:xfrm>
            <a:off x="3623400" y="1917720"/>
            <a:ext cx="4834440" cy="3974040"/>
            <a:chOff x="3623400" y="1917720"/>
            <a:chExt cx="4834440" cy="3974040"/>
          </a:xfrm>
        </p:grpSpPr>
        <p:grpSp>
          <p:nvGrpSpPr>
            <p:cNvPr id="11096" name="Group 352"/>
            <p:cNvGrpSpPr/>
            <p:nvPr/>
          </p:nvGrpSpPr>
          <p:grpSpPr>
            <a:xfrm>
              <a:off x="6599880" y="1917720"/>
              <a:ext cx="1614600" cy="1104120"/>
              <a:chOff x="6599880" y="1917720"/>
              <a:chExt cx="1614600" cy="1104120"/>
            </a:xfrm>
          </p:grpSpPr>
          <p:sp>
            <p:nvSpPr>
              <p:cNvPr id="11097" name="Freeform 300"/>
              <p:cNvSpPr/>
              <p:nvPr/>
            </p:nvSpPr>
            <p:spPr>
              <a:xfrm>
                <a:off x="6599880" y="2131560"/>
                <a:ext cx="1614600" cy="890280"/>
              </a:xfrm>
              <a:custGeom>
                <a:avLst/>
                <a:gdLst>
                  <a:gd name="textAreaLeft" fmla="*/ 0 w 1614600"/>
                  <a:gd name="textAreaRight" fmla="*/ 1614960 w 1614600"/>
                  <a:gd name="textAreaTop" fmla="*/ 0 h 890280"/>
                  <a:gd name="textAreaBottom" fmla="*/ 890640 h 890280"/>
                  <a:gd name="GluePoint1X" fmla="*/ 0 w 1615044"/>
                  <a:gd name="GluePoint1Y" fmla="*/ 641268 h 890650"/>
                  <a:gd name="GluePoint2X" fmla="*/ 285007 w 1615044"/>
                  <a:gd name="GluePoint2Y" fmla="*/ 0 h 890650"/>
                  <a:gd name="GluePoint3X" fmla="*/ 1615044 w 1615044"/>
                  <a:gd name="GluePoint3Y" fmla="*/ 83128 h 890650"/>
                  <a:gd name="GluePoint4X" fmla="*/ 166254 w 1615044"/>
                  <a:gd name="GluePoint4Y" fmla="*/ 890650 h 890650"/>
                  <a:gd name="GluePoint5X" fmla="*/ 0 w 1615044"/>
                  <a:gd name="GluePoint5Y" fmla="*/ 641268 h 8906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615044" h="890650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72000"/>
                    </a:srgbClr>
                  </a:gs>
                  <a:gs pos="99000">
                    <a:srgbClr val="F2F2F2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098" name="Oval 306"/>
              <p:cNvSpPr/>
              <p:nvPr/>
            </p:nvSpPr>
            <p:spPr>
              <a:xfrm>
                <a:off x="6893280" y="191772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99" name="Text Box 302"/>
              <p:cNvSpPr/>
              <p:nvPr/>
            </p:nvSpPr>
            <p:spPr>
              <a:xfrm>
                <a:off x="6925680" y="203868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100" name="Group 267"/>
              <p:cNvGrpSpPr/>
              <p:nvPr/>
            </p:nvGrpSpPr>
            <p:grpSpPr>
              <a:xfrm>
                <a:off x="7524720" y="2012760"/>
                <a:ext cx="527760" cy="344160"/>
                <a:chOff x="7524720" y="2012760"/>
                <a:chExt cx="527760" cy="344160"/>
              </a:xfrm>
            </p:grpSpPr>
            <p:sp>
              <p:nvSpPr>
                <p:cNvPr id="11101" name="Can 266"/>
                <p:cNvSpPr/>
                <p:nvPr/>
              </p:nvSpPr>
              <p:spPr>
                <a:xfrm>
                  <a:off x="7573680" y="201276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102" name="Text Box 305"/>
                <p:cNvSpPr/>
                <p:nvPr/>
              </p:nvSpPr>
              <p:spPr>
                <a:xfrm>
                  <a:off x="7524720" y="203796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103" name="Group 350"/>
            <p:cNvGrpSpPr/>
            <p:nvPr/>
          </p:nvGrpSpPr>
          <p:grpSpPr>
            <a:xfrm>
              <a:off x="6752160" y="4789800"/>
              <a:ext cx="1646280" cy="913680"/>
              <a:chOff x="6752160" y="4789800"/>
              <a:chExt cx="1646280" cy="913680"/>
            </a:xfrm>
          </p:grpSpPr>
          <p:sp>
            <p:nvSpPr>
              <p:cNvPr id="11104" name="Freeform 311"/>
              <p:cNvSpPr/>
              <p:nvPr/>
            </p:nvSpPr>
            <p:spPr>
              <a:xfrm>
                <a:off x="6752160" y="5003280"/>
                <a:ext cx="1294200" cy="700200"/>
              </a:xfrm>
              <a:custGeom>
                <a:avLst/>
                <a:gdLst>
                  <a:gd name="textAreaLeft" fmla="*/ 0 w 1294200"/>
                  <a:gd name="textAreaRight" fmla="*/ 1294560 w 1294200"/>
                  <a:gd name="textAreaTop" fmla="*/ 0 h 700200"/>
                  <a:gd name="textAreaBottom" fmla="*/ 700560 h 700200"/>
                  <a:gd name="GluePoint1X" fmla="*/ 59377 w 1294411"/>
                  <a:gd name="GluePoint1Y" fmla="*/ 463138 h 700645"/>
                  <a:gd name="GluePoint2X" fmla="*/ 344384 w 1294411"/>
                  <a:gd name="GluePoint2Y" fmla="*/ 0 h 700645"/>
                  <a:gd name="GluePoint3X" fmla="*/ 1294411 w 1294411"/>
                  <a:gd name="GluePoint3Y" fmla="*/ 296884 h 700645"/>
                  <a:gd name="GluePoint4X" fmla="*/ 0 w 1294411"/>
                  <a:gd name="GluePoint4Y" fmla="*/ 700645 h 700645"/>
                  <a:gd name="GluePoint5X" fmla="*/ 59377 w 1294411"/>
                  <a:gd name="GluePoint5Y" fmla="*/ 463138 h 7006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294411" h="700645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9D9D9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05" name="Oval 306"/>
              <p:cNvSpPr/>
              <p:nvPr/>
            </p:nvSpPr>
            <p:spPr>
              <a:xfrm>
                <a:off x="7104960" y="478980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06" name="Text Box 302"/>
              <p:cNvSpPr/>
              <p:nvPr/>
            </p:nvSpPr>
            <p:spPr>
              <a:xfrm>
                <a:off x="7137720" y="491076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107" name="Group 314"/>
              <p:cNvGrpSpPr/>
              <p:nvPr/>
            </p:nvGrpSpPr>
            <p:grpSpPr>
              <a:xfrm>
                <a:off x="7736400" y="4884480"/>
                <a:ext cx="527760" cy="344160"/>
                <a:chOff x="7736400" y="4884480"/>
                <a:chExt cx="527760" cy="344160"/>
              </a:xfrm>
            </p:grpSpPr>
            <p:sp>
              <p:nvSpPr>
                <p:cNvPr id="11108" name="Can 315"/>
                <p:cNvSpPr/>
                <p:nvPr/>
              </p:nvSpPr>
              <p:spPr>
                <a:xfrm>
                  <a:off x="7785360" y="488448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109" name="Text Box 305"/>
                <p:cNvSpPr/>
                <p:nvPr/>
              </p:nvSpPr>
              <p:spPr>
                <a:xfrm>
                  <a:off x="7736400" y="490968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110" name="Group 349"/>
            <p:cNvGrpSpPr/>
            <p:nvPr/>
          </p:nvGrpSpPr>
          <p:grpSpPr>
            <a:xfrm>
              <a:off x="3623400" y="5108400"/>
              <a:ext cx="1784520" cy="783360"/>
              <a:chOff x="3623400" y="5108400"/>
              <a:chExt cx="1784520" cy="783360"/>
            </a:xfrm>
          </p:grpSpPr>
          <p:sp>
            <p:nvSpPr>
              <p:cNvPr id="11111" name="Freeform 318"/>
              <p:cNvSpPr/>
              <p:nvPr/>
            </p:nvSpPr>
            <p:spPr>
              <a:xfrm flipH="1">
                <a:off x="4019040" y="5239080"/>
                <a:ext cx="1388880" cy="652680"/>
              </a:xfrm>
              <a:custGeom>
                <a:avLst/>
                <a:gdLst>
                  <a:gd name="textAreaLeft" fmla="*/ 360 w 1388880"/>
                  <a:gd name="textAreaRight" fmla="*/ 1389600 w 1388880"/>
                  <a:gd name="textAreaTop" fmla="*/ 0 h 652680"/>
                  <a:gd name="textAreaBottom" fmla="*/ 653040 h 652680"/>
                  <a:gd name="GluePoint1X" fmla="*/ 59377 w 1389414"/>
                  <a:gd name="GluePoint1Y" fmla="*/ 415637 h 653144"/>
                  <a:gd name="GluePoint2X" fmla="*/ 605641 w 1389414"/>
                  <a:gd name="GluePoint2Y" fmla="*/ 0 h 653144"/>
                  <a:gd name="GluePoint3X" fmla="*/ 1389414 w 1389414"/>
                  <a:gd name="GluePoint3Y" fmla="*/ 391887 h 653144"/>
                  <a:gd name="GluePoint4X" fmla="*/ 0 w 1389414"/>
                  <a:gd name="GluePoint4Y" fmla="*/ 653144 h 653144"/>
                  <a:gd name="GluePoint5X" fmla="*/ 59377 w 1389414"/>
                  <a:gd name="GluePoint5Y" fmla="*/ 415637 h 65314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89414" h="65314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56000"/>
                    </a:srgbClr>
                  </a:gs>
                  <a:gs pos="100000">
                    <a:srgbClr val="D9D9D9"/>
                  </a:gs>
                </a:gsLst>
                <a:lin ang="108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12" name="Oval 306"/>
              <p:cNvSpPr/>
              <p:nvPr/>
            </p:nvSpPr>
            <p:spPr>
              <a:xfrm>
                <a:off x="3623400" y="510840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13" name="Text Box 302"/>
              <p:cNvSpPr/>
              <p:nvPr/>
            </p:nvSpPr>
            <p:spPr>
              <a:xfrm>
                <a:off x="3656160" y="522936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114" name="Group 321"/>
              <p:cNvGrpSpPr/>
              <p:nvPr/>
            </p:nvGrpSpPr>
            <p:grpSpPr>
              <a:xfrm>
                <a:off x="4254840" y="5203440"/>
                <a:ext cx="527760" cy="344160"/>
                <a:chOff x="4254840" y="5203440"/>
                <a:chExt cx="527760" cy="344160"/>
              </a:xfrm>
            </p:grpSpPr>
            <p:sp>
              <p:nvSpPr>
                <p:cNvPr id="11115" name="Can 322"/>
                <p:cNvSpPr/>
                <p:nvPr/>
              </p:nvSpPr>
              <p:spPr>
                <a:xfrm>
                  <a:off x="4303800" y="520344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116" name="Text Box 305"/>
                <p:cNvSpPr/>
                <p:nvPr/>
              </p:nvSpPr>
              <p:spPr>
                <a:xfrm>
                  <a:off x="4254840" y="522828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117" name="Group 351"/>
            <p:cNvGrpSpPr/>
            <p:nvPr/>
          </p:nvGrpSpPr>
          <p:grpSpPr>
            <a:xfrm>
              <a:off x="6918480" y="3352680"/>
              <a:ext cx="1539360" cy="830880"/>
              <a:chOff x="6918480" y="3352680"/>
              <a:chExt cx="1539360" cy="830880"/>
            </a:xfrm>
          </p:grpSpPr>
          <p:sp>
            <p:nvSpPr>
              <p:cNvPr id="11118" name="Freeform 303"/>
              <p:cNvSpPr/>
              <p:nvPr/>
            </p:nvSpPr>
            <p:spPr>
              <a:xfrm>
                <a:off x="6918480" y="3627720"/>
                <a:ext cx="1222920" cy="555840"/>
              </a:xfrm>
              <a:custGeom>
                <a:avLst/>
                <a:gdLst>
                  <a:gd name="textAreaLeft" fmla="*/ 0 w 1222920"/>
                  <a:gd name="textAreaRight" fmla="*/ 1223280 w 1222920"/>
                  <a:gd name="textAreaTop" fmla="*/ 0 h 555840"/>
                  <a:gd name="textAreaBottom" fmla="*/ 556200 h 555840"/>
                  <a:gd name="GluePoint1X" fmla="*/ 0 w 1223159"/>
                  <a:gd name="GluePoint1Y" fmla="*/ 641268 h 890650"/>
                  <a:gd name="GluePoint2X" fmla="*/ 285007 w 1223159"/>
                  <a:gd name="GluePoint2Y" fmla="*/ 0 h 890650"/>
                  <a:gd name="GluePoint3X" fmla="*/ 1223159 w 1223159"/>
                  <a:gd name="GluePoint3Y" fmla="*/ 368389 h 890650"/>
                  <a:gd name="GluePoint4X" fmla="*/ 166254 w 1223159"/>
                  <a:gd name="GluePoint4Y" fmla="*/ 890650 h 890650"/>
                  <a:gd name="GluePoint5X" fmla="*/ 0 w 1223159"/>
                  <a:gd name="GluePoint5Y" fmla="*/ 641268 h 8906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223159" h="890650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D9D9D9">
                      <a:alpha val="73000"/>
                    </a:srgbClr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19" name="Oval 306"/>
              <p:cNvSpPr/>
              <p:nvPr/>
            </p:nvSpPr>
            <p:spPr>
              <a:xfrm>
                <a:off x="7164360" y="335268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20" name="Text Box 302"/>
              <p:cNvSpPr/>
              <p:nvPr/>
            </p:nvSpPr>
            <p:spPr>
              <a:xfrm>
                <a:off x="7197120" y="347364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121" name="Group 306"/>
              <p:cNvGrpSpPr/>
              <p:nvPr/>
            </p:nvGrpSpPr>
            <p:grpSpPr>
              <a:xfrm>
                <a:off x="7795800" y="3447720"/>
                <a:ext cx="527760" cy="344160"/>
                <a:chOff x="7795800" y="3447720"/>
                <a:chExt cx="527760" cy="344160"/>
              </a:xfrm>
            </p:grpSpPr>
            <p:sp>
              <p:nvSpPr>
                <p:cNvPr id="11122" name="Can 307"/>
                <p:cNvSpPr/>
                <p:nvPr/>
              </p:nvSpPr>
              <p:spPr>
                <a:xfrm>
                  <a:off x="7844760" y="344772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123" name="Text Box 305"/>
                <p:cNvSpPr/>
                <p:nvPr/>
              </p:nvSpPr>
              <p:spPr>
                <a:xfrm>
                  <a:off x="7795800" y="347292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124" name="Group 329"/>
            <p:cNvGrpSpPr/>
            <p:nvPr/>
          </p:nvGrpSpPr>
          <p:grpSpPr>
            <a:xfrm>
              <a:off x="3906720" y="3823920"/>
              <a:ext cx="1754640" cy="783000"/>
              <a:chOff x="3906720" y="3823920"/>
              <a:chExt cx="1754640" cy="783000"/>
            </a:xfrm>
          </p:grpSpPr>
          <p:sp>
            <p:nvSpPr>
              <p:cNvPr id="11125" name="Freeform 330"/>
              <p:cNvSpPr/>
              <p:nvPr/>
            </p:nvSpPr>
            <p:spPr>
              <a:xfrm flipH="1">
                <a:off x="4835520" y="4096800"/>
                <a:ext cx="825480" cy="510120"/>
              </a:xfrm>
              <a:custGeom>
                <a:avLst/>
                <a:gdLst>
                  <a:gd name="textAreaLeft" fmla="*/ -360 w 825480"/>
                  <a:gd name="textAreaRight" fmla="*/ 825480 w 825480"/>
                  <a:gd name="textAreaTop" fmla="*/ 0 h 510120"/>
                  <a:gd name="textAreaBottom" fmla="*/ 510480 h 510120"/>
                  <a:gd name="GluePoint1X" fmla="*/ 5589 w 825687"/>
                  <a:gd name="GluePoint1Y" fmla="*/ 331811 h 510640"/>
                  <a:gd name="GluePoint2X" fmla="*/ 481300 w 825687"/>
                  <a:gd name="GluePoint2Y" fmla="*/ 0 h 510640"/>
                  <a:gd name="GluePoint3X" fmla="*/ 825687 w 825687"/>
                  <a:gd name="GluePoint3Y" fmla="*/ 261258 h 510640"/>
                  <a:gd name="GluePoint4X" fmla="*/ 0 w 825687"/>
                  <a:gd name="GluePoint4Y" fmla="*/ 510640 h 510640"/>
                  <a:gd name="GluePoint5X" fmla="*/ 5589 w 825687"/>
                  <a:gd name="GluePoint5Y" fmla="*/ 331811 h 5106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825687" h="510640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51000"/>
                    </a:srgbClr>
                  </a:gs>
                  <a:gs pos="100000">
                    <a:srgbClr val="D9D9D9"/>
                  </a:gs>
                </a:gsLst>
                <a:lin ang="108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26" name="Oval 306"/>
              <p:cNvSpPr/>
              <p:nvPr/>
            </p:nvSpPr>
            <p:spPr>
              <a:xfrm>
                <a:off x="3906720" y="382392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27" name="Text Box 302"/>
              <p:cNvSpPr/>
              <p:nvPr/>
            </p:nvSpPr>
            <p:spPr>
              <a:xfrm>
                <a:off x="3939120" y="394488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128" name="Group 333"/>
              <p:cNvGrpSpPr/>
              <p:nvPr/>
            </p:nvGrpSpPr>
            <p:grpSpPr>
              <a:xfrm>
                <a:off x="4538160" y="3918960"/>
                <a:ext cx="527760" cy="344160"/>
                <a:chOff x="4538160" y="3918960"/>
                <a:chExt cx="527760" cy="344160"/>
              </a:xfrm>
            </p:grpSpPr>
            <p:sp>
              <p:nvSpPr>
                <p:cNvPr id="11129" name="Can 334"/>
                <p:cNvSpPr/>
                <p:nvPr/>
              </p:nvSpPr>
              <p:spPr>
                <a:xfrm>
                  <a:off x="4586760" y="391896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130" name="Text Box 305"/>
                <p:cNvSpPr/>
                <p:nvPr/>
              </p:nvSpPr>
              <p:spPr>
                <a:xfrm>
                  <a:off x="4538160" y="394380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11131" name="Group 276"/>
          <p:cNvGrpSpPr/>
          <p:nvPr/>
        </p:nvGrpSpPr>
        <p:grpSpPr>
          <a:xfrm>
            <a:off x="5649840" y="4178880"/>
            <a:ext cx="735840" cy="422280"/>
            <a:chOff x="5649840" y="4178880"/>
            <a:chExt cx="735840" cy="422280"/>
          </a:xfrm>
        </p:grpSpPr>
        <p:sp>
          <p:nvSpPr>
            <p:cNvPr id="11132" name="Rectangle 277"/>
            <p:cNvSpPr/>
            <p:nvPr/>
          </p:nvSpPr>
          <p:spPr>
            <a:xfrm>
              <a:off x="5649840" y="4431240"/>
              <a:ext cx="733320" cy="169920"/>
            </a:xfrm>
            <a:prstGeom prst="rect">
              <a:avLst/>
            </a:pr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133" name="Freeform 278"/>
            <p:cNvSpPr/>
            <p:nvPr/>
          </p:nvSpPr>
          <p:spPr>
            <a:xfrm>
              <a:off x="5651640" y="4178880"/>
              <a:ext cx="734040" cy="258120"/>
            </a:xfrm>
            <a:custGeom>
              <a:avLst/>
              <a:gdLst>
                <a:gd name="textAreaLeft" fmla="*/ 0 w 734040"/>
                <a:gd name="textAreaRight" fmla="*/ 734400 w 734040"/>
                <a:gd name="textAreaTop" fmla="*/ 0 h 258120"/>
                <a:gd name="textAreaBottom" fmla="*/ 258480 h 258120"/>
                <a:gd name="GluePoint1X" fmla="*/ 0 w 3783724"/>
                <a:gd name="GluePoint1Y" fmla="*/ 1313793 h 1324303"/>
                <a:gd name="GluePoint2X" fmla="*/ 0 w 3783724"/>
                <a:gd name="GluePoint2Y" fmla="*/ 1313793 h 1324303"/>
                <a:gd name="GluePoint3X" fmla="*/ 252248 w 3783724"/>
                <a:gd name="GluePoint3Y" fmla="*/ 0 h 1324303"/>
                <a:gd name="GluePoint4X" fmla="*/ 3415862 w 3783724"/>
                <a:gd name="GluePoint4Y" fmla="*/ 21020 h 1324303"/>
                <a:gd name="GluePoint5X" fmla="*/ 3783724 w 3783724"/>
                <a:gd name="GluePoint5Y" fmla="*/ 1324303 h 1324303"/>
                <a:gd name="GluePoint6X" fmla="*/ 0 w 3783724"/>
                <a:gd name="GluePoint6Y" fmla="*/ 1313793 h 13243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1134" name="Group 279"/>
            <p:cNvGrpSpPr/>
            <p:nvPr/>
          </p:nvGrpSpPr>
          <p:grpSpPr>
            <a:xfrm>
              <a:off x="5702760" y="4209120"/>
              <a:ext cx="621000" cy="207720"/>
              <a:chOff x="5702760" y="4209120"/>
              <a:chExt cx="621000" cy="207720"/>
            </a:xfrm>
          </p:grpSpPr>
          <p:sp>
            <p:nvSpPr>
              <p:cNvPr id="11135" name="Freeform 280"/>
              <p:cNvSpPr/>
              <p:nvPr/>
            </p:nvSpPr>
            <p:spPr>
              <a:xfrm>
                <a:off x="5720040" y="4209120"/>
                <a:ext cx="587520" cy="116280"/>
              </a:xfrm>
              <a:custGeom>
                <a:avLst/>
                <a:gdLst>
                  <a:gd name="textAreaLeft" fmla="*/ 0 w 587520"/>
                  <a:gd name="textAreaRight" fmla="*/ 587880 w 587520"/>
                  <a:gd name="textAreaTop" fmla="*/ 0 h 116280"/>
                  <a:gd name="textAreaBottom" fmla="*/ 116640 h 11628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36" name="Freeform 281"/>
              <p:cNvSpPr/>
              <p:nvPr/>
            </p:nvSpPr>
            <p:spPr>
              <a:xfrm>
                <a:off x="6104520" y="4308840"/>
                <a:ext cx="219240" cy="10008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00080"/>
                  <a:gd name="textAreaBottom" fmla="*/ 100440 h 10008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37" name="Freeform 282"/>
              <p:cNvSpPr/>
              <p:nvPr/>
            </p:nvSpPr>
            <p:spPr>
              <a:xfrm>
                <a:off x="5702760" y="4308840"/>
                <a:ext cx="215280" cy="98640"/>
              </a:xfrm>
              <a:custGeom>
                <a:avLst/>
                <a:gdLst>
                  <a:gd name="textAreaLeft" fmla="*/ 0 w 215280"/>
                  <a:gd name="textAreaRight" fmla="*/ 215640 w 215280"/>
                  <a:gd name="textAreaTop" fmla="*/ 0 h 98640"/>
                  <a:gd name="textAreaBottom" fmla="*/ 99000 h 9864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38" name="Freeform 283"/>
              <p:cNvSpPr/>
              <p:nvPr/>
            </p:nvSpPr>
            <p:spPr>
              <a:xfrm>
                <a:off x="5777640" y="4259880"/>
                <a:ext cx="468360" cy="156960"/>
              </a:xfrm>
              <a:custGeom>
                <a:avLst/>
                <a:gdLst>
                  <a:gd name="textAreaLeft" fmla="*/ 0 w 468360"/>
                  <a:gd name="textAreaRight" fmla="*/ 468720 w 468360"/>
                  <a:gd name="textAreaTop" fmla="*/ 0 h 156960"/>
                  <a:gd name="textAreaBottom" fmla="*/ 157320 h 15696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1139" name="Group 345"/>
          <p:cNvGrpSpPr/>
          <p:nvPr/>
        </p:nvGrpSpPr>
        <p:grpSpPr>
          <a:xfrm>
            <a:off x="2739240" y="2226240"/>
            <a:ext cx="2435400" cy="1272960"/>
            <a:chOff x="2739240" y="2226240"/>
            <a:chExt cx="2435400" cy="1272960"/>
          </a:xfrm>
        </p:grpSpPr>
        <p:sp>
          <p:nvSpPr>
            <p:cNvPr id="11140" name="Freeform 337"/>
            <p:cNvSpPr/>
            <p:nvPr/>
          </p:nvSpPr>
          <p:spPr>
            <a:xfrm flipH="1">
              <a:off x="3389040" y="2670120"/>
              <a:ext cx="1785600" cy="829080"/>
            </a:xfrm>
            <a:custGeom>
              <a:avLst/>
              <a:gdLst>
                <a:gd name="textAreaLeft" fmla="*/ 360 w 1785600"/>
                <a:gd name="textAreaRight" fmla="*/ 1786320 w 1785600"/>
                <a:gd name="textAreaTop" fmla="*/ 0 h 829080"/>
                <a:gd name="textAreaBottom" fmla="*/ 829440 h 829080"/>
                <a:gd name="GluePoint1X" fmla="*/ 81411 w 1786022"/>
                <a:gd name="GluePoint1Y" fmla="*/ 393603 h 829414"/>
                <a:gd name="GluePoint2X" fmla="*/ 429371 w 1786022"/>
                <a:gd name="GluePoint2Y" fmla="*/ 0 h 829414"/>
                <a:gd name="GluePoint3X" fmla="*/ 1786022 w 1786022"/>
                <a:gd name="GluePoint3Y" fmla="*/ 325786 h 829414"/>
                <a:gd name="GluePoint4X" fmla="*/ 0 w 1786022"/>
                <a:gd name="GluePoint4Y" fmla="*/ 829414 h 829414"/>
                <a:gd name="GluePoint5X" fmla="*/ 81411 w 1786022"/>
                <a:gd name="GluePoint5Y" fmla="*/ 393603 h 8294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86022" h="829414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56000"/>
                  </a:srgbClr>
                </a:gs>
                <a:gs pos="100000">
                  <a:srgbClr val="D9D9D9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141" name="Oval 280"/>
            <p:cNvSpPr/>
            <p:nvPr/>
          </p:nvSpPr>
          <p:spPr>
            <a:xfrm>
              <a:off x="2739240" y="2226240"/>
              <a:ext cx="2047680" cy="77148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>
                  <a:lumMod val="65000"/>
                  <a:lumOff val="3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2" name="Text Box 276"/>
            <p:cNvSpPr/>
            <p:nvPr/>
          </p:nvSpPr>
          <p:spPr>
            <a:xfrm>
              <a:off x="2792880" y="2312280"/>
              <a:ext cx="1978200" cy="55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managing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server/controller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43" name="Group 340"/>
            <p:cNvGrpSpPr/>
            <p:nvPr/>
          </p:nvGrpSpPr>
          <p:grpSpPr>
            <a:xfrm>
              <a:off x="2936880" y="2788920"/>
              <a:ext cx="820080" cy="394920"/>
              <a:chOff x="2936880" y="2788920"/>
              <a:chExt cx="820080" cy="394920"/>
            </a:xfrm>
          </p:grpSpPr>
          <p:sp>
            <p:nvSpPr>
              <p:cNvPr id="11144" name="Can 341"/>
              <p:cNvSpPr/>
              <p:nvPr/>
            </p:nvSpPr>
            <p:spPr>
              <a:xfrm>
                <a:off x="2936880" y="2788920"/>
                <a:ext cx="820080" cy="39492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E7E6E6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45" name="Text Box 305"/>
              <p:cNvSpPr/>
              <p:nvPr/>
            </p:nvSpPr>
            <p:spPr>
              <a:xfrm>
                <a:off x="3063240" y="2861640"/>
                <a:ext cx="53928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A8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146" name="TextBox 343"/>
          <p:cNvSpPr/>
          <p:nvPr/>
        </p:nvSpPr>
        <p:spPr>
          <a:xfrm>
            <a:off x="440640" y="1905840"/>
            <a:ext cx="2786760" cy="17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Managing server: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application, typically with network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managers (humans) in the loop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7" name="TextBox 346"/>
          <p:cNvSpPr/>
          <p:nvPr/>
        </p:nvSpPr>
        <p:spPr>
          <a:xfrm>
            <a:off x="8615160" y="1619640"/>
            <a:ext cx="3337920" cy="16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Managed device: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equipment with manageable, configurable hardware, software components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8" name="TextBox 347"/>
          <p:cNvSpPr/>
          <p:nvPr/>
        </p:nvSpPr>
        <p:spPr>
          <a:xfrm>
            <a:off x="9066960" y="3095640"/>
            <a:ext cx="2423520" cy="22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Data: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device “state” configuration data, operational data, device statistics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49" name="Group 284"/>
          <p:cNvGrpSpPr/>
          <p:nvPr/>
        </p:nvGrpSpPr>
        <p:grpSpPr>
          <a:xfrm>
            <a:off x="6498720" y="3831120"/>
            <a:ext cx="682920" cy="378000"/>
            <a:chOff x="6498720" y="3831120"/>
            <a:chExt cx="682920" cy="378000"/>
          </a:xfrm>
        </p:grpSpPr>
        <p:sp>
          <p:nvSpPr>
            <p:cNvPr id="11150" name="Freeform 285"/>
            <p:cNvSpPr/>
            <p:nvPr/>
          </p:nvSpPr>
          <p:spPr>
            <a:xfrm>
              <a:off x="6498720" y="3962160"/>
              <a:ext cx="682920" cy="246960"/>
            </a:xfrm>
            <a:custGeom>
              <a:avLst/>
              <a:gdLst>
                <a:gd name="textAreaLeft" fmla="*/ 0 w 682920"/>
                <a:gd name="textAreaRight" fmla="*/ 683280 w 682920"/>
                <a:gd name="textAreaTop" fmla="*/ 0 h 246960"/>
                <a:gd name="textAreaBottom" fmla="*/ 247320 h 2469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51" name="Oval 286"/>
            <p:cNvSpPr/>
            <p:nvPr/>
          </p:nvSpPr>
          <p:spPr>
            <a:xfrm>
              <a:off x="6499080" y="3831120"/>
              <a:ext cx="681840" cy="2448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52" name="Group 287"/>
            <p:cNvGrpSpPr/>
            <p:nvPr/>
          </p:nvGrpSpPr>
          <p:grpSpPr>
            <a:xfrm>
              <a:off x="6599880" y="3862440"/>
              <a:ext cx="479880" cy="179640"/>
              <a:chOff x="6599880" y="3862440"/>
              <a:chExt cx="479880" cy="179640"/>
            </a:xfrm>
          </p:grpSpPr>
          <p:sp>
            <p:nvSpPr>
              <p:cNvPr id="11153" name="Freeform 288"/>
              <p:cNvSpPr/>
              <p:nvPr/>
            </p:nvSpPr>
            <p:spPr>
              <a:xfrm>
                <a:off x="6613200" y="3862440"/>
                <a:ext cx="453960" cy="100440"/>
              </a:xfrm>
              <a:custGeom>
                <a:avLst/>
                <a:gdLst>
                  <a:gd name="textAreaLeft" fmla="*/ 0 w 453960"/>
                  <a:gd name="textAreaRight" fmla="*/ 454320 w 453960"/>
                  <a:gd name="textAreaTop" fmla="*/ 0 h 100440"/>
                  <a:gd name="textAreaBottom" fmla="*/ 100800 h 10044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54" name="Freeform 289"/>
              <p:cNvSpPr/>
              <p:nvPr/>
            </p:nvSpPr>
            <p:spPr>
              <a:xfrm>
                <a:off x="6910560" y="3948480"/>
                <a:ext cx="169200" cy="86400"/>
              </a:xfrm>
              <a:custGeom>
                <a:avLst/>
                <a:gdLst>
                  <a:gd name="textAreaLeft" fmla="*/ 0 w 169200"/>
                  <a:gd name="textAreaRight" fmla="*/ 169560 w 169200"/>
                  <a:gd name="textAreaTop" fmla="*/ 0 h 86400"/>
                  <a:gd name="textAreaBottom" fmla="*/ 86760 h 864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1760" rIns="90000" bIns="417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55" name="Freeform 290"/>
              <p:cNvSpPr/>
              <p:nvPr/>
            </p:nvSpPr>
            <p:spPr>
              <a:xfrm>
                <a:off x="6599880" y="3948480"/>
                <a:ext cx="166320" cy="85320"/>
              </a:xfrm>
              <a:custGeom>
                <a:avLst/>
                <a:gdLst>
                  <a:gd name="textAreaLeft" fmla="*/ 0 w 166320"/>
                  <a:gd name="textAreaRight" fmla="*/ 166680 w 166320"/>
                  <a:gd name="textAreaTop" fmla="*/ 0 h 85320"/>
                  <a:gd name="textAreaBottom" fmla="*/ 85680 h 853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0680" rIns="90000" bIns="40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156" name="Freeform 291"/>
              <p:cNvSpPr/>
              <p:nvPr/>
            </p:nvSpPr>
            <p:spPr>
              <a:xfrm>
                <a:off x="6657840" y="3906360"/>
                <a:ext cx="361800" cy="13572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135720"/>
                  <a:gd name="textAreaBottom" fmla="*/ 136080 h 1357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1157" name="Group 44"/>
          <p:cNvGrpSpPr/>
          <p:nvPr/>
        </p:nvGrpSpPr>
        <p:grpSpPr>
          <a:xfrm>
            <a:off x="5979960" y="2571120"/>
            <a:ext cx="902880" cy="726840"/>
            <a:chOff x="5979960" y="2571120"/>
            <a:chExt cx="902880" cy="726840"/>
          </a:xfrm>
        </p:grpSpPr>
        <p:pic>
          <p:nvPicPr>
            <p:cNvPr id="11158" name="Picture 45" descr="desktop_computer_stylized_medium"/>
            <p:cNvPicPr/>
            <p:nvPr/>
          </p:nvPicPr>
          <p:blipFill>
            <a:blip r:embed="rId1"/>
            <a:stretch/>
          </p:blipFill>
          <p:spPr>
            <a:xfrm flipH="1">
              <a:off x="5979960" y="2571120"/>
              <a:ext cx="902880" cy="726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159" name="Freeform 46"/>
            <p:cNvSpPr/>
            <p:nvPr/>
          </p:nvSpPr>
          <p:spPr>
            <a:xfrm flipH="1">
              <a:off x="6363720" y="2640960"/>
              <a:ext cx="438840" cy="332640"/>
            </a:xfrm>
            <a:custGeom>
              <a:avLst/>
              <a:gdLst>
                <a:gd name="textAreaLeft" fmla="*/ -360 w 438840"/>
                <a:gd name="textAreaRight" fmla="*/ 438840 w 438840"/>
                <a:gd name="textAreaTop" fmla="*/ 0 h 332640"/>
                <a:gd name="textAreaBottom" fmla="*/ 333000 h 332640"/>
                <a:gd name="GluePoint1X" fmla="*/ 0 w 356"/>
                <a:gd name="GluePoint1Y" fmla="*/ 0 h 368"/>
                <a:gd name="GluePoint2X" fmla="*/ 1296 w 356"/>
                <a:gd name="GluePoint2Y" fmla="*/ 69 h 368"/>
                <a:gd name="GluePoint3X" fmla="*/ 1537 w 356"/>
                <a:gd name="GluePoint3Y" fmla="*/ 1447 h 368"/>
                <a:gd name="GluePoint4X" fmla="*/ 339 w 356"/>
                <a:gd name="GluePoint4Y" fmla="*/ 1810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60" name="Group 374"/>
          <p:cNvGrpSpPr/>
          <p:nvPr/>
        </p:nvGrpSpPr>
        <p:grpSpPr>
          <a:xfrm>
            <a:off x="440640" y="2159280"/>
            <a:ext cx="6861600" cy="4309200"/>
            <a:chOff x="440640" y="2159280"/>
            <a:chExt cx="6861600" cy="4309200"/>
          </a:xfrm>
        </p:grpSpPr>
        <p:sp>
          <p:nvSpPr>
            <p:cNvPr id="11161" name="TextBox 348"/>
            <p:cNvSpPr/>
            <p:nvPr/>
          </p:nvSpPr>
          <p:spPr>
            <a:xfrm>
              <a:off x="440640" y="3745800"/>
              <a:ext cx="2930040" cy="272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400" b="0" u="none" strike="noStrike">
                  <a:solidFill>
                    <a:srgbClr val="C00000"/>
                  </a:solidFill>
                  <a:effectLst/>
                  <a:uFillTx/>
                  <a:latin typeface="Calibri"/>
                </a:rPr>
                <a:t>Network management protocol: 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used by managing server to query, configure, manage device; used by devices to inform managing server of data, events.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62" name="Group 373"/>
            <p:cNvGrpSpPr/>
            <p:nvPr/>
          </p:nvGrpSpPr>
          <p:grpSpPr>
            <a:xfrm>
              <a:off x="3831120" y="2159280"/>
              <a:ext cx="3471120" cy="2974320"/>
              <a:chOff x="3831120" y="2159280"/>
              <a:chExt cx="3471120" cy="2974320"/>
            </a:xfrm>
          </p:grpSpPr>
          <p:cxnSp>
            <p:nvCxnSpPr>
              <p:cNvPr id="11163" name="Straight Arrow Connector 356"/>
              <p:cNvCxnSpPr/>
              <p:nvPr/>
            </p:nvCxnSpPr>
            <p:spPr>
              <a:xfrm>
                <a:off x="3833640" y="3012840"/>
                <a:ext cx="360" cy="2121120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len="med" type="triangle" w="med"/>
                <a:tailEnd len="med" type="triangle" w="med"/>
              </a:ln>
            </p:spPr>
          </p:cxnSp>
          <p:cxnSp>
            <p:nvCxnSpPr>
              <p:cNvPr id="11164" name="Straight Arrow Connector 358"/>
              <p:cNvCxnSpPr/>
              <p:nvPr/>
            </p:nvCxnSpPr>
            <p:spPr>
              <a:xfrm>
                <a:off x="3831120" y="3020040"/>
                <a:ext cx="3471480" cy="1856880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len="med" type="triangle" w="med"/>
                <a:tailEnd len="med" type="triangle" w="med"/>
              </a:ln>
            </p:spPr>
          </p:cxnSp>
          <p:cxnSp>
            <p:nvCxnSpPr>
              <p:cNvPr id="11165" name="Straight Arrow Connector 360"/>
              <p:cNvCxnSpPr/>
              <p:nvPr/>
            </p:nvCxnSpPr>
            <p:spPr>
              <a:xfrm>
                <a:off x="3831120" y="3026520"/>
                <a:ext cx="3295080" cy="600120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len="med" type="triangle" w="med"/>
                <a:tailEnd len="med" type="triangle" w="med"/>
              </a:ln>
            </p:spPr>
          </p:cxnSp>
          <p:cxnSp>
            <p:nvCxnSpPr>
              <p:cNvPr id="11166" name="Straight Arrow Connector 364"/>
              <p:cNvCxnSpPr/>
              <p:nvPr/>
            </p:nvCxnSpPr>
            <p:spPr>
              <a:xfrm flipV="1">
                <a:off x="3840840" y="2159280"/>
                <a:ext cx="3085200" cy="861120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len="med" type="triangle" w="med"/>
                <a:tailEnd len="med" type="triangle" w="med"/>
              </a:ln>
            </p:spPr>
          </p:cxnSp>
          <p:cxnSp>
            <p:nvCxnSpPr>
              <p:cNvPr id="11167" name="Straight Arrow Connector 366"/>
              <p:cNvCxnSpPr/>
              <p:nvPr/>
            </p:nvCxnSpPr>
            <p:spPr>
              <a:xfrm>
                <a:off x="3834360" y="3023280"/>
                <a:ext cx="458640" cy="838440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len="med" type="triangle" w="med"/>
                <a:tailEnd len="med" type="triangle" w="med"/>
              </a:ln>
            </p:spPr>
          </p:cxnSp>
        </p:grp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857" dur="indefinite" restart="never" nodeType="tmRoot">
          <p:childTnLst>
            <p:seq>
              <p:cTn id="2858" dur="indefinite" nodeType="mainSeq">
                <p:childTnLst>
                  <p:par>
                    <p:cTn id="2859" fill="hold">
                      <p:stCondLst>
                        <p:cond delay="indefinite"/>
                      </p:stCondLst>
                      <p:childTnLst>
                        <p:par>
                          <p:cTn id="2860" fill="hold">
                            <p:stCondLst>
                              <p:cond delay="0"/>
                            </p:stCondLst>
                            <p:childTnLst>
                              <p:par>
                                <p:cTn id="2861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863" dur="500"/>
                                        <p:tgtEl>
                                          <p:spTgt spid="1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4" fill="hold">
                            <p:stCondLst>
                              <p:cond delay="500"/>
                            </p:stCondLst>
                            <p:childTnLst>
                              <p:par>
                                <p:cTn id="2865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67" dur="500"/>
                                        <p:tgtEl>
                                          <p:spTgt spid="1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8" fill="hold">
                      <p:stCondLst>
                        <p:cond delay="indefinite"/>
                      </p:stCondLst>
                      <p:childTnLst>
                        <p:par>
                          <p:cTn id="2869" fill="hold">
                            <p:stCondLst>
                              <p:cond delay="0"/>
                            </p:stCondLst>
                            <p:childTnLst>
                              <p:par>
                                <p:cTn id="287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72" dur="1000"/>
                                        <p:tgtEl>
                                          <p:spTgt spid="1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75" dur="1000"/>
                                        <p:tgtEl>
                                          <p:spTgt spid="1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78" dur="1000"/>
                                        <p:tgtEl>
                                          <p:spTgt spid="1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9" fill="hold">
                      <p:stCondLst>
                        <p:cond delay="indefinite"/>
                      </p:stCondLst>
                      <p:childTnLst>
                        <p:par>
                          <p:cTn id="2880" fill="hold">
                            <p:stCondLst>
                              <p:cond delay="0"/>
                            </p:stCondLst>
                            <p:childTnLst>
                              <p:par>
                                <p:cTn id="288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83" dur="1000"/>
                                        <p:tgtEl>
                                          <p:spTgt spid="1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4" fill="hold">
                      <p:stCondLst>
                        <p:cond delay="indefinite"/>
                      </p:stCondLst>
                      <p:childTnLst>
                        <p:par>
                          <p:cTn id="2885" fill="hold">
                            <p:stCondLst>
                              <p:cond delay="0"/>
                            </p:stCondLst>
                            <p:childTnLst>
                              <p:par>
                                <p:cTn id="288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88" dur="1000"/>
                                        <p:tgtEl>
                                          <p:spTgt spid="1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8" name="PlaceHolder 1"/>
          <p:cNvSpPr>
            <a:spLocks noGrp="1"/>
          </p:cNvSpPr>
          <p:nvPr>
            <p:ph type="title"/>
          </p:nvPr>
        </p:nvSpPr>
        <p:spPr>
          <a:xfrm>
            <a:off x="717120" y="3416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operator approaches to management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169" name="PlaceHolder 2"/>
          <p:cNvSpPr>
            <a:spLocks noGrp="1"/>
          </p:cNvSpPr>
          <p:nvPr>
            <p:ph type="sldNum" idx="9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8F7884B2-847A-408A-925A-A96CD67CD090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107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0" name="Freeform 2"/>
          <p:cNvSpPr/>
          <p:nvPr/>
        </p:nvSpPr>
        <p:spPr>
          <a:xfrm rot="16383600">
            <a:off x="7427520" y="2947680"/>
            <a:ext cx="4057200" cy="2451960"/>
          </a:xfrm>
          <a:custGeom>
            <a:avLst/>
            <a:gdLst>
              <a:gd name="textAreaLeft" fmla="*/ 0 w 4057200"/>
              <a:gd name="textAreaRight" fmla="*/ 4057560 w 4057200"/>
              <a:gd name="textAreaTop" fmla="*/ 0 h 2451960"/>
              <a:gd name="textAreaBottom" fmla="*/ 2452320 h 2451960"/>
              <a:gd name="GluePoint1X" fmla="*/ 6 w 1794"/>
              <a:gd name="GluePoint1Y" fmla="*/ 483 h 933"/>
              <a:gd name="GluePoint2X" fmla="*/ 108 w 1794"/>
              <a:gd name="GluePoint2Y" fmla="*/ 125 h 933"/>
              <a:gd name="GluePoint3X" fmla="*/ 559 w 1794"/>
              <a:gd name="GluePoint3Y" fmla="*/ 100 h 933"/>
              <a:gd name="GluePoint4X" fmla="*/ 1128 w 1794"/>
              <a:gd name="GluePoint4Y" fmla="*/ 29 h 933"/>
              <a:gd name="GluePoint5X" fmla="*/ 1716 w 1794"/>
              <a:gd name="GluePoint5Y" fmla="*/ 275 h 933"/>
              <a:gd name="GluePoint6X" fmla="*/ 1596 w 1794"/>
              <a:gd name="GluePoint6Y" fmla="*/ 827 h 933"/>
              <a:gd name="GluePoint7X" fmla="*/ 1380 w 1794"/>
              <a:gd name="GluePoint7Y" fmla="*/ 911 h 933"/>
              <a:gd name="GluePoint8X" fmla="*/ 840 w 1794"/>
              <a:gd name="GluePoint8Y" fmla="*/ 929 h 933"/>
              <a:gd name="GluePoint9X" fmla="*/ 414 w 1794"/>
              <a:gd name="GluePoint9Y" fmla="*/ 911 h 933"/>
              <a:gd name="GluePoint10X" fmla="*/ 143 w 1794"/>
              <a:gd name="GluePoint10Y" fmla="*/ 832 h 933"/>
              <a:gd name="GluePoint11X" fmla="*/ 6 w 1794"/>
              <a:gd name="GluePoint11Y" fmla="*/ 483 h 9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1" name="Line 252"/>
          <p:cNvSpPr/>
          <p:nvPr/>
        </p:nvSpPr>
        <p:spPr>
          <a:xfrm flipV="1">
            <a:off x="9496080" y="3180240"/>
            <a:ext cx="338040" cy="104328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2" name="Line 254"/>
          <p:cNvSpPr/>
          <p:nvPr/>
        </p:nvSpPr>
        <p:spPr>
          <a:xfrm flipV="1">
            <a:off x="9726480" y="4134600"/>
            <a:ext cx="290160" cy="25128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3" name="Line 272"/>
          <p:cNvSpPr/>
          <p:nvPr/>
        </p:nvSpPr>
        <p:spPr>
          <a:xfrm>
            <a:off x="9729360" y="4624920"/>
            <a:ext cx="372960" cy="55404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4" name="Line 272"/>
          <p:cNvSpPr/>
          <p:nvPr/>
        </p:nvSpPr>
        <p:spPr>
          <a:xfrm>
            <a:off x="8921160" y="3675600"/>
            <a:ext cx="371520" cy="55404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5" name="Line 272"/>
          <p:cNvSpPr/>
          <p:nvPr/>
        </p:nvSpPr>
        <p:spPr>
          <a:xfrm flipH="1">
            <a:off x="9135720" y="4613760"/>
            <a:ext cx="309240" cy="10242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76" name="Group 354"/>
          <p:cNvGrpSpPr/>
          <p:nvPr/>
        </p:nvGrpSpPr>
        <p:grpSpPr>
          <a:xfrm>
            <a:off x="7442280" y="2831040"/>
            <a:ext cx="4519440" cy="3304080"/>
            <a:chOff x="7442280" y="2831040"/>
            <a:chExt cx="4519440" cy="3304080"/>
          </a:xfrm>
        </p:grpSpPr>
        <p:sp>
          <p:nvSpPr>
            <p:cNvPr id="11177" name="Text Box 333"/>
            <p:cNvSpPr/>
            <p:nvPr/>
          </p:nvSpPr>
          <p:spPr>
            <a:xfrm>
              <a:off x="7442280" y="5831280"/>
              <a:ext cx="14893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managed device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78" name="Text Box 338"/>
            <p:cNvSpPr/>
            <p:nvPr/>
          </p:nvSpPr>
          <p:spPr>
            <a:xfrm>
              <a:off x="10048680" y="5671440"/>
              <a:ext cx="166824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managed device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79" name="Text Box 339"/>
            <p:cNvSpPr/>
            <p:nvPr/>
          </p:nvSpPr>
          <p:spPr>
            <a:xfrm>
              <a:off x="10279440" y="2831040"/>
              <a:ext cx="14893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managed device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0" name="Text Box 340"/>
            <p:cNvSpPr/>
            <p:nvPr/>
          </p:nvSpPr>
          <p:spPr>
            <a:xfrm>
              <a:off x="10221480" y="4137840"/>
              <a:ext cx="174024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managed device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1" name="Text Box 338"/>
            <p:cNvSpPr/>
            <p:nvPr/>
          </p:nvSpPr>
          <p:spPr>
            <a:xfrm>
              <a:off x="8233560" y="4540320"/>
              <a:ext cx="174024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managed device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82" name="Group 906"/>
          <p:cNvGrpSpPr/>
          <p:nvPr/>
        </p:nvGrpSpPr>
        <p:grpSpPr>
          <a:xfrm>
            <a:off x="8551080" y="2782800"/>
            <a:ext cx="469080" cy="865080"/>
            <a:chOff x="8551080" y="2782800"/>
            <a:chExt cx="469080" cy="865080"/>
          </a:xfrm>
        </p:grpSpPr>
        <p:sp>
          <p:nvSpPr>
            <p:cNvPr id="11183" name="Freeform 907"/>
            <p:cNvSpPr/>
            <p:nvPr/>
          </p:nvSpPr>
          <p:spPr>
            <a:xfrm>
              <a:off x="8922600" y="2784600"/>
              <a:ext cx="92880" cy="825480"/>
            </a:xfrm>
            <a:custGeom>
              <a:avLst/>
              <a:gdLst>
                <a:gd name="textAreaLeft" fmla="*/ 0 w 92880"/>
                <a:gd name="textAreaRight" fmla="*/ 93240 w 92880"/>
                <a:gd name="textAreaTop" fmla="*/ 0 h 825480"/>
                <a:gd name="textAreaBottom" fmla="*/ 825840 h 825480"/>
                <a:gd name="GluePoint1X" fmla="*/ 21 w 354"/>
                <a:gd name="GluePoint1Y" fmla="*/ 0 h 2742"/>
                <a:gd name="GluePoint2X" fmla="*/ 116 w 354"/>
                <a:gd name="GluePoint2Y" fmla="*/ 137 h 2742"/>
                <a:gd name="GluePoint3X" fmla="*/ 114 w 354"/>
                <a:gd name="GluePoint3Y" fmla="*/ 1057 h 2742"/>
                <a:gd name="GluePoint4X" fmla="*/ 0 w 354"/>
                <a:gd name="GluePoint4Y" fmla="*/ 1105 h 2742"/>
                <a:gd name="GluePoint5X" fmla="*/ 21 w 354"/>
                <a:gd name="GluePoint5Y" fmla="*/ 0 h 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4" name="Rectangle 908"/>
            <p:cNvSpPr/>
            <p:nvPr/>
          </p:nvSpPr>
          <p:spPr>
            <a:xfrm>
              <a:off x="8573400" y="2782800"/>
              <a:ext cx="343440" cy="82476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5" name="Freeform 909"/>
            <p:cNvSpPr/>
            <p:nvPr/>
          </p:nvSpPr>
          <p:spPr>
            <a:xfrm>
              <a:off x="8940240" y="2833920"/>
              <a:ext cx="55440" cy="76356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763560"/>
                <a:gd name="textAreaBottom" fmla="*/ 763920 h 763560"/>
                <a:gd name="GluePoint1X" fmla="*/ 2 w 211"/>
                <a:gd name="GluePoint1Y" fmla="*/ 0 h 2537"/>
                <a:gd name="GluePoint2X" fmla="*/ 70 w 211"/>
                <a:gd name="GluePoint2Y" fmla="*/ 88 h 2537"/>
                <a:gd name="GluePoint3X" fmla="*/ 2 w 211"/>
                <a:gd name="GluePoint3Y" fmla="*/ 1007 h 2537"/>
                <a:gd name="GluePoint4X" fmla="*/ 2 w 211"/>
                <a:gd name="GluePoint4Y" fmla="*/ 0 h 2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6" name="Freeform 910"/>
            <p:cNvSpPr/>
            <p:nvPr/>
          </p:nvSpPr>
          <p:spPr>
            <a:xfrm>
              <a:off x="8928000" y="3220560"/>
              <a:ext cx="86400" cy="680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68040"/>
                <a:gd name="textAreaBottom" fmla="*/ 68400 h 68040"/>
                <a:gd name="GluePoint1X" fmla="*/ 2 w 328"/>
                <a:gd name="GluePoint1Y" fmla="*/ 0 h 226"/>
                <a:gd name="GluePoint2X" fmla="*/ 109 w 328"/>
                <a:gd name="GluePoint2Y" fmla="*/ 52 h 226"/>
                <a:gd name="GluePoint3X" fmla="*/ 108 w 328"/>
                <a:gd name="GluePoint3Y" fmla="*/ 92 h 226"/>
                <a:gd name="GluePoint4X" fmla="*/ 0 w 328"/>
                <a:gd name="GluePoint4Y" fmla="*/ 41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3400" rIns="90000" bIns="234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7" name="Rectangle 911"/>
            <p:cNvSpPr/>
            <p:nvPr/>
          </p:nvSpPr>
          <p:spPr>
            <a:xfrm>
              <a:off x="8575200" y="2877840"/>
              <a:ext cx="19476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88" name="Group 912"/>
            <p:cNvGrpSpPr/>
            <p:nvPr/>
          </p:nvGrpSpPr>
          <p:grpSpPr>
            <a:xfrm>
              <a:off x="8751960" y="2868120"/>
              <a:ext cx="190800" cy="47160"/>
              <a:chOff x="8751960" y="2868120"/>
              <a:chExt cx="190800" cy="47160"/>
            </a:xfrm>
          </p:grpSpPr>
          <p:sp>
            <p:nvSpPr>
              <p:cNvPr id="11189" name="AutoShape 913"/>
              <p:cNvSpPr/>
              <p:nvPr/>
            </p:nvSpPr>
            <p:spPr>
              <a:xfrm>
                <a:off x="8751960" y="2868120"/>
                <a:ext cx="190800" cy="471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1520" rIns="90000" bIns="-115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90" name="AutoShape 914"/>
              <p:cNvSpPr/>
              <p:nvPr/>
            </p:nvSpPr>
            <p:spPr>
              <a:xfrm>
                <a:off x="8756280" y="2875320"/>
                <a:ext cx="182520" cy="378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8000" rIns="90000" bIns="-18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91" name="Rectangle 915"/>
            <p:cNvSpPr/>
            <p:nvPr/>
          </p:nvSpPr>
          <p:spPr>
            <a:xfrm>
              <a:off x="8579160" y="2996280"/>
              <a:ext cx="19476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92" name="Group 916"/>
            <p:cNvGrpSpPr/>
            <p:nvPr/>
          </p:nvGrpSpPr>
          <p:grpSpPr>
            <a:xfrm>
              <a:off x="8750160" y="2986920"/>
              <a:ext cx="192600" cy="47160"/>
              <a:chOff x="8750160" y="2986920"/>
              <a:chExt cx="192600" cy="47160"/>
            </a:xfrm>
          </p:grpSpPr>
          <p:sp>
            <p:nvSpPr>
              <p:cNvPr id="11193" name="AutoShape 917"/>
              <p:cNvSpPr/>
              <p:nvPr/>
            </p:nvSpPr>
            <p:spPr>
              <a:xfrm>
                <a:off x="8750160" y="2986920"/>
                <a:ext cx="192600" cy="471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1520" rIns="90000" bIns="-115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94" name="AutoShape 918"/>
              <p:cNvSpPr/>
              <p:nvPr/>
            </p:nvSpPr>
            <p:spPr>
              <a:xfrm>
                <a:off x="8754120" y="2991600"/>
                <a:ext cx="184320" cy="374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8360" rIns="90000" bIns="-1836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95" name="Rectangle 919"/>
            <p:cNvSpPr/>
            <p:nvPr/>
          </p:nvSpPr>
          <p:spPr>
            <a:xfrm>
              <a:off x="8575200" y="3119760"/>
              <a:ext cx="19656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6" name="Rectangle 920"/>
            <p:cNvSpPr/>
            <p:nvPr/>
          </p:nvSpPr>
          <p:spPr>
            <a:xfrm>
              <a:off x="8579160" y="3226680"/>
              <a:ext cx="19656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97" name="Group 921"/>
            <p:cNvGrpSpPr/>
            <p:nvPr/>
          </p:nvGrpSpPr>
          <p:grpSpPr>
            <a:xfrm>
              <a:off x="8746200" y="3216960"/>
              <a:ext cx="192600" cy="54360"/>
              <a:chOff x="8746200" y="3216960"/>
              <a:chExt cx="192600" cy="54360"/>
            </a:xfrm>
          </p:grpSpPr>
          <p:sp>
            <p:nvSpPr>
              <p:cNvPr id="11198" name="AutoShape 922"/>
              <p:cNvSpPr/>
              <p:nvPr/>
            </p:nvSpPr>
            <p:spPr>
              <a:xfrm>
                <a:off x="8746200" y="3216960"/>
                <a:ext cx="192600" cy="543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6480" rIns="90000" bIns="-648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99" name="AutoShape 923"/>
              <p:cNvSpPr/>
              <p:nvPr/>
            </p:nvSpPr>
            <p:spPr>
              <a:xfrm>
                <a:off x="8750160" y="3223800"/>
                <a:ext cx="184680" cy="446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3320" rIns="90000" bIns="-133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00" name="Freeform 924"/>
            <p:cNvSpPr/>
            <p:nvPr/>
          </p:nvSpPr>
          <p:spPr>
            <a:xfrm>
              <a:off x="8929080" y="3117240"/>
              <a:ext cx="86400" cy="6768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67680"/>
                <a:gd name="textAreaBottom" fmla="*/ 68040 h 67680"/>
                <a:gd name="GluePoint1X" fmla="*/ 2 w 328"/>
                <a:gd name="GluePoint1Y" fmla="*/ 0 h 226"/>
                <a:gd name="GluePoint2X" fmla="*/ 109 w 328"/>
                <a:gd name="GluePoint2Y" fmla="*/ 51 h 226"/>
                <a:gd name="GluePoint3X" fmla="*/ 108 w 328"/>
                <a:gd name="GluePoint3Y" fmla="*/ 90 h 226"/>
                <a:gd name="GluePoint4X" fmla="*/ 0 w 328"/>
                <a:gd name="GluePoint4Y" fmla="*/ 39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3040" rIns="90000" bIns="2304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01" name="Group 925"/>
            <p:cNvGrpSpPr/>
            <p:nvPr/>
          </p:nvGrpSpPr>
          <p:grpSpPr>
            <a:xfrm>
              <a:off x="8748000" y="3107520"/>
              <a:ext cx="188640" cy="49320"/>
              <a:chOff x="8748000" y="3107520"/>
              <a:chExt cx="188640" cy="49320"/>
            </a:xfrm>
          </p:grpSpPr>
          <p:sp>
            <p:nvSpPr>
              <p:cNvPr id="11202" name="AutoShape 926"/>
              <p:cNvSpPr/>
              <p:nvPr/>
            </p:nvSpPr>
            <p:spPr>
              <a:xfrm>
                <a:off x="8748000" y="3107520"/>
                <a:ext cx="188640" cy="49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0080" rIns="90000" bIns="-1008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03" name="AutoShape 927"/>
              <p:cNvSpPr/>
              <p:nvPr/>
            </p:nvSpPr>
            <p:spPr>
              <a:xfrm>
                <a:off x="8752320" y="3112560"/>
                <a:ext cx="182520" cy="374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8360" rIns="90000" bIns="-1836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04" name="Rectangle 928"/>
            <p:cNvSpPr/>
            <p:nvPr/>
          </p:nvSpPr>
          <p:spPr>
            <a:xfrm>
              <a:off x="8916840" y="2782800"/>
              <a:ext cx="21960" cy="82728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5" name="Freeform 929"/>
            <p:cNvSpPr/>
            <p:nvPr/>
          </p:nvSpPr>
          <p:spPr>
            <a:xfrm>
              <a:off x="8937000" y="2991600"/>
              <a:ext cx="77760" cy="766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6680"/>
                <a:gd name="textAreaBottom" fmla="*/ 77040 h 76680"/>
                <a:gd name="GluePoint1X" fmla="*/ 2 w 296"/>
                <a:gd name="GluePoint1Y" fmla="*/ 0 h 256"/>
                <a:gd name="GluePoint2X" fmla="*/ 96 w 296"/>
                <a:gd name="GluePoint2Y" fmla="*/ 57 h 256"/>
                <a:gd name="GluePoint3X" fmla="*/ 98 w 296"/>
                <a:gd name="GluePoint3Y" fmla="*/ 102 h 256"/>
                <a:gd name="GluePoint4X" fmla="*/ 0 w 296"/>
                <a:gd name="GluePoint4Y" fmla="*/ 39 h 256"/>
                <a:gd name="GluePoint5X" fmla="*/ 2 w 296"/>
                <a:gd name="GluePoint5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040" rIns="90000" bIns="3204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6" name="Freeform 930"/>
            <p:cNvSpPr/>
            <p:nvPr/>
          </p:nvSpPr>
          <p:spPr>
            <a:xfrm>
              <a:off x="8938080" y="2873520"/>
              <a:ext cx="79920" cy="8640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86400"/>
                <a:gd name="textAreaBottom" fmla="*/ 86760 h 86400"/>
                <a:gd name="GluePoint1X" fmla="*/ 0 w 304"/>
                <a:gd name="GluePoint1Y" fmla="*/ 0 h 288"/>
                <a:gd name="GluePoint2X" fmla="*/ 101 w 304"/>
                <a:gd name="GluePoint2Y" fmla="*/ 66 h 288"/>
                <a:gd name="GluePoint3X" fmla="*/ 95 w 304"/>
                <a:gd name="GluePoint3Y" fmla="*/ 116 h 288"/>
                <a:gd name="GluePoint4X" fmla="*/ 2 w 304"/>
                <a:gd name="GluePoint4Y" fmla="*/ 50 h 288"/>
                <a:gd name="GluePoint5X" fmla="*/ 0 w 304"/>
                <a:gd name="GluePoint5Y" fmla="*/ 0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1760" rIns="90000" bIns="4176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7" name="Oval 931"/>
            <p:cNvSpPr/>
            <p:nvPr/>
          </p:nvSpPr>
          <p:spPr>
            <a:xfrm>
              <a:off x="9004320" y="3570120"/>
              <a:ext cx="15840" cy="3492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0160" rIns="90000" bIns="-2016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8" name="Freeform 932"/>
            <p:cNvSpPr/>
            <p:nvPr/>
          </p:nvSpPr>
          <p:spPr>
            <a:xfrm>
              <a:off x="8933760" y="3572280"/>
              <a:ext cx="80280" cy="7200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72000"/>
                <a:gd name="textAreaBottom" fmla="*/ 72360 h 72000"/>
                <a:gd name="GluePoint1X" fmla="*/ 0 w 306"/>
                <a:gd name="GluePoint1Y" fmla="*/ 43 h 240"/>
                <a:gd name="GluePoint2X" fmla="*/ 2 w 306"/>
                <a:gd name="GluePoint2Y" fmla="*/ 97 h 240"/>
                <a:gd name="GluePoint3X" fmla="*/ 101 w 306"/>
                <a:gd name="GluePoint3Y" fmla="*/ 44 h 240"/>
                <a:gd name="GluePoint4X" fmla="*/ 98 w 306"/>
                <a:gd name="GluePoint4Y" fmla="*/ 0 h 240"/>
                <a:gd name="GluePoint5X" fmla="*/ 0 w 306"/>
                <a:gd name="GluePoint5Y" fmla="*/ 43 h 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7360" rIns="90000" bIns="2736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9" name="AutoShape 933"/>
            <p:cNvSpPr/>
            <p:nvPr/>
          </p:nvSpPr>
          <p:spPr>
            <a:xfrm>
              <a:off x="8551080" y="3596400"/>
              <a:ext cx="394200" cy="5148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8640" rIns="90000" bIns="-86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0" name="AutoShape 934"/>
            <p:cNvSpPr/>
            <p:nvPr/>
          </p:nvSpPr>
          <p:spPr>
            <a:xfrm>
              <a:off x="8573400" y="3607920"/>
              <a:ext cx="351360" cy="280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4840" rIns="90000" bIns="-24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1" name="Oval 935"/>
            <p:cNvSpPr/>
            <p:nvPr/>
          </p:nvSpPr>
          <p:spPr>
            <a:xfrm>
              <a:off x="8605800" y="3489480"/>
              <a:ext cx="52200" cy="4932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10080" rIns="90000" bIns="-1008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2" name="Oval 936"/>
            <p:cNvSpPr/>
            <p:nvPr/>
          </p:nvSpPr>
          <p:spPr>
            <a:xfrm>
              <a:off x="8664480" y="3489480"/>
              <a:ext cx="52200" cy="5148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8640" rIns="90000" bIns="-8640" anchor="ctr">
              <a:noAutofit/>
            </a:bodyPr>
            <a:p>
              <a:endParaRPr lang="en-US" sz="1600" b="0" u="none" strike="noStrik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3" name="Oval 937"/>
            <p:cNvSpPr/>
            <p:nvPr/>
          </p:nvSpPr>
          <p:spPr>
            <a:xfrm>
              <a:off x="8723520" y="3487320"/>
              <a:ext cx="50400" cy="514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8640" rIns="90000" bIns="-86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4" name="Rectangle 938"/>
            <p:cNvSpPr/>
            <p:nvPr/>
          </p:nvSpPr>
          <p:spPr>
            <a:xfrm>
              <a:off x="8853840" y="3290400"/>
              <a:ext cx="28080" cy="27468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215" name="Group 906"/>
          <p:cNvGrpSpPr/>
          <p:nvPr/>
        </p:nvGrpSpPr>
        <p:grpSpPr>
          <a:xfrm>
            <a:off x="9973800" y="5172840"/>
            <a:ext cx="366480" cy="579240"/>
            <a:chOff x="9973800" y="5172840"/>
            <a:chExt cx="366480" cy="579240"/>
          </a:xfrm>
        </p:grpSpPr>
        <p:sp>
          <p:nvSpPr>
            <p:cNvPr id="11216" name="Freeform 907"/>
            <p:cNvSpPr/>
            <p:nvPr/>
          </p:nvSpPr>
          <p:spPr>
            <a:xfrm>
              <a:off x="10264320" y="5173920"/>
              <a:ext cx="72360" cy="55260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552600"/>
                <a:gd name="textAreaBottom" fmla="*/ 552960 h 552600"/>
                <a:gd name="GluePoint1X" fmla="*/ 21 w 354"/>
                <a:gd name="GluePoint1Y" fmla="*/ 0 h 2742"/>
                <a:gd name="GluePoint2X" fmla="*/ 116 w 354"/>
                <a:gd name="GluePoint2Y" fmla="*/ 137 h 2742"/>
                <a:gd name="GluePoint3X" fmla="*/ 114 w 354"/>
                <a:gd name="GluePoint3Y" fmla="*/ 1057 h 2742"/>
                <a:gd name="GluePoint4X" fmla="*/ 0 w 354"/>
                <a:gd name="GluePoint4Y" fmla="*/ 1105 h 2742"/>
                <a:gd name="GluePoint5X" fmla="*/ 21 w 354"/>
                <a:gd name="GluePoint5Y" fmla="*/ 0 h 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7" name="Rectangle 908"/>
            <p:cNvSpPr/>
            <p:nvPr/>
          </p:nvSpPr>
          <p:spPr>
            <a:xfrm>
              <a:off x="9991440" y="5172840"/>
              <a:ext cx="268200" cy="55188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8" name="Freeform 909"/>
            <p:cNvSpPr/>
            <p:nvPr/>
          </p:nvSpPr>
          <p:spPr>
            <a:xfrm>
              <a:off x="10278000" y="5207040"/>
              <a:ext cx="43200" cy="5112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11200"/>
                <a:gd name="textAreaBottom" fmla="*/ 511560 h 511200"/>
                <a:gd name="GluePoint1X" fmla="*/ 2 w 211"/>
                <a:gd name="GluePoint1Y" fmla="*/ 0 h 2537"/>
                <a:gd name="GluePoint2X" fmla="*/ 70 w 211"/>
                <a:gd name="GluePoint2Y" fmla="*/ 88 h 2537"/>
                <a:gd name="GluePoint3X" fmla="*/ 2 w 211"/>
                <a:gd name="GluePoint3Y" fmla="*/ 1007 h 2537"/>
                <a:gd name="GluePoint4X" fmla="*/ 2 w 211"/>
                <a:gd name="GluePoint4Y" fmla="*/ 0 h 2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9" name="Freeform 910"/>
            <p:cNvSpPr/>
            <p:nvPr/>
          </p:nvSpPr>
          <p:spPr>
            <a:xfrm>
              <a:off x="10268280" y="5465880"/>
              <a:ext cx="67320" cy="4536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45360"/>
                <a:gd name="textAreaBottom" fmla="*/ 45720 h 45360"/>
                <a:gd name="GluePoint1X" fmla="*/ 2 w 328"/>
                <a:gd name="GluePoint1Y" fmla="*/ 0 h 226"/>
                <a:gd name="GluePoint2X" fmla="*/ 109 w 328"/>
                <a:gd name="GluePoint2Y" fmla="*/ 52 h 226"/>
                <a:gd name="GluePoint3X" fmla="*/ 108 w 328"/>
                <a:gd name="GluePoint3Y" fmla="*/ 92 h 226"/>
                <a:gd name="GluePoint4X" fmla="*/ 0 w 328"/>
                <a:gd name="GluePoint4Y" fmla="*/ 41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720" rIns="90000" bIns="72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0" name="Rectangle 911"/>
            <p:cNvSpPr/>
            <p:nvPr/>
          </p:nvSpPr>
          <p:spPr>
            <a:xfrm>
              <a:off x="9992880" y="5236560"/>
              <a:ext cx="15192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21" name="Group 912"/>
            <p:cNvGrpSpPr/>
            <p:nvPr/>
          </p:nvGrpSpPr>
          <p:grpSpPr>
            <a:xfrm>
              <a:off x="10131120" y="5230080"/>
              <a:ext cx="149040" cy="31320"/>
              <a:chOff x="10131120" y="5230080"/>
              <a:chExt cx="149040" cy="31320"/>
            </a:xfrm>
          </p:grpSpPr>
          <p:sp>
            <p:nvSpPr>
              <p:cNvPr id="11222" name="AutoShape 913"/>
              <p:cNvSpPr/>
              <p:nvPr/>
            </p:nvSpPr>
            <p:spPr>
              <a:xfrm>
                <a:off x="10131120" y="5230080"/>
                <a:ext cx="149040" cy="31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2320" rIns="90000" bIns="-223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23" name="AutoShape 914"/>
              <p:cNvSpPr/>
              <p:nvPr/>
            </p:nvSpPr>
            <p:spPr>
              <a:xfrm>
                <a:off x="10134360" y="5234760"/>
                <a:ext cx="142560" cy="252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7000" rIns="90000" bIns="-27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24" name="Rectangle 915"/>
            <p:cNvSpPr/>
            <p:nvPr/>
          </p:nvSpPr>
          <p:spPr>
            <a:xfrm>
              <a:off x="9996120" y="5315760"/>
              <a:ext cx="15192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25" name="Group 916"/>
            <p:cNvGrpSpPr/>
            <p:nvPr/>
          </p:nvGrpSpPr>
          <p:grpSpPr>
            <a:xfrm>
              <a:off x="10129680" y="5309640"/>
              <a:ext cx="150480" cy="31320"/>
              <a:chOff x="10129680" y="5309640"/>
              <a:chExt cx="150480" cy="31320"/>
            </a:xfrm>
          </p:grpSpPr>
          <p:sp>
            <p:nvSpPr>
              <p:cNvPr id="11226" name="AutoShape 917"/>
              <p:cNvSpPr/>
              <p:nvPr/>
            </p:nvSpPr>
            <p:spPr>
              <a:xfrm>
                <a:off x="10129680" y="5309640"/>
                <a:ext cx="150480" cy="31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2320" rIns="90000" bIns="-223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27" name="AutoShape 918"/>
              <p:cNvSpPr/>
              <p:nvPr/>
            </p:nvSpPr>
            <p:spPr>
              <a:xfrm>
                <a:off x="10132560" y="5312520"/>
                <a:ext cx="144000" cy="252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7000" rIns="90000" bIns="-27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28" name="Rectangle 919"/>
            <p:cNvSpPr/>
            <p:nvPr/>
          </p:nvSpPr>
          <p:spPr>
            <a:xfrm>
              <a:off x="9992880" y="5398200"/>
              <a:ext cx="15336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9" name="Rectangle 920"/>
            <p:cNvSpPr/>
            <p:nvPr/>
          </p:nvSpPr>
          <p:spPr>
            <a:xfrm>
              <a:off x="9996120" y="5469840"/>
              <a:ext cx="15336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3840" rIns="90000" bIns="-338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30" name="Group 921"/>
            <p:cNvGrpSpPr/>
            <p:nvPr/>
          </p:nvGrpSpPr>
          <p:grpSpPr>
            <a:xfrm>
              <a:off x="10126440" y="5463360"/>
              <a:ext cx="150480" cy="36000"/>
              <a:chOff x="10126440" y="5463360"/>
              <a:chExt cx="150480" cy="36000"/>
            </a:xfrm>
          </p:grpSpPr>
          <p:sp>
            <p:nvSpPr>
              <p:cNvPr id="11231" name="AutoShape 922"/>
              <p:cNvSpPr/>
              <p:nvPr/>
            </p:nvSpPr>
            <p:spPr>
              <a:xfrm>
                <a:off x="10126440" y="5463360"/>
                <a:ext cx="150480" cy="360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9080" rIns="90000" bIns="-1908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2" name="AutoShape 923"/>
              <p:cNvSpPr/>
              <p:nvPr/>
            </p:nvSpPr>
            <p:spPr>
              <a:xfrm>
                <a:off x="10129680" y="5468040"/>
                <a:ext cx="144000" cy="2988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3760" rIns="90000" bIns="-2376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33" name="Freeform 924"/>
            <p:cNvSpPr/>
            <p:nvPr/>
          </p:nvSpPr>
          <p:spPr>
            <a:xfrm>
              <a:off x="10269360" y="5396760"/>
              <a:ext cx="67320" cy="4500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45000"/>
                <a:gd name="textAreaBottom" fmla="*/ 45360 h 45000"/>
                <a:gd name="GluePoint1X" fmla="*/ 2 w 328"/>
                <a:gd name="GluePoint1Y" fmla="*/ 0 h 226"/>
                <a:gd name="GluePoint2X" fmla="*/ 109 w 328"/>
                <a:gd name="GluePoint2Y" fmla="*/ 51 h 226"/>
                <a:gd name="GluePoint3X" fmla="*/ 108 w 328"/>
                <a:gd name="GluePoint3Y" fmla="*/ 90 h 226"/>
                <a:gd name="GluePoint4X" fmla="*/ 0 w 328"/>
                <a:gd name="GluePoint4Y" fmla="*/ 39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60" rIns="90000" bIns="36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34" name="Group 925"/>
            <p:cNvGrpSpPr/>
            <p:nvPr/>
          </p:nvGrpSpPr>
          <p:grpSpPr>
            <a:xfrm>
              <a:off x="10127880" y="5390280"/>
              <a:ext cx="147240" cy="33120"/>
              <a:chOff x="10127880" y="5390280"/>
              <a:chExt cx="147240" cy="33120"/>
            </a:xfrm>
          </p:grpSpPr>
          <p:sp>
            <p:nvSpPr>
              <p:cNvPr id="11235" name="AutoShape 926"/>
              <p:cNvSpPr/>
              <p:nvPr/>
            </p:nvSpPr>
            <p:spPr>
              <a:xfrm>
                <a:off x="10127880" y="5390280"/>
                <a:ext cx="147240" cy="33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1240" rIns="90000" bIns="-212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6" name="AutoShape 927"/>
              <p:cNvSpPr/>
              <p:nvPr/>
            </p:nvSpPr>
            <p:spPr>
              <a:xfrm>
                <a:off x="10131120" y="5393520"/>
                <a:ext cx="142560" cy="252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7000" rIns="90000" bIns="-27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37" name="Rectangle 928"/>
            <p:cNvSpPr/>
            <p:nvPr/>
          </p:nvSpPr>
          <p:spPr>
            <a:xfrm>
              <a:off x="10259640" y="5172840"/>
              <a:ext cx="17280" cy="55368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8" name="Freeform 929"/>
            <p:cNvSpPr/>
            <p:nvPr/>
          </p:nvSpPr>
          <p:spPr>
            <a:xfrm>
              <a:off x="10275480" y="5312520"/>
              <a:ext cx="60480" cy="5112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51120"/>
                <a:gd name="textAreaBottom" fmla="*/ 51480 h 51120"/>
                <a:gd name="GluePoint1X" fmla="*/ 2 w 296"/>
                <a:gd name="GluePoint1Y" fmla="*/ 0 h 256"/>
                <a:gd name="GluePoint2X" fmla="*/ 96 w 296"/>
                <a:gd name="GluePoint2Y" fmla="*/ 57 h 256"/>
                <a:gd name="GluePoint3X" fmla="*/ 98 w 296"/>
                <a:gd name="GluePoint3Y" fmla="*/ 102 h 256"/>
                <a:gd name="GluePoint4X" fmla="*/ 0 w 296"/>
                <a:gd name="GluePoint4Y" fmla="*/ 39 h 256"/>
                <a:gd name="GluePoint5X" fmla="*/ 2 w 296"/>
                <a:gd name="GluePoint5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6480" rIns="90000" bIns="648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9" name="Freeform 930"/>
            <p:cNvSpPr/>
            <p:nvPr/>
          </p:nvSpPr>
          <p:spPr>
            <a:xfrm>
              <a:off x="10276200" y="5233680"/>
              <a:ext cx="62280" cy="5760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7600"/>
                <a:gd name="textAreaBottom" fmla="*/ 57960 h 57600"/>
                <a:gd name="GluePoint1X" fmla="*/ 0 w 304"/>
                <a:gd name="GluePoint1Y" fmla="*/ 0 h 288"/>
                <a:gd name="GluePoint2X" fmla="*/ 101 w 304"/>
                <a:gd name="GluePoint2Y" fmla="*/ 66 h 288"/>
                <a:gd name="GluePoint3X" fmla="*/ 95 w 304"/>
                <a:gd name="GluePoint3Y" fmla="*/ 116 h 288"/>
                <a:gd name="GluePoint4X" fmla="*/ 2 w 304"/>
                <a:gd name="GluePoint4Y" fmla="*/ 50 h 288"/>
                <a:gd name="GluePoint5X" fmla="*/ 0 w 304"/>
                <a:gd name="GluePoint5Y" fmla="*/ 0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0" name="Oval 931"/>
            <p:cNvSpPr/>
            <p:nvPr/>
          </p:nvSpPr>
          <p:spPr>
            <a:xfrm>
              <a:off x="10328040" y="5699880"/>
              <a:ext cx="12240" cy="2340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080" rIns="90000" bIns="-2808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1" name="Freeform 932"/>
            <p:cNvSpPr/>
            <p:nvPr/>
          </p:nvSpPr>
          <p:spPr>
            <a:xfrm>
              <a:off x="10272960" y="5701320"/>
              <a:ext cx="62640" cy="478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47880"/>
                <a:gd name="textAreaBottom" fmla="*/ 48240 h 47880"/>
                <a:gd name="GluePoint1X" fmla="*/ 0 w 306"/>
                <a:gd name="GluePoint1Y" fmla="*/ 43 h 240"/>
                <a:gd name="GluePoint2X" fmla="*/ 2 w 306"/>
                <a:gd name="GluePoint2Y" fmla="*/ 97 h 240"/>
                <a:gd name="GluePoint3X" fmla="*/ 101 w 306"/>
                <a:gd name="GluePoint3Y" fmla="*/ 44 h 240"/>
                <a:gd name="GluePoint4X" fmla="*/ 98 w 306"/>
                <a:gd name="GluePoint4Y" fmla="*/ 0 h 240"/>
                <a:gd name="GluePoint5X" fmla="*/ 0 w 306"/>
                <a:gd name="GluePoint5Y" fmla="*/ 43 h 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240" rIns="90000" bIns="324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2" name="AutoShape 933"/>
            <p:cNvSpPr/>
            <p:nvPr/>
          </p:nvSpPr>
          <p:spPr>
            <a:xfrm>
              <a:off x="9973800" y="5717520"/>
              <a:ext cx="307800" cy="3456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0520" rIns="90000" bIns="-2052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3" name="AutoShape 934"/>
            <p:cNvSpPr/>
            <p:nvPr/>
          </p:nvSpPr>
          <p:spPr>
            <a:xfrm>
              <a:off x="9991440" y="5725080"/>
              <a:ext cx="274320" cy="1872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31320" rIns="90000" bIns="-3132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4" name="Oval 935"/>
            <p:cNvSpPr/>
            <p:nvPr/>
          </p:nvSpPr>
          <p:spPr>
            <a:xfrm>
              <a:off x="10017000" y="5645880"/>
              <a:ext cx="40680" cy="3312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1240" rIns="90000" bIns="-2124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5" name="Oval 936"/>
            <p:cNvSpPr/>
            <p:nvPr/>
          </p:nvSpPr>
          <p:spPr>
            <a:xfrm>
              <a:off x="10062720" y="5645880"/>
              <a:ext cx="40680" cy="3456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0520" rIns="90000" bIns="-20520" anchor="ctr">
              <a:noAutofit/>
            </a:bodyPr>
            <a:p>
              <a:endParaRPr lang="en-US" sz="1600" b="0" u="none" strike="noStrik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6" name="Oval 937"/>
            <p:cNvSpPr/>
            <p:nvPr/>
          </p:nvSpPr>
          <p:spPr>
            <a:xfrm>
              <a:off x="10108800" y="5644440"/>
              <a:ext cx="39240" cy="3456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0520" rIns="90000" bIns="-2052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7" name="Rectangle 938"/>
            <p:cNvSpPr/>
            <p:nvPr/>
          </p:nvSpPr>
          <p:spPr>
            <a:xfrm>
              <a:off x="10210320" y="5512680"/>
              <a:ext cx="21600" cy="18360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248" name="Group 292"/>
          <p:cNvGrpSpPr/>
          <p:nvPr/>
        </p:nvGrpSpPr>
        <p:grpSpPr>
          <a:xfrm>
            <a:off x="8732880" y="5561280"/>
            <a:ext cx="682920" cy="378000"/>
            <a:chOff x="8732880" y="5561280"/>
            <a:chExt cx="682920" cy="378000"/>
          </a:xfrm>
        </p:grpSpPr>
        <p:sp>
          <p:nvSpPr>
            <p:cNvPr id="11249" name="Freeform 293"/>
            <p:cNvSpPr/>
            <p:nvPr/>
          </p:nvSpPr>
          <p:spPr>
            <a:xfrm>
              <a:off x="8732880" y="5692320"/>
              <a:ext cx="682920" cy="246960"/>
            </a:xfrm>
            <a:custGeom>
              <a:avLst/>
              <a:gdLst>
                <a:gd name="textAreaLeft" fmla="*/ 0 w 682920"/>
                <a:gd name="textAreaRight" fmla="*/ 683280 w 682920"/>
                <a:gd name="textAreaTop" fmla="*/ 0 h 246960"/>
                <a:gd name="textAreaBottom" fmla="*/ 247320 h 2469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0" name="Oval 294"/>
            <p:cNvSpPr/>
            <p:nvPr/>
          </p:nvSpPr>
          <p:spPr>
            <a:xfrm>
              <a:off x="8733240" y="5561280"/>
              <a:ext cx="681840" cy="2448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51" name="Group 295"/>
            <p:cNvGrpSpPr/>
            <p:nvPr/>
          </p:nvGrpSpPr>
          <p:grpSpPr>
            <a:xfrm>
              <a:off x="8834040" y="5592600"/>
              <a:ext cx="479880" cy="179640"/>
              <a:chOff x="8834040" y="5592600"/>
              <a:chExt cx="479880" cy="179640"/>
            </a:xfrm>
          </p:grpSpPr>
          <p:sp>
            <p:nvSpPr>
              <p:cNvPr id="11252" name="Freeform 296"/>
              <p:cNvSpPr/>
              <p:nvPr/>
            </p:nvSpPr>
            <p:spPr>
              <a:xfrm>
                <a:off x="8847360" y="5592600"/>
                <a:ext cx="453960" cy="100440"/>
              </a:xfrm>
              <a:custGeom>
                <a:avLst/>
                <a:gdLst>
                  <a:gd name="textAreaLeft" fmla="*/ 0 w 453960"/>
                  <a:gd name="textAreaRight" fmla="*/ 454320 w 453960"/>
                  <a:gd name="textAreaTop" fmla="*/ 0 h 100440"/>
                  <a:gd name="textAreaBottom" fmla="*/ 100800 h 10044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53" name="Freeform 297"/>
              <p:cNvSpPr/>
              <p:nvPr/>
            </p:nvSpPr>
            <p:spPr>
              <a:xfrm>
                <a:off x="9144720" y="5678640"/>
                <a:ext cx="169200" cy="86400"/>
              </a:xfrm>
              <a:custGeom>
                <a:avLst/>
                <a:gdLst>
                  <a:gd name="textAreaLeft" fmla="*/ 0 w 169200"/>
                  <a:gd name="textAreaRight" fmla="*/ 169560 w 169200"/>
                  <a:gd name="textAreaTop" fmla="*/ 0 h 86400"/>
                  <a:gd name="textAreaBottom" fmla="*/ 86760 h 864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1760" rIns="90000" bIns="417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54" name="Freeform 298"/>
              <p:cNvSpPr/>
              <p:nvPr/>
            </p:nvSpPr>
            <p:spPr>
              <a:xfrm>
                <a:off x="8834040" y="5678640"/>
                <a:ext cx="166320" cy="85320"/>
              </a:xfrm>
              <a:custGeom>
                <a:avLst/>
                <a:gdLst>
                  <a:gd name="textAreaLeft" fmla="*/ 0 w 166320"/>
                  <a:gd name="textAreaRight" fmla="*/ 166680 w 166320"/>
                  <a:gd name="textAreaTop" fmla="*/ 0 h 85320"/>
                  <a:gd name="textAreaBottom" fmla="*/ 85680 h 853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0680" rIns="90000" bIns="40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55" name="Freeform 299"/>
              <p:cNvSpPr/>
              <p:nvPr/>
            </p:nvSpPr>
            <p:spPr>
              <a:xfrm>
                <a:off x="8892000" y="5636520"/>
                <a:ext cx="361800" cy="13572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135720"/>
                  <a:gd name="textAreaBottom" fmla="*/ 136080 h 1357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11256" name="Straight Connector 326"/>
          <p:cNvCxnSpPr/>
          <p:nvPr/>
        </p:nvCxnSpPr>
        <p:spPr>
          <a:xfrm>
            <a:off x="10652760" y="4065480"/>
            <a:ext cx="46332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1257" name="Straight Connector 328"/>
          <p:cNvCxnSpPr/>
          <p:nvPr/>
        </p:nvCxnSpPr>
        <p:spPr>
          <a:xfrm>
            <a:off x="9251280" y="5941800"/>
            <a:ext cx="237960" cy="23760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grpSp>
        <p:nvGrpSpPr>
          <p:cNvPr id="11258" name="Group 353"/>
          <p:cNvGrpSpPr/>
          <p:nvPr/>
        </p:nvGrpSpPr>
        <p:grpSpPr>
          <a:xfrm>
            <a:off x="7083000" y="1939680"/>
            <a:ext cx="4834080" cy="3974040"/>
            <a:chOff x="7083000" y="1939680"/>
            <a:chExt cx="4834080" cy="3974040"/>
          </a:xfrm>
        </p:grpSpPr>
        <p:grpSp>
          <p:nvGrpSpPr>
            <p:cNvPr id="11259" name="Group 352"/>
            <p:cNvGrpSpPr/>
            <p:nvPr/>
          </p:nvGrpSpPr>
          <p:grpSpPr>
            <a:xfrm>
              <a:off x="10059120" y="1939680"/>
              <a:ext cx="1614600" cy="1104120"/>
              <a:chOff x="10059120" y="1939680"/>
              <a:chExt cx="1614600" cy="1104120"/>
            </a:xfrm>
          </p:grpSpPr>
          <p:sp>
            <p:nvSpPr>
              <p:cNvPr id="11260" name="Freeform 300"/>
              <p:cNvSpPr/>
              <p:nvPr/>
            </p:nvSpPr>
            <p:spPr>
              <a:xfrm>
                <a:off x="10059120" y="2153520"/>
                <a:ext cx="1614600" cy="890280"/>
              </a:xfrm>
              <a:custGeom>
                <a:avLst/>
                <a:gdLst>
                  <a:gd name="textAreaLeft" fmla="*/ 0 w 1614600"/>
                  <a:gd name="textAreaRight" fmla="*/ 1614960 w 1614600"/>
                  <a:gd name="textAreaTop" fmla="*/ 0 h 890280"/>
                  <a:gd name="textAreaBottom" fmla="*/ 890640 h 890280"/>
                  <a:gd name="GluePoint1X" fmla="*/ 0 w 1615044"/>
                  <a:gd name="GluePoint1Y" fmla="*/ 641268 h 890650"/>
                  <a:gd name="GluePoint2X" fmla="*/ 285007 w 1615044"/>
                  <a:gd name="GluePoint2Y" fmla="*/ 0 h 890650"/>
                  <a:gd name="GluePoint3X" fmla="*/ 1615044 w 1615044"/>
                  <a:gd name="GluePoint3Y" fmla="*/ 83128 h 890650"/>
                  <a:gd name="GluePoint4X" fmla="*/ 166254 w 1615044"/>
                  <a:gd name="GluePoint4Y" fmla="*/ 890650 h 890650"/>
                  <a:gd name="GluePoint5X" fmla="*/ 0 w 1615044"/>
                  <a:gd name="GluePoint5Y" fmla="*/ 641268 h 8906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615044" h="890650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72000"/>
                    </a:srgbClr>
                  </a:gs>
                  <a:gs pos="99000">
                    <a:srgbClr val="F2F2F2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61" name="Oval 306"/>
              <p:cNvSpPr/>
              <p:nvPr/>
            </p:nvSpPr>
            <p:spPr>
              <a:xfrm>
                <a:off x="10352520" y="193968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62" name="Text Box 302"/>
              <p:cNvSpPr/>
              <p:nvPr/>
            </p:nvSpPr>
            <p:spPr>
              <a:xfrm>
                <a:off x="10385280" y="206064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263" name="Group 267"/>
              <p:cNvGrpSpPr/>
              <p:nvPr/>
            </p:nvGrpSpPr>
            <p:grpSpPr>
              <a:xfrm>
                <a:off x="10983960" y="2034720"/>
                <a:ext cx="527760" cy="344160"/>
                <a:chOff x="10983960" y="2034720"/>
                <a:chExt cx="527760" cy="344160"/>
              </a:xfrm>
            </p:grpSpPr>
            <p:sp>
              <p:nvSpPr>
                <p:cNvPr id="11264" name="Can 266"/>
                <p:cNvSpPr/>
                <p:nvPr/>
              </p:nvSpPr>
              <p:spPr>
                <a:xfrm>
                  <a:off x="11032920" y="203472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265" name="Text Box 305"/>
                <p:cNvSpPr/>
                <p:nvPr/>
              </p:nvSpPr>
              <p:spPr>
                <a:xfrm>
                  <a:off x="10983960" y="205992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266" name="Group 350"/>
            <p:cNvGrpSpPr/>
            <p:nvPr/>
          </p:nvGrpSpPr>
          <p:grpSpPr>
            <a:xfrm>
              <a:off x="10211400" y="4811760"/>
              <a:ext cx="1646280" cy="914040"/>
              <a:chOff x="10211400" y="4811760"/>
              <a:chExt cx="1646280" cy="914040"/>
            </a:xfrm>
          </p:grpSpPr>
          <p:sp>
            <p:nvSpPr>
              <p:cNvPr id="11267" name="Freeform 311"/>
              <p:cNvSpPr/>
              <p:nvPr/>
            </p:nvSpPr>
            <p:spPr>
              <a:xfrm>
                <a:off x="10211400" y="5025600"/>
                <a:ext cx="1294200" cy="700200"/>
              </a:xfrm>
              <a:custGeom>
                <a:avLst/>
                <a:gdLst>
                  <a:gd name="textAreaLeft" fmla="*/ 0 w 1294200"/>
                  <a:gd name="textAreaRight" fmla="*/ 1294560 w 1294200"/>
                  <a:gd name="textAreaTop" fmla="*/ 0 h 700200"/>
                  <a:gd name="textAreaBottom" fmla="*/ 700560 h 700200"/>
                  <a:gd name="GluePoint1X" fmla="*/ 59377 w 1294411"/>
                  <a:gd name="GluePoint1Y" fmla="*/ 463138 h 700645"/>
                  <a:gd name="GluePoint2X" fmla="*/ 344384 w 1294411"/>
                  <a:gd name="GluePoint2Y" fmla="*/ 0 h 700645"/>
                  <a:gd name="GluePoint3X" fmla="*/ 1294411 w 1294411"/>
                  <a:gd name="GluePoint3Y" fmla="*/ 296884 h 700645"/>
                  <a:gd name="GluePoint4X" fmla="*/ 0 w 1294411"/>
                  <a:gd name="GluePoint4Y" fmla="*/ 700645 h 700645"/>
                  <a:gd name="GluePoint5X" fmla="*/ 59377 w 1294411"/>
                  <a:gd name="GluePoint5Y" fmla="*/ 463138 h 7006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294411" h="700645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9D9D9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68" name="Oval 306"/>
              <p:cNvSpPr/>
              <p:nvPr/>
            </p:nvSpPr>
            <p:spPr>
              <a:xfrm>
                <a:off x="10564200" y="481176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69" name="Text Box 302"/>
              <p:cNvSpPr/>
              <p:nvPr/>
            </p:nvSpPr>
            <p:spPr>
              <a:xfrm>
                <a:off x="10596960" y="493272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270" name="Group 314"/>
              <p:cNvGrpSpPr/>
              <p:nvPr/>
            </p:nvGrpSpPr>
            <p:grpSpPr>
              <a:xfrm>
                <a:off x="11195640" y="4906800"/>
                <a:ext cx="527760" cy="344160"/>
                <a:chOff x="11195640" y="4906800"/>
                <a:chExt cx="527760" cy="344160"/>
              </a:xfrm>
            </p:grpSpPr>
            <p:sp>
              <p:nvSpPr>
                <p:cNvPr id="11271" name="Can 315"/>
                <p:cNvSpPr/>
                <p:nvPr/>
              </p:nvSpPr>
              <p:spPr>
                <a:xfrm>
                  <a:off x="11244600" y="490680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272" name="Text Box 305"/>
                <p:cNvSpPr/>
                <p:nvPr/>
              </p:nvSpPr>
              <p:spPr>
                <a:xfrm>
                  <a:off x="11195640" y="493164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273" name="Group 349"/>
            <p:cNvGrpSpPr/>
            <p:nvPr/>
          </p:nvGrpSpPr>
          <p:grpSpPr>
            <a:xfrm>
              <a:off x="7083000" y="5130360"/>
              <a:ext cx="1784160" cy="783360"/>
              <a:chOff x="7083000" y="5130360"/>
              <a:chExt cx="1784160" cy="783360"/>
            </a:xfrm>
          </p:grpSpPr>
          <p:sp>
            <p:nvSpPr>
              <p:cNvPr id="11274" name="Freeform 318"/>
              <p:cNvSpPr/>
              <p:nvPr/>
            </p:nvSpPr>
            <p:spPr>
              <a:xfrm flipH="1">
                <a:off x="7478280" y="5261040"/>
                <a:ext cx="1388880" cy="652680"/>
              </a:xfrm>
              <a:custGeom>
                <a:avLst/>
                <a:gdLst>
                  <a:gd name="textAreaLeft" fmla="*/ 360 w 1388880"/>
                  <a:gd name="textAreaRight" fmla="*/ 1389600 w 1388880"/>
                  <a:gd name="textAreaTop" fmla="*/ 0 h 652680"/>
                  <a:gd name="textAreaBottom" fmla="*/ 653040 h 652680"/>
                  <a:gd name="GluePoint1X" fmla="*/ 59377 w 1389414"/>
                  <a:gd name="GluePoint1Y" fmla="*/ 415637 h 653144"/>
                  <a:gd name="GluePoint2X" fmla="*/ 605641 w 1389414"/>
                  <a:gd name="GluePoint2Y" fmla="*/ 0 h 653144"/>
                  <a:gd name="GluePoint3X" fmla="*/ 1389414 w 1389414"/>
                  <a:gd name="GluePoint3Y" fmla="*/ 391887 h 653144"/>
                  <a:gd name="GluePoint4X" fmla="*/ 0 w 1389414"/>
                  <a:gd name="GluePoint4Y" fmla="*/ 653144 h 653144"/>
                  <a:gd name="GluePoint5X" fmla="*/ 59377 w 1389414"/>
                  <a:gd name="GluePoint5Y" fmla="*/ 415637 h 65314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89414" h="65314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56000"/>
                    </a:srgbClr>
                  </a:gs>
                  <a:gs pos="100000">
                    <a:srgbClr val="D9D9D9"/>
                  </a:gs>
                </a:gsLst>
                <a:lin ang="108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75" name="Oval 306"/>
              <p:cNvSpPr/>
              <p:nvPr/>
            </p:nvSpPr>
            <p:spPr>
              <a:xfrm>
                <a:off x="7083000" y="513036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6" name="Text Box 302"/>
              <p:cNvSpPr/>
              <p:nvPr/>
            </p:nvSpPr>
            <p:spPr>
              <a:xfrm>
                <a:off x="7115400" y="525132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277" name="Group 321"/>
              <p:cNvGrpSpPr/>
              <p:nvPr/>
            </p:nvGrpSpPr>
            <p:grpSpPr>
              <a:xfrm>
                <a:off x="7714080" y="5225400"/>
                <a:ext cx="527760" cy="344160"/>
                <a:chOff x="7714080" y="5225400"/>
                <a:chExt cx="527760" cy="344160"/>
              </a:xfrm>
            </p:grpSpPr>
            <p:sp>
              <p:nvSpPr>
                <p:cNvPr id="11278" name="Can 322"/>
                <p:cNvSpPr/>
                <p:nvPr/>
              </p:nvSpPr>
              <p:spPr>
                <a:xfrm>
                  <a:off x="7763040" y="522540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279" name="Text Box 305"/>
                <p:cNvSpPr/>
                <p:nvPr/>
              </p:nvSpPr>
              <p:spPr>
                <a:xfrm>
                  <a:off x="7714080" y="525060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280" name="Group 351"/>
            <p:cNvGrpSpPr/>
            <p:nvPr/>
          </p:nvGrpSpPr>
          <p:grpSpPr>
            <a:xfrm>
              <a:off x="10377720" y="3374640"/>
              <a:ext cx="1539360" cy="831240"/>
              <a:chOff x="10377720" y="3374640"/>
              <a:chExt cx="1539360" cy="831240"/>
            </a:xfrm>
          </p:grpSpPr>
          <p:sp>
            <p:nvSpPr>
              <p:cNvPr id="11281" name="Freeform 303"/>
              <p:cNvSpPr/>
              <p:nvPr/>
            </p:nvSpPr>
            <p:spPr>
              <a:xfrm>
                <a:off x="10377720" y="3650040"/>
                <a:ext cx="1222920" cy="555840"/>
              </a:xfrm>
              <a:custGeom>
                <a:avLst/>
                <a:gdLst>
                  <a:gd name="textAreaLeft" fmla="*/ 0 w 1222920"/>
                  <a:gd name="textAreaRight" fmla="*/ 1223280 w 1222920"/>
                  <a:gd name="textAreaTop" fmla="*/ 0 h 555840"/>
                  <a:gd name="textAreaBottom" fmla="*/ 556200 h 555840"/>
                  <a:gd name="GluePoint1X" fmla="*/ 0 w 1223159"/>
                  <a:gd name="GluePoint1Y" fmla="*/ 641268 h 890650"/>
                  <a:gd name="GluePoint2X" fmla="*/ 285007 w 1223159"/>
                  <a:gd name="GluePoint2Y" fmla="*/ 0 h 890650"/>
                  <a:gd name="GluePoint3X" fmla="*/ 1223159 w 1223159"/>
                  <a:gd name="GluePoint3Y" fmla="*/ 368389 h 890650"/>
                  <a:gd name="GluePoint4X" fmla="*/ 166254 w 1223159"/>
                  <a:gd name="GluePoint4Y" fmla="*/ 890650 h 890650"/>
                  <a:gd name="GluePoint5X" fmla="*/ 0 w 1223159"/>
                  <a:gd name="GluePoint5Y" fmla="*/ 641268 h 89065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223159" h="890650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D9D9D9">
                      <a:alpha val="73000"/>
                    </a:srgbClr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82" name="Oval 306"/>
              <p:cNvSpPr/>
              <p:nvPr/>
            </p:nvSpPr>
            <p:spPr>
              <a:xfrm>
                <a:off x="10623600" y="337464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3" name="Text Box 302"/>
              <p:cNvSpPr/>
              <p:nvPr/>
            </p:nvSpPr>
            <p:spPr>
              <a:xfrm>
                <a:off x="10656360" y="349560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284" name="Group 306"/>
              <p:cNvGrpSpPr/>
              <p:nvPr/>
            </p:nvGrpSpPr>
            <p:grpSpPr>
              <a:xfrm>
                <a:off x="11255040" y="3469680"/>
                <a:ext cx="527760" cy="344160"/>
                <a:chOff x="11255040" y="3469680"/>
                <a:chExt cx="527760" cy="344160"/>
              </a:xfrm>
            </p:grpSpPr>
            <p:sp>
              <p:nvSpPr>
                <p:cNvPr id="11285" name="Can 307"/>
                <p:cNvSpPr/>
                <p:nvPr/>
              </p:nvSpPr>
              <p:spPr>
                <a:xfrm>
                  <a:off x="11304000" y="346968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286" name="Text Box 305"/>
                <p:cNvSpPr/>
                <p:nvPr/>
              </p:nvSpPr>
              <p:spPr>
                <a:xfrm>
                  <a:off x="11255040" y="349488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287" name="Group 329"/>
            <p:cNvGrpSpPr/>
            <p:nvPr/>
          </p:nvGrpSpPr>
          <p:grpSpPr>
            <a:xfrm>
              <a:off x="7365960" y="3845880"/>
              <a:ext cx="1754640" cy="783360"/>
              <a:chOff x="7365960" y="3845880"/>
              <a:chExt cx="1754640" cy="783360"/>
            </a:xfrm>
          </p:grpSpPr>
          <p:sp>
            <p:nvSpPr>
              <p:cNvPr id="11288" name="Freeform 330"/>
              <p:cNvSpPr/>
              <p:nvPr/>
            </p:nvSpPr>
            <p:spPr>
              <a:xfrm flipH="1">
                <a:off x="8294760" y="4119120"/>
                <a:ext cx="825480" cy="510120"/>
              </a:xfrm>
              <a:custGeom>
                <a:avLst/>
                <a:gdLst>
                  <a:gd name="textAreaLeft" fmla="*/ -360 w 825480"/>
                  <a:gd name="textAreaRight" fmla="*/ 825480 w 825480"/>
                  <a:gd name="textAreaTop" fmla="*/ 0 h 510120"/>
                  <a:gd name="textAreaBottom" fmla="*/ 510480 h 510120"/>
                  <a:gd name="GluePoint1X" fmla="*/ 5589 w 825687"/>
                  <a:gd name="GluePoint1Y" fmla="*/ 331811 h 510640"/>
                  <a:gd name="GluePoint2X" fmla="*/ 481300 w 825687"/>
                  <a:gd name="GluePoint2Y" fmla="*/ 0 h 510640"/>
                  <a:gd name="GluePoint3X" fmla="*/ 825687 w 825687"/>
                  <a:gd name="GluePoint3Y" fmla="*/ 261258 h 510640"/>
                  <a:gd name="GluePoint4X" fmla="*/ 0 w 825687"/>
                  <a:gd name="GluePoint4Y" fmla="*/ 510640 h 510640"/>
                  <a:gd name="GluePoint5X" fmla="*/ 5589 w 825687"/>
                  <a:gd name="GluePoint5Y" fmla="*/ 331811 h 5106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825687" h="510640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51000"/>
                    </a:srgbClr>
                  </a:gs>
                  <a:gs pos="100000">
                    <a:srgbClr val="D9D9D9"/>
                  </a:gs>
                </a:gsLst>
                <a:lin ang="108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89" name="Oval 306"/>
              <p:cNvSpPr/>
              <p:nvPr/>
            </p:nvSpPr>
            <p:spPr>
              <a:xfrm>
                <a:off x="7365960" y="384588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90" name="Text Box 302"/>
              <p:cNvSpPr/>
              <p:nvPr/>
            </p:nvSpPr>
            <p:spPr>
              <a:xfrm>
                <a:off x="7398360" y="396684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291" name="Group 333"/>
              <p:cNvGrpSpPr/>
              <p:nvPr/>
            </p:nvGrpSpPr>
            <p:grpSpPr>
              <a:xfrm>
                <a:off x="7997400" y="3940920"/>
                <a:ext cx="527760" cy="344160"/>
                <a:chOff x="7997400" y="3940920"/>
                <a:chExt cx="527760" cy="344160"/>
              </a:xfrm>
            </p:grpSpPr>
            <p:sp>
              <p:nvSpPr>
                <p:cNvPr id="11292" name="Can 334"/>
                <p:cNvSpPr/>
                <p:nvPr/>
              </p:nvSpPr>
              <p:spPr>
                <a:xfrm>
                  <a:off x="8046360" y="394092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293" name="Text Box 305"/>
                <p:cNvSpPr/>
                <p:nvPr/>
              </p:nvSpPr>
              <p:spPr>
                <a:xfrm>
                  <a:off x="7997400" y="396576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11294" name="Group 276"/>
          <p:cNvGrpSpPr/>
          <p:nvPr/>
        </p:nvGrpSpPr>
        <p:grpSpPr>
          <a:xfrm>
            <a:off x="9109080" y="4201200"/>
            <a:ext cx="736200" cy="421920"/>
            <a:chOff x="9109080" y="4201200"/>
            <a:chExt cx="736200" cy="421920"/>
          </a:xfrm>
        </p:grpSpPr>
        <p:sp>
          <p:nvSpPr>
            <p:cNvPr id="11295" name="Rectangle 277"/>
            <p:cNvSpPr/>
            <p:nvPr/>
          </p:nvSpPr>
          <p:spPr>
            <a:xfrm>
              <a:off x="9109080" y="4453200"/>
              <a:ext cx="733320" cy="169920"/>
            </a:xfrm>
            <a:prstGeom prst="rect">
              <a:avLst/>
            </a:pr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296" name="Freeform 278"/>
            <p:cNvSpPr/>
            <p:nvPr/>
          </p:nvSpPr>
          <p:spPr>
            <a:xfrm>
              <a:off x="9111240" y="4201200"/>
              <a:ext cx="734040" cy="258120"/>
            </a:xfrm>
            <a:custGeom>
              <a:avLst/>
              <a:gdLst>
                <a:gd name="textAreaLeft" fmla="*/ 0 w 734040"/>
                <a:gd name="textAreaRight" fmla="*/ 734400 w 734040"/>
                <a:gd name="textAreaTop" fmla="*/ 0 h 258120"/>
                <a:gd name="textAreaBottom" fmla="*/ 258480 h 258120"/>
                <a:gd name="GluePoint1X" fmla="*/ 0 w 3783724"/>
                <a:gd name="GluePoint1Y" fmla="*/ 1313793 h 1324303"/>
                <a:gd name="GluePoint2X" fmla="*/ 0 w 3783724"/>
                <a:gd name="GluePoint2Y" fmla="*/ 1313793 h 1324303"/>
                <a:gd name="GluePoint3X" fmla="*/ 252248 w 3783724"/>
                <a:gd name="GluePoint3Y" fmla="*/ 0 h 1324303"/>
                <a:gd name="GluePoint4X" fmla="*/ 3415862 w 3783724"/>
                <a:gd name="GluePoint4Y" fmla="*/ 21020 h 1324303"/>
                <a:gd name="GluePoint5X" fmla="*/ 3783724 w 3783724"/>
                <a:gd name="GluePoint5Y" fmla="*/ 1324303 h 1324303"/>
                <a:gd name="GluePoint6X" fmla="*/ 0 w 3783724"/>
                <a:gd name="GluePoint6Y" fmla="*/ 1313793 h 13243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1297" name="Group 279"/>
            <p:cNvGrpSpPr/>
            <p:nvPr/>
          </p:nvGrpSpPr>
          <p:grpSpPr>
            <a:xfrm>
              <a:off x="9162000" y="4231080"/>
              <a:ext cx="621360" cy="207720"/>
              <a:chOff x="9162000" y="4231080"/>
              <a:chExt cx="621360" cy="207720"/>
            </a:xfrm>
          </p:grpSpPr>
          <p:sp>
            <p:nvSpPr>
              <p:cNvPr id="11298" name="Freeform 280"/>
              <p:cNvSpPr/>
              <p:nvPr/>
            </p:nvSpPr>
            <p:spPr>
              <a:xfrm>
                <a:off x="9179280" y="4231080"/>
                <a:ext cx="587520" cy="116280"/>
              </a:xfrm>
              <a:custGeom>
                <a:avLst/>
                <a:gdLst>
                  <a:gd name="textAreaLeft" fmla="*/ 0 w 587520"/>
                  <a:gd name="textAreaRight" fmla="*/ 587880 w 587520"/>
                  <a:gd name="textAreaTop" fmla="*/ 0 h 116280"/>
                  <a:gd name="textAreaBottom" fmla="*/ 116640 h 11628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299" name="Freeform 281"/>
              <p:cNvSpPr/>
              <p:nvPr/>
            </p:nvSpPr>
            <p:spPr>
              <a:xfrm>
                <a:off x="9564120" y="4330800"/>
                <a:ext cx="219240" cy="10008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00080"/>
                  <a:gd name="textAreaBottom" fmla="*/ 100440 h 10008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00" name="Freeform 282"/>
              <p:cNvSpPr/>
              <p:nvPr/>
            </p:nvSpPr>
            <p:spPr>
              <a:xfrm>
                <a:off x="9162000" y="4330800"/>
                <a:ext cx="215280" cy="98640"/>
              </a:xfrm>
              <a:custGeom>
                <a:avLst/>
                <a:gdLst>
                  <a:gd name="textAreaLeft" fmla="*/ 0 w 215280"/>
                  <a:gd name="textAreaRight" fmla="*/ 215640 w 215280"/>
                  <a:gd name="textAreaTop" fmla="*/ 0 h 98640"/>
                  <a:gd name="textAreaBottom" fmla="*/ 99000 h 9864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01" name="Freeform 283"/>
              <p:cNvSpPr/>
              <p:nvPr/>
            </p:nvSpPr>
            <p:spPr>
              <a:xfrm>
                <a:off x="9236880" y="4281840"/>
                <a:ext cx="468360" cy="156960"/>
              </a:xfrm>
              <a:custGeom>
                <a:avLst/>
                <a:gdLst>
                  <a:gd name="textAreaLeft" fmla="*/ 0 w 468360"/>
                  <a:gd name="textAreaRight" fmla="*/ 468720 w 468360"/>
                  <a:gd name="textAreaTop" fmla="*/ 0 h 156960"/>
                  <a:gd name="textAreaBottom" fmla="*/ 157320 h 15696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1302" name="Group 345"/>
          <p:cNvGrpSpPr/>
          <p:nvPr/>
        </p:nvGrpSpPr>
        <p:grpSpPr>
          <a:xfrm>
            <a:off x="6198480" y="2248560"/>
            <a:ext cx="2435400" cy="1272600"/>
            <a:chOff x="6198480" y="2248560"/>
            <a:chExt cx="2435400" cy="1272600"/>
          </a:xfrm>
        </p:grpSpPr>
        <p:sp>
          <p:nvSpPr>
            <p:cNvPr id="11303" name="Freeform 337"/>
            <p:cNvSpPr/>
            <p:nvPr/>
          </p:nvSpPr>
          <p:spPr>
            <a:xfrm flipH="1">
              <a:off x="6848280" y="2692080"/>
              <a:ext cx="1785600" cy="829080"/>
            </a:xfrm>
            <a:custGeom>
              <a:avLst/>
              <a:gdLst>
                <a:gd name="textAreaLeft" fmla="*/ 360 w 1785600"/>
                <a:gd name="textAreaRight" fmla="*/ 1786320 w 1785600"/>
                <a:gd name="textAreaTop" fmla="*/ 0 h 829080"/>
                <a:gd name="textAreaBottom" fmla="*/ 829440 h 829080"/>
                <a:gd name="GluePoint1X" fmla="*/ 81411 w 1786022"/>
                <a:gd name="GluePoint1Y" fmla="*/ 393603 h 829414"/>
                <a:gd name="GluePoint2X" fmla="*/ 429371 w 1786022"/>
                <a:gd name="GluePoint2Y" fmla="*/ 0 h 829414"/>
                <a:gd name="GluePoint3X" fmla="*/ 1786022 w 1786022"/>
                <a:gd name="GluePoint3Y" fmla="*/ 325786 h 829414"/>
                <a:gd name="GluePoint4X" fmla="*/ 0 w 1786022"/>
                <a:gd name="GluePoint4Y" fmla="*/ 829414 h 829414"/>
                <a:gd name="GluePoint5X" fmla="*/ 81411 w 1786022"/>
                <a:gd name="GluePoint5Y" fmla="*/ 393603 h 8294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86022" h="829414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56000"/>
                  </a:srgbClr>
                </a:gs>
                <a:gs pos="100000">
                  <a:srgbClr val="D9D9D9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304" name="Oval 280"/>
            <p:cNvSpPr/>
            <p:nvPr/>
          </p:nvSpPr>
          <p:spPr>
            <a:xfrm>
              <a:off x="6198480" y="2248560"/>
              <a:ext cx="2047680" cy="77148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>
                  <a:lumMod val="65000"/>
                  <a:lumOff val="3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5" name="Text Box 276"/>
            <p:cNvSpPr/>
            <p:nvPr/>
          </p:nvSpPr>
          <p:spPr>
            <a:xfrm>
              <a:off x="6252120" y="2334240"/>
              <a:ext cx="1978200" cy="55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managing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server/controller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06" name="Group 340"/>
            <p:cNvGrpSpPr/>
            <p:nvPr/>
          </p:nvGrpSpPr>
          <p:grpSpPr>
            <a:xfrm>
              <a:off x="6396120" y="2810880"/>
              <a:ext cx="820080" cy="394920"/>
              <a:chOff x="6396120" y="2810880"/>
              <a:chExt cx="820080" cy="394920"/>
            </a:xfrm>
          </p:grpSpPr>
          <p:sp>
            <p:nvSpPr>
              <p:cNvPr id="11307" name="Can 341"/>
              <p:cNvSpPr/>
              <p:nvPr/>
            </p:nvSpPr>
            <p:spPr>
              <a:xfrm>
                <a:off x="6396120" y="2810880"/>
                <a:ext cx="820080" cy="39492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E7E6E6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08" name="Text Box 305"/>
              <p:cNvSpPr/>
              <p:nvPr/>
            </p:nvSpPr>
            <p:spPr>
              <a:xfrm>
                <a:off x="6522480" y="2883600"/>
                <a:ext cx="53928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A8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309" name="Group 284"/>
          <p:cNvGrpSpPr/>
          <p:nvPr/>
        </p:nvGrpSpPr>
        <p:grpSpPr>
          <a:xfrm>
            <a:off x="9957960" y="3853440"/>
            <a:ext cx="682920" cy="378000"/>
            <a:chOff x="9957960" y="3853440"/>
            <a:chExt cx="682920" cy="378000"/>
          </a:xfrm>
        </p:grpSpPr>
        <p:sp>
          <p:nvSpPr>
            <p:cNvPr id="11310" name="Freeform 285"/>
            <p:cNvSpPr/>
            <p:nvPr/>
          </p:nvSpPr>
          <p:spPr>
            <a:xfrm>
              <a:off x="9957960" y="3984480"/>
              <a:ext cx="682920" cy="246960"/>
            </a:xfrm>
            <a:custGeom>
              <a:avLst/>
              <a:gdLst>
                <a:gd name="textAreaLeft" fmla="*/ 0 w 682920"/>
                <a:gd name="textAreaRight" fmla="*/ 683280 w 682920"/>
                <a:gd name="textAreaTop" fmla="*/ 0 h 246960"/>
                <a:gd name="textAreaBottom" fmla="*/ 247320 h 2469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1" name="Oval 286"/>
            <p:cNvSpPr/>
            <p:nvPr/>
          </p:nvSpPr>
          <p:spPr>
            <a:xfrm>
              <a:off x="9958320" y="3853440"/>
              <a:ext cx="681840" cy="2448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12" name="Group 287"/>
            <p:cNvGrpSpPr/>
            <p:nvPr/>
          </p:nvGrpSpPr>
          <p:grpSpPr>
            <a:xfrm>
              <a:off x="10059120" y="3884400"/>
              <a:ext cx="479880" cy="179640"/>
              <a:chOff x="10059120" y="3884400"/>
              <a:chExt cx="479880" cy="179640"/>
            </a:xfrm>
          </p:grpSpPr>
          <p:sp>
            <p:nvSpPr>
              <p:cNvPr id="11313" name="Freeform 288"/>
              <p:cNvSpPr/>
              <p:nvPr/>
            </p:nvSpPr>
            <p:spPr>
              <a:xfrm>
                <a:off x="10072440" y="3884400"/>
                <a:ext cx="453960" cy="100440"/>
              </a:xfrm>
              <a:custGeom>
                <a:avLst/>
                <a:gdLst>
                  <a:gd name="textAreaLeft" fmla="*/ 0 w 453960"/>
                  <a:gd name="textAreaRight" fmla="*/ 454320 w 453960"/>
                  <a:gd name="textAreaTop" fmla="*/ 0 h 100440"/>
                  <a:gd name="textAreaBottom" fmla="*/ 100800 h 10044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14" name="Freeform 289"/>
              <p:cNvSpPr/>
              <p:nvPr/>
            </p:nvSpPr>
            <p:spPr>
              <a:xfrm>
                <a:off x="10369800" y="3970800"/>
                <a:ext cx="169200" cy="86400"/>
              </a:xfrm>
              <a:custGeom>
                <a:avLst/>
                <a:gdLst>
                  <a:gd name="textAreaLeft" fmla="*/ 0 w 169200"/>
                  <a:gd name="textAreaRight" fmla="*/ 169560 w 169200"/>
                  <a:gd name="textAreaTop" fmla="*/ 0 h 86400"/>
                  <a:gd name="textAreaBottom" fmla="*/ 86760 h 864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1760" rIns="90000" bIns="417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15" name="Freeform 290"/>
              <p:cNvSpPr/>
              <p:nvPr/>
            </p:nvSpPr>
            <p:spPr>
              <a:xfrm>
                <a:off x="10059120" y="3970800"/>
                <a:ext cx="166320" cy="85320"/>
              </a:xfrm>
              <a:custGeom>
                <a:avLst/>
                <a:gdLst>
                  <a:gd name="textAreaLeft" fmla="*/ 0 w 166320"/>
                  <a:gd name="textAreaRight" fmla="*/ 166680 w 166320"/>
                  <a:gd name="textAreaTop" fmla="*/ 0 h 85320"/>
                  <a:gd name="textAreaBottom" fmla="*/ 85680 h 853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0680" rIns="90000" bIns="40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16" name="Freeform 291"/>
              <p:cNvSpPr/>
              <p:nvPr/>
            </p:nvSpPr>
            <p:spPr>
              <a:xfrm>
                <a:off x="10117080" y="3928320"/>
                <a:ext cx="361800" cy="13572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135720"/>
                  <a:gd name="textAreaBottom" fmla="*/ 136080 h 1357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1317" name="Group 44"/>
          <p:cNvGrpSpPr/>
          <p:nvPr/>
        </p:nvGrpSpPr>
        <p:grpSpPr>
          <a:xfrm>
            <a:off x="9439200" y="2593080"/>
            <a:ext cx="902880" cy="726840"/>
            <a:chOff x="9439200" y="2593080"/>
            <a:chExt cx="902880" cy="726840"/>
          </a:xfrm>
        </p:grpSpPr>
        <p:pic>
          <p:nvPicPr>
            <p:cNvPr id="11318" name="Picture 45" descr="desktop_computer_stylized_medium"/>
            <p:cNvPicPr/>
            <p:nvPr/>
          </p:nvPicPr>
          <p:blipFill>
            <a:blip r:embed="rId1"/>
            <a:stretch/>
          </p:blipFill>
          <p:spPr>
            <a:xfrm flipH="1">
              <a:off x="9439200" y="2593080"/>
              <a:ext cx="902880" cy="726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319" name="Freeform 46"/>
            <p:cNvSpPr/>
            <p:nvPr/>
          </p:nvSpPr>
          <p:spPr>
            <a:xfrm flipH="1">
              <a:off x="9822960" y="2662920"/>
              <a:ext cx="438840" cy="332640"/>
            </a:xfrm>
            <a:custGeom>
              <a:avLst/>
              <a:gdLst>
                <a:gd name="textAreaLeft" fmla="*/ -360 w 438840"/>
                <a:gd name="textAreaRight" fmla="*/ 438840 w 438840"/>
                <a:gd name="textAreaTop" fmla="*/ 0 h 332640"/>
                <a:gd name="textAreaBottom" fmla="*/ 333000 h 332640"/>
                <a:gd name="GluePoint1X" fmla="*/ 0 w 356"/>
                <a:gd name="GluePoint1Y" fmla="*/ 0 h 368"/>
                <a:gd name="GluePoint2X" fmla="*/ 1296 w 356"/>
                <a:gd name="GluePoint2Y" fmla="*/ 69 h 368"/>
                <a:gd name="GluePoint3X" fmla="*/ 1537 w 356"/>
                <a:gd name="GluePoint3Y" fmla="*/ 1447 h 368"/>
                <a:gd name="GluePoint4X" fmla="*/ 339 w 356"/>
                <a:gd name="GluePoint4Y" fmla="*/ 1810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20" name="Group 373"/>
          <p:cNvGrpSpPr/>
          <p:nvPr/>
        </p:nvGrpSpPr>
        <p:grpSpPr>
          <a:xfrm>
            <a:off x="7290360" y="2181240"/>
            <a:ext cx="3471120" cy="2974320"/>
            <a:chOff x="7290360" y="2181240"/>
            <a:chExt cx="3471120" cy="2974320"/>
          </a:xfrm>
        </p:grpSpPr>
        <p:cxnSp>
          <p:nvCxnSpPr>
            <p:cNvPr id="11321" name="Straight Arrow Connector 356"/>
            <p:cNvCxnSpPr/>
            <p:nvPr/>
          </p:nvCxnSpPr>
          <p:spPr>
            <a:xfrm>
              <a:off x="7292880" y="3034800"/>
              <a:ext cx="360" cy="2121120"/>
            </a:xfrm>
            <a:prstGeom prst="straightConnector1">
              <a:avLst/>
            </a:prstGeom>
            <a:ln w="34925">
              <a:solidFill>
                <a:srgbClr val="C00000"/>
              </a:solidFill>
              <a:headEnd len="med" type="triangle" w="med"/>
              <a:tailEnd len="med" type="triangle" w="med"/>
            </a:ln>
          </p:spPr>
        </p:cxnSp>
        <p:cxnSp>
          <p:nvCxnSpPr>
            <p:cNvPr id="11322" name="Straight Arrow Connector 358"/>
            <p:cNvCxnSpPr/>
            <p:nvPr/>
          </p:nvCxnSpPr>
          <p:spPr>
            <a:xfrm>
              <a:off x="7290360" y="3042000"/>
              <a:ext cx="3471480" cy="1856880"/>
            </a:xfrm>
            <a:prstGeom prst="straightConnector1">
              <a:avLst/>
            </a:prstGeom>
            <a:ln w="34925">
              <a:solidFill>
                <a:srgbClr val="C00000"/>
              </a:solidFill>
              <a:headEnd len="med" type="triangle" w="med"/>
              <a:tailEnd len="med" type="triangle" w="med"/>
            </a:ln>
          </p:spPr>
        </p:cxnSp>
        <p:cxnSp>
          <p:nvCxnSpPr>
            <p:cNvPr id="11323" name="Straight Arrow Connector 360"/>
            <p:cNvCxnSpPr/>
            <p:nvPr/>
          </p:nvCxnSpPr>
          <p:spPr>
            <a:xfrm>
              <a:off x="7290360" y="3048840"/>
              <a:ext cx="3295080" cy="599760"/>
            </a:xfrm>
            <a:prstGeom prst="straightConnector1">
              <a:avLst/>
            </a:prstGeom>
            <a:ln w="34925">
              <a:solidFill>
                <a:srgbClr val="C00000"/>
              </a:solidFill>
              <a:headEnd len="med" type="triangle" w="med"/>
              <a:tailEnd len="med" type="triangle" w="med"/>
            </a:ln>
          </p:spPr>
        </p:cxnSp>
        <p:cxnSp>
          <p:nvCxnSpPr>
            <p:cNvPr id="11324" name="Straight Arrow Connector 364"/>
            <p:cNvCxnSpPr/>
            <p:nvPr/>
          </p:nvCxnSpPr>
          <p:spPr>
            <a:xfrm flipV="1">
              <a:off x="7300440" y="2181240"/>
              <a:ext cx="3084840" cy="861120"/>
            </a:xfrm>
            <a:prstGeom prst="straightConnector1">
              <a:avLst/>
            </a:prstGeom>
            <a:ln w="34925">
              <a:solidFill>
                <a:srgbClr val="C00000"/>
              </a:solidFill>
              <a:headEnd len="med" type="triangle" w="med"/>
              <a:tailEnd len="med" type="triangle" w="med"/>
            </a:ln>
          </p:spPr>
        </p:cxnSp>
        <p:cxnSp>
          <p:nvCxnSpPr>
            <p:cNvPr id="11325" name="Straight Arrow Connector 366"/>
            <p:cNvCxnSpPr/>
            <p:nvPr/>
          </p:nvCxnSpPr>
          <p:spPr>
            <a:xfrm>
              <a:off x="7293600" y="3045240"/>
              <a:ext cx="458640" cy="838440"/>
            </a:xfrm>
            <a:prstGeom prst="straightConnector1">
              <a:avLst/>
            </a:prstGeom>
            <a:ln w="34925">
              <a:solidFill>
                <a:srgbClr val="C00000"/>
              </a:solidFill>
              <a:headEnd len="med" type="triangle" w="med"/>
              <a:tailEnd len="med" type="triangle" w="med"/>
            </a:ln>
          </p:spPr>
        </p:cxnSp>
      </p:grpSp>
      <p:sp>
        <p:nvSpPr>
          <p:cNvPr id="11326" name="Rectangle 3"/>
          <p:cNvSpPr/>
          <p:nvPr/>
        </p:nvSpPr>
        <p:spPr>
          <a:xfrm>
            <a:off x="564480" y="1441440"/>
            <a:ext cx="5560560" cy="12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1303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0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CLI 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(Command Line Interface)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operator issues (types, scripts) direct to individual devices (e.g., vis ssh)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7" name="Rectangle 3"/>
          <p:cNvSpPr/>
          <p:nvPr/>
        </p:nvSpPr>
        <p:spPr>
          <a:xfrm>
            <a:off x="595800" y="2673360"/>
            <a:ext cx="5441400" cy="15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303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0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SNMP/MIB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operator queries/sets devices data (MIB) using Simple Network Management Protocol (SNMP)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8" name="Rectangle 3"/>
          <p:cNvSpPr/>
          <p:nvPr/>
        </p:nvSpPr>
        <p:spPr>
          <a:xfrm>
            <a:off x="595800" y="4232160"/>
            <a:ext cx="6102360" cy="23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130320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NETCONF/YANG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more abstract, network-wide, holistic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emphasis on multi-device configuration management.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YANG: data modeling language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NETCONF: communicate YANG-compatible actions/data to/from/among remote devices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889" dur="indefinite" restart="never" nodeType="tmRoot">
          <p:childTnLst>
            <p:seq>
              <p:cTn id="2890" dur="indefinite" nodeType="mainSeq">
                <p:childTnLst>
                  <p:par>
                    <p:cTn id="2891" fill="hold">
                      <p:stCondLst>
                        <p:cond delay="indefinite"/>
                      </p:stCondLst>
                      <p:childTnLst>
                        <p:par>
                          <p:cTn id="2892" fill="hold">
                            <p:stCondLst>
                              <p:cond delay="0"/>
                            </p:stCondLst>
                            <p:childTnLst>
                              <p:par>
                                <p:cTn id="289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95" dur="500"/>
                                        <p:tgtEl>
                                          <p:spTgt spid="1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6" fill="hold">
                      <p:stCondLst>
                        <p:cond delay="indefinite"/>
                      </p:stCondLst>
                      <p:childTnLst>
                        <p:par>
                          <p:cTn id="2897" fill="hold">
                            <p:stCondLst>
                              <p:cond delay="0"/>
                            </p:stCondLst>
                            <p:childTnLst>
                              <p:par>
                                <p:cTn id="289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00" dur="500"/>
                                        <p:tgtEl>
                                          <p:spTgt spid="1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9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SNMP protocol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330" name="PlaceHolder 2"/>
          <p:cNvSpPr>
            <a:spLocks noGrp="1"/>
          </p:cNvSpPr>
          <p:nvPr>
            <p:ph type="sldNum" idx="9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D5C6EFE7-ED10-441C-82A2-FED1BD4717F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107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331" name="Group 184"/>
          <p:cNvGrpSpPr/>
          <p:nvPr/>
        </p:nvGrpSpPr>
        <p:grpSpPr>
          <a:xfrm>
            <a:off x="1343880" y="1928520"/>
            <a:ext cx="4230360" cy="4182480"/>
            <a:chOff x="1343880" y="1928520"/>
            <a:chExt cx="4230360" cy="4182480"/>
          </a:xfrm>
        </p:grpSpPr>
        <p:sp>
          <p:nvSpPr>
            <p:cNvPr id="11332" name="Freeform 2"/>
            <p:cNvSpPr/>
            <p:nvPr/>
          </p:nvSpPr>
          <p:spPr>
            <a:xfrm rot="16383600">
              <a:off x="2183760" y="2793600"/>
              <a:ext cx="4057200" cy="2451960"/>
            </a:xfrm>
            <a:custGeom>
              <a:avLst/>
              <a:gdLst>
                <a:gd name="textAreaLeft" fmla="*/ 0 w 4057200"/>
                <a:gd name="textAreaRight" fmla="*/ 4057560 w 4057200"/>
                <a:gd name="textAreaTop" fmla="*/ 0 h 2451960"/>
                <a:gd name="textAreaBottom" fmla="*/ 2452320 h 2451960"/>
                <a:gd name="GluePoint1X" fmla="*/ 6 w 1794"/>
                <a:gd name="GluePoint1Y" fmla="*/ 483 h 933"/>
                <a:gd name="GluePoint2X" fmla="*/ 108 w 1794"/>
                <a:gd name="GluePoint2Y" fmla="*/ 125 h 933"/>
                <a:gd name="GluePoint3X" fmla="*/ 559 w 1794"/>
                <a:gd name="GluePoint3Y" fmla="*/ 100 h 933"/>
                <a:gd name="GluePoint4X" fmla="*/ 1128 w 1794"/>
                <a:gd name="GluePoint4Y" fmla="*/ 29 h 933"/>
                <a:gd name="GluePoint5X" fmla="*/ 1716 w 1794"/>
                <a:gd name="GluePoint5Y" fmla="*/ 275 h 933"/>
                <a:gd name="GluePoint6X" fmla="*/ 1596 w 1794"/>
                <a:gd name="GluePoint6Y" fmla="*/ 827 h 933"/>
                <a:gd name="GluePoint7X" fmla="*/ 1380 w 1794"/>
                <a:gd name="GluePoint7Y" fmla="*/ 911 h 933"/>
                <a:gd name="GluePoint8X" fmla="*/ 840 w 1794"/>
                <a:gd name="GluePoint8Y" fmla="*/ 929 h 933"/>
                <a:gd name="GluePoint9X" fmla="*/ 414 w 1794"/>
                <a:gd name="GluePoint9Y" fmla="*/ 911 h 933"/>
                <a:gd name="GluePoint10X" fmla="*/ 143 w 1794"/>
                <a:gd name="GluePoint10Y" fmla="*/ 832 h 933"/>
                <a:gd name="GluePoint11X" fmla="*/ 6 w 1794"/>
                <a:gd name="GluePoint11Y" fmla="*/ 483 h 9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3" name="Line 252"/>
            <p:cNvSpPr/>
            <p:nvPr/>
          </p:nvSpPr>
          <p:spPr>
            <a:xfrm flipV="1">
              <a:off x="4251960" y="3026160"/>
              <a:ext cx="338040" cy="104292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4" name="Line 254"/>
            <p:cNvSpPr/>
            <p:nvPr/>
          </p:nvSpPr>
          <p:spPr>
            <a:xfrm flipV="1">
              <a:off x="4482360" y="3980160"/>
              <a:ext cx="290160" cy="25164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5" name="Line 272"/>
            <p:cNvSpPr/>
            <p:nvPr/>
          </p:nvSpPr>
          <p:spPr>
            <a:xfrm>
              <a:off x="4485240" y="4470840"/>
              <a:ext cx="372960" cy="55404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6" name="Line 272"/>
            <p:cNvSpPr/>
            <p:nvPr/>
          </p:nvSpPr>
          <p:spPr>
            <a:xfrm>
              <a:off x="3677040" y="3521520"/>
              <a:ext cx="371520" cy="55404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7" name="Line 272"/>
            <p:cNvSpPr/>
            <p:nvPr/>
          </p:nvSpPr>
          <p:spPr>
            <a:xfrm flipH="1">
              <a:off x="3891600" y="4459680"/>
              <a:ext cx="309600" cy="102384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8" name="Text Box 333"/>
            <p:cNvSpPr/>
            <p:nvPr/>
          </p:nvSpPr>
          <p:spPr>
            <a:xfrm>
              <a:off x="2198160" y="5676840"/>
              <a:ext cx="148932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managed device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39" name="Group 906"/>
            <p:cNvGrpSpPr/>
            <p:nvPr/>
          </p:nvGrpSpPr>
          <p:grpSpPr>
            <a:xfrm>
              <a:off x="4730040" y="5018760"/>
              <a:ext cx="366120" cy="578880"/>
              <a:chOff x="4730040" y="5018760"/>
              <a:chExt cx="366120" cy="578880"/>
            </a:xfrm>
          </p:grpSpPr>
          <p:sp>
            <p:nvSpPr>
              <p:cNvPr id="11340" name="Freeform 907"/>
              <p:cNvSpPr/>
              <p:nvPr/>
            </p:nvSpPr>
            <p:spPr>
              <a:xfrm>
                <a:off x="5020200" y="5019480"/>
                <a:ext cx="72360" cy="55260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552600"/>
                  <a:gd name="textAreaBottom" fmla="*/ 552960 h 552600"/>
                  <a:gd name="GluePoint1X" fmla="*/ 21 w 354"/>
                  <a:gd name="GluePoint1Y" fmla="*/ 0 h 2742"/>
                  <a:gd name="GluePoint2X" fmla="*/ 116 w 354"/>
                  <a:gd name="GluePoint2Y" fmla="*/ 137 h 2742"/>
                  <a:gd name="GluePoint3X" fmla="*/ 114 w 354"/>
                  <a:gd name="GluePoint3Y" fmla="*/ 1057 h 2742"/>
                  <a:gd name="GluePoint4X" fmla="*/ 0 w 354"/>
                  <a:gd name="GluePoint4Y" fmla="*/ 1105 h 2742"/>
                  <a:gd name="GluePoint5X" fmla="*/ 21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1" name="Rectangle 908"/>
              <p:cNvSpPr/>
              <p:nvPr/>
            </p:nvSpPr>
            <p:spPr>
              <a:xfrm>
                <a:off x="4747320" y="5018760"/>
                <a:ext cx="268200" cy="55188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2" name="Freeform 909"/>
              <p:cNvSpPr/>
              <p:nvPr/>
            </p:nvSpPr>
            <p:spPr>
              <a:xfrm>
                <a:off x="5033880" y="5052600"/>
                <a:ext cx="43200" cy="511200"/>
              </a:xfrm>
              <a:custGeom>
                <a:avLst/>
                <a:gdLst>
                  <a:gd name="textAreaLeft" fmla="*/ 0 w 43200"/>
                  <a:gd name="textAreaRight" fmla="*/ 43560 w 43200"/>
                  <a:gd name="textAreaTop" fmla="*/ 0 h 511200"/>
                  <a:gd name="textAreaBottom" fmla="*/ 511560 h 511200"/>
                  <a:gd name="GluePoint1X" fmla="*/ 2 w 211"/>
                  <a:gd name="GluePoint1Y" fmla="*/ 0 h 2537"/>
                  <a:gd name="GluePoint2X" fmla="*/ 70 w 211"/>
                  <a:gd name="GluePoint2Y" fmla="*/ 88 h 2537"/>
                  <a:gd name="GluePoint3X" fmla="*/ 2 w 211"/>
                  <a:gd name="GluePoint3Y" fmla="*/ 1007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3" name="Freeform 910"/>
              <p:cNvSpPr/>
              <p:nvPr/>
            </p:nvSpPr>
            <p:spPr>
              <a:xfrm>
                <a:off x="5024160" y="5311440"/>
                <a:ext cx="67320" cy="45360"/>
              </a:xfrm>
              <a:custGeom>
                <a:avLst/>
                <a:gdLst>
                  <a:gd name="textAreaLeft" fmla="*/ 0 w 67320"/>
                  <a:gd name="textAreaRight" fmla="*/ 67680 w 67320"/>
                  <a:gd name="textAreaTop" fmla="*/ 0 h 45360"/>
                  <a:gd name="textAreaBottom" fmla="*/ 45720 h 45360"/>
                  <a:gd name="GluePoint1X" fmla="*/ 2 w 328"/>
                  <a:gd name="GluePoint1Y" fmla="*/ 0 h 226"/>
                  <a:gd name="GluePoint2X" fmla="*/ 109 w 328"/>
                  <a:gd name="GluePoint2Y" fmla="*/ 52 h 226"/>
                  <a:gd name="GluePoint3X" fmla="*/ 108 w 328"/>
                  <a:gd name="GluePoint3Y" fmla="*/ 92 h 226"/>
                  <a:gd name="GluePoint4X" fmla="*/ 0 w 328"/>
                  <a:gd name="GluePoint4Y" fmla="*/ 41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720" rIns="90000" bIns="72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4" name="Rectangle 911"/>
              <p:cNvSpPr/>
              <p:nvPr/>
            </p:nvSpPr>
            <p:spPr>
              <a:xfrm>
                <a:off x="4748760" y="5082120"/>
                <a:ext cx="151920" cy="108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3840" rIns="90000" bIns="-338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345" name="Group 912"/>
              <p:cNvGrpSpPr/>
              <p:nvPr/>
            </p:nvGrpSpPr>
            <p:grpSpPr>
              <a:xfrm>
                <a:off x="4887000" y="5075640"/>
                <a:ext cx="149040" cy="31320"/>
                <a:chOff x="4887000" y="5075640"/>
                <a:chExt cx="149040" cy="31320"/>
              </a:xfrm>
            </p:grpSpPr>
            <p:sp>
              <p:nvSpPr>
                <p:cNvPr id="11346" name="AutoShape 913"/>
                <p:cNvSpPr/>
                <p:nvPr/>
              </p:nvSpPr>
              <p:spPr>
                <a:xfrm>
                  <a:off x="4887000" y="5075640"/>
                  <a:ext cx="149040" cy="313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47" name="AutoShape 914"/>
                <p:cNvSpPr/>
                <p:nvPr/>
              </p:nvSpPr>
              <p:spPr>
                <a:xfrm>
                  <a:off x="4890240" y="5080320"/>
                  <a:ext cx="142560" cy="252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7000" rIns="90000" bIns="-27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348" name="Rectangle 915"/>
              <p:cNvSpPr/>
              <p:nvPr/>
            </p:nvSpPr>
            <p:spPr>
              <a:xfrm>
                <a:off x="4752000" y="5161680"/>
                <a:ext cx="151920" cy="108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3840" rIns="90000" bIns="-338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349" name="Group 916"/>
              <p:cNvGrpSpPr/>
              <p:nvPr/>
            </p:nvGrpSpPr>
            <p:grpSpPr>
              <a:xfrm>
                <a:off x="4885560" y="5155200"/>
                <a:ext cx="150480" cy="31320"/>
                <a:chOff x="4885560" y="5155200"/>
                <a:chExt cx="150480" cy="31320"/>
              </a:xfrm>
            </p:grpSpPr>
            <p:sp>
              <p:nvSpPr>
                <p:cNvPr id="11350" name="AutoShape 917"/>
                <p:cNvSpPr/>
                <p:nvPr/>
              </p:nvSpPr>
              <p:spPr>
                <a:xfrm>
                  <a:off x="4885560" y="5155200"/>
                  <a:ext cx="150480" cy="313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2320" rIns="90000" bIns="-223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51" name="AutoShape 918"/>
                <p:cNvSpPr/>
                <p:nvPr/>
              </p:nvSpPr>
              <p:spPr>
                <a:xfrm>
                  <a:off x="4888440" y="5158440"/>
                  <a:ext cx="144000" cy="252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7000" rIns="90000" bIns="-27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352" name="Rectangle 919"/>
              <p:cNvSpPr/>
              <p:nvPr/>
            </p:nvSpPr>
            <p:spPr>
              <a:xfrm>
                <a:off x="4748760" y="5244120"/>
                <a:ext cx="153360" cy="108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3840" rIns="90000" bIns="-338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3" name="Rectangle 920"/>
              <p:cNvSpPr/>
              <p:nvPr/>
            </p:nvSpPr>
            <p:spPr>
              <a:xfrm>
                <a:off x="4752000" y="5315760"/>
                <a:ext cx="153360" cy="108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3840" rIns="90000" bIns="-338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354" name="Group 921"/>
              <p:cNvGrpSpPr/>
              <p:nvPr/>
            </p:nvGrpSpPr>
            <p:grpSpPr>
              <a:xfrm>
                <a:off x="4882320" y="5309280"/>
                <a:ext cx="150480" cy="36000"/>
                <a:chOff x="4882320" y="5309280"/>
                <a:chExt cx="150480" cy="36000"/>
              </a:xfrm>
            </p:grpSpPr>
            <p:sp>
              <p:nvSpPr>
                <p:cNvPr id="11355" name="AutoShape 922"/>
                <p:cNvSpPr/>
                <p:nvPr/>
              </p:nvSpPr>
              <p:spPr>
                <a:xfrm>
                  <a:off x="4882320" y="5309280"/>
                  <a:ext cx="150480" cy="36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9080" rIns="90000" bIns="-1908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56" name="AutoShape 923"/>
                <p:cNvSpPr/>
                <p:nvPr/>
              </p:nvSpPr>
              <p:spPr>
                <a:xfrm>
                  <a:off x="4885560" y="5313960"/>
                  <a:ext cx="144000" cy="2988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3760" rIns="90000" bIns="-2376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357" name="Freeform 924"/>
              <p:cNvSpPr/>
              <p:nvPr/>
            </p:nvSpPr>
            <p:spPr>
              <a:xfrm>
                <a:off x="5025240" y="5242320"/>
                <a:ext cx="67320" cy="45000"/>
              </a:xfrm>
              <a:custGeom>
                <a:avLst/>
                <a:gdLst>
                  <a:gd name="textAreaLeft" fmla="*/ 0 w 67320"/>
                  <a:gd name="textAreaRight" fmla="*/ 67680 w 67320"/>
                  <a:gd name="textAreaTop" fmla="*/ 0 h 45000"/>
                  <a:gd name="textAreaBottom" fmla="*/ 45360 h 45000"/>
                  <a:gd name="GluePoint1X" fmla="*/ 2 w 328"/>
                  <a:gd name="GluePoint1Y" fmla="*/ 0 h 226"/>
                  <a:gd name="GluePoint2X" fmla="*/ 109 w 328"/>
                  <a:gd name="GluePoint2Y" fmla="*/ 51 h 226"/>
                  <a:gd name="GluePoint3X" fmla="*/ 108 w 328"/>
                  <a:gd name="GluePoint3Y" fmla="*/ 90 h 226"/>
                  <a:gd name="GluePoint4X" fmla="*/ 0 w 328"/>
                  <a:gd name="GluePoint4Y" fmla="*/ 39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60" rIns="90000" bIns="36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358" name="Group 925"/>
              <p:cNvGrpSpPr/>
              <p:nvPr/>
            </p:nvGrpSpPr>
            <p:grpSpPr>
              <a:xfrm>
                <a:off x="4883760" y="5236200"/>
                <a:ext cx="147240" cy="33120"/>
                <a:chOff x="4883760" y="5236200"/>
                <a:chExt cx="147240" cy="33120"/>
              </a:xfrm>
            </p:grpSpPr>
            <p:sp>
              <p:nvSpPr>
                <p:cNvPr id="11359" name="AutoShape 926"/>
                <p:cNvSpPr/>
                <p:nvPr/>
              </p:nvSpPr>
              <p:spPr>
                <a:xfrm>
                  <a:off x="4883760" y="5236200"/>
                  <a:ext cx="147240" cy="331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60" name="AutoShape 927"/>
                <p:cNvSpPr/>
                <p:nvPr/>
              </p:nvSpPr>
              <p:spPr>
                <a:xfrm>
                  <a:off x="4887000" y="5239080"/>
                  <a:ext cx="142560" cy="252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7000" rIns="90000" bIns="-27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361" name="Rectangle 928"/>
              <p:cNvSpPr/>
              <p:nvPr/>
            </p:nvSpPr>
            <p:spPr>
              <a:xfrm>
                <a:off x="5015520" y="5018760"/>
                <a:ext cx="17280" cy="55368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2" name="Freeform 929"/>
              <p:cNvSpPr/>
              <p:nvPr/>
            </p:nvSpPr>
            <p:spPr>
              <a:xfrm>
                <a:off x="5031360" y="5158440"/>
                <a:ext cx="60480" cy="51120"/>
              </a:xfrm>
              <a:custGeom>
                <a:avLst/>
                <a:gdLst>
                  <a:gd name="textAreaLeft" fmla="*/ 0 w 60480"/>
                  <a:gd name="textAreaRight" fmla="*/ 60840 w 60480"/>
                  <a:gd name="textAreaTop" fmla="*/ 0 h 51120"/>
                  <a:gd name="textAreaBottom" fmla="*/ 51480 h 51120"/>
                  <a:gd name="GluePoint1X" fmla="*/ 2 w 296"/>
                  <a:gd name="GluePoint1Y" fmla="*/ 0 h 256"/>
                  <a:gd name="GluePoint2X" fmla="*/ 96 w 296"/>
                  <a:gd name="GluePoint2Y" fmla="*/ 57 h 256"/>
                  <a:gd name="GluePoint3X" fmla="*/ 98 w 296"/>
                  <a:gd name="GluePoint3Y" fmla="*/ 102 h 256"/>
                  <a:gd name="GluePoint4X" fmla="*/ 0 w 296"/>
                  <a:gd name="GluePoint4Y" fmla="*/ 39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6480" rIns="90000" bIns="648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3" name="Freeform 930"/>
              <p:cNvSpPr/>
              <p:nvPr/>
            </p:nvSpPr>
            <p:spPr>
              <a:xfrm>
                <a:off x="5032440" y="5079240"/>
                <a:ext cx="62280" cy="57600"/>
              </a:xfrm>
              <a:custGeom>
                <a:avLst/>
                <a:gdLst>
                  <a:gd name="textAreaLeft" fmla="*/ 0 w 62280"/>
                  <a:gd name="textAreaRight" fmla="*/ 62640 w 62280"/>
                  <a:gd name="textAreaTop" fmla="*/ 0 h 57600"/>
                  <a:gd name="textAreaBottom" fmla="*/ 57960 h 57600"/>
                  <a:gd name="GluePoint1X" fmla="*/ 0 w 304"/>
                  <a:gd name="GluePoint1Y" fmla="*/ 0 h 288"/>
                  <a:gd name="GluePoint2X" fmla="*/ 101 w 304"/>
                  <a:gd name="GluePoint2Y" fmla="*/ 66 h 288"/>
                  <a:gd name="GluePoint3X" fmla="*/ 95 w 304"/>
                  <a:gd name="GluePoint3Y" fmla="*/ 116 h 288"/>
                  <a:gd name="GluePoint4X" fmla="*/ 2 w 304"/>
                  <a:gd name="GluePoint4Y" fmla="*/ 50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2960" rIns="90000" bIns="1296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4" name="Oval 931"/>
              <p:cNvSpPr/>
              <p:nvPr/>
            </p:nvSpPr>
            <p:spPr>
              <a:xfrm>
                <a:off x="5083920" y="5545440"/>
                <a:ext cx="12240" cy="2340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080" rIns="90000" bIns="-2808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5" name="Freeform 932"/>
              <p:cNvSpPr/>
              <p:nvPr/>
            </p:nvSpPr>
            <p:spPr>
              <a:xfrm>
                <a:off x="5028840" y="5546880"/>
                <a:ext cx="62640" cy="47880"/>
              </a:xfrm>
              <a:custGeom>
                <a:avLst/>
                <a:gdLst>
                  <a:gd name="textAreaLeft" fmla="*/ 0 w 62640"/>
                  <a:gd name="textAreaRight" fmla="*/ 63000 w 62640"/>
                  <a:gd name="textAreaTop" fmla="*/ 0 h 47880"/>
                  <a:gd name="textAreaBottom" fmla="*/ 48240 h 47880"/>
                  <a:gd name="GluePoint1X" fmla="*/ 0 w 306"/>
                  <a:gd name="GluePoint1Y" fmla="*/ 43 h 240"/>
                  <a:gd name="GluePoint2X" fmla="*/ 2 w 306"/>
                  <a:gd name="GluePoint2Y" fmla="*/ 97 h 240"/>
                  <a:gd name="GluePoint3X" fmla="*/ 101 w 306"/>
                  <a:gd name="GluePoint3Y" fmla="*/ 44 h 240"/>
                  <a:gd name="GluePoint4X" fmla="*/ 98 w 306"/>
                  <a:gd name="GluePoint4Y" fmla="*/ 0 h 240"/>
                  <a:gd name="GluePoint5X" fmla="*/ 0 w 306"/>
                  <a:gd name="GluePoint5Y" fmla="*/ 43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240" rIns="90000" bIns="324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6" name="AutoShape 933"/>
              <p:cNvSpPr/>
              <p:nvPr/>
            </p:nvSpPr>
            <p:spPr>
              <a:xfrm>
                <a:off x="4730040" y="5563080"/>
                <a:ext cx="307800" cy="3456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0520" rIns="90000" bIns="-205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7" name="AutoShape 934"/>
              <p:cNvSpPr/>
              <p:nvPr/>
            </p:nvSpPr>
            <p:spPr>
              <a:xfrm>
                <a:off x="4747320" y="5571000"/>
                <a:ext cx="274320" cy="1872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31320" rIns="90000" bIns="-313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8" name="Oval 935"/>
              <p:cNvSpPr/>
              <p:nvPr/>
            </p:nvSpPr>
            <p:spPr>
              <a:xfrm>
                <a:off x="4772880" y="5491800"/>
                <a:ext cx="40680" cy="331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1240" rIns="90000" bIns="-212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9" name="Oval 936"/>
              <p:cNvSpPr/>
              <p:nvPr/>
            </p:nvSpPr>
            <p:spPr>
              <a:xfrm>
                <a:off x="4818600" y="5491800"/>
                <a:ext cx="40680" cy="3456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0520" rIns="90000" bIns="-20520" anchor="ctr">
                <a:noAutofit/>
              </a:bodyPr>
              <a:p>
                <a:endPara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0" name="Oval 937"/>
              <p:cNvSpPr/>
              <p:nvPr/>
            </p:nvSpPr>
            <p:spPr>
              <a:xfrm>
                <a:off x="4864680" y="5490360"/>
                <a:ext cx="39240" cy="3456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0520" rIns="90000" bIns="-2052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1" name="Rectangle 938"/>
              <p:cNvSpPr/>
              <p:nvPr/>
            </p:nvSpPr>
            <p:spPr>
              <a:xfrm>
                <a:off x="4966560" y="5358600"/>
                <a:ext cx="21600" cy="18360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372" name="Group 84"/>
            <p:cNvGrpSpPr/>
            <p:nvPr/>
          </p:nvGrpSpPr>
          <p:grpSpPr>
            <a:xfrm>
              <a:off x="3488760" y="5407200"/>
              <a:ext cx="682920" cy="378000"/>
              <a:chOff x="3488760" y="5407200"/>
              <a:chExt cx="682920" cy="378000"/>
            </a:xfrm>
          </p:grpSpPr>
          <p:sp>
            <p:nvSpPr>
              <p:cNvPr id="11373" name="Freeform 85"/>
              <p:cNvSpPr/>
              <p:nvPr/>
            </p:nvSpPr>
            <p:spPr>
              <a:xfrm>
                <a:off x="3488760" y="5538240"/>
                <a:ext cx="682920" cy="246960"/>
              </a:xfrm>
              <a:custGeom>
                <a:avLst/>
                <a:gdLst>
                  <a:gd name="textAreaLeft" fmla="*/ 0 w 682920"/>
                  <a:gd name="textAreaRight" fmla="*/ 683280 w 682920"/>
                  <a:gd name="textAreaTop" fmla="*/ 0 h 246960"/>
                  <a:gd name="textAreaBottom" fmla="*/ 247320 h 24696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4" name="Oval 86"/>
              <p:cNvSpPr/>
              <p:nvPr/>
            </p:nvSpPr>
            <p:spPr>
              <a:xfrm>
                <a:off x="3489120" y="5407200"/>
                <a:ext cx="681840" cy="24480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375" name="Group 87"/>
              <p:cNvGrpSpPr/>
              <p:nvPr/>
            </p:nvGrpSpPr>
            <p:grpSpPr>
              <a:xfrm>
                <a:off x="3589920" y="5438160"/>
                <a:ext cx="479880" cy="179640"/>
                <a:chOff x="3589920" y="5438160"/>
                <a:chExt cx="479880" cy="179640"/>
              </a:xfrm>
            </p:grpSpPr>
            <p:sp>
              <p:nvSpPr>
                <p:cNvPr id="11376" name="Freeform 88"/>
                <p:cNvSpPr/>
                <p:nvPr/>
              </p:nvSpPr>
              <p:spPr>
                <a:xfrm>
                  <a:off x="3603240" y="5438160"/>
                  <a:ext cx="453960" cy="100440"/>
                </a:xfrm>
                <a:custGeom>
                  <a:avLst/>
                  <a:gdLst>
                    <a:gd name="textAreaLeft" fmla="*/ 0 w 453960"/>
                    <a:gd name="textAreaRight" fmla="*/ 454320 w 453960"/>
                    <a:gd name="textAreaTop" fmla="*/ 0 h 100440"/>
                    <a:gd name="textAreaBottom" fmla="*/ 100800 h 10044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377" name="Freeform 89"/>
                <p:cNvSpPr/>
                <p:nvPr/>
              </p:nvSpPr>
              <p:spPr>
                <a:xfrm>
                  <a:off x="3900600" y="5524560"/>
                  <a:ext cx="169200" cy="86400"/>
                </a:xfrm>
                <a:custGeom>
                  <a:avLst/>
                  <a:gdLst>
                    <a:gd name="textAreaLeft" fmla="*/ 0 w 169200"/>
                    <a:gd name="textAreaRight" fmla="*/ 169560 w 169200"/>
                    <a:gd name="textAreaTop" fmla="*/ 0 h 86400"/>
                    <a:gd name="textAreaBottom" fmla="*/ 86760 h 8640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1760" rIns="90000" bIns="417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378" name="Freeform 90"/>
                <p:cNvSpPr/>
                <p:nvPr/>
              </p:nvSpPr>
              <p:spPr>
                <a:xfrm>
                  <a:off x="3589920" y="5524560"/>
                  <a:ext cx="166320" cy="85320"/>
                </a:xfrm>
                <a:custGeom>
                  <a:avLst/>
                  <a:gdLst>
                    <a:gd name="textAreaLeft" fmla="*/ 0 w 166320"/>
                    <a:gd name="textAreaRight" fmla="*/ 166680 w 166320"/>
                    <a:gd name="textAreaTop" fmla="*/ 0 h 85320"/>
                    <a:gd name="textAreaBottom" fmla="*/ 85680 h 8532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379" name="Freeform 91"/>
                <p:cNvSpPr/>
                <p:nvPr/>
              </p:nvSpPr>
              <p:spPr>
                <a:xfrm>
                  <a:off x="3647880" y="5482080"/>
                  <a:ext cx="361800" cy="135720"/>
                </a:xfrm>
                <a:custGeom>
                  <a:avLst/>
                  <a:gdLst>
                    <a:gd name="textAreaLeft" fmla="*/ 0 w 361800"/>
                    <a:gd name="textAreaRight" fmla="*/ 362160 w 361800"/>
                    <a:gd name="textAreaTop" fmla="*/ 0 h 135720"/>
                    <a:gd name="textAreaBottom" fmla="*/ 136080 h 13572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cxnSp>
          <p:nvCxnSpPr>
            <p:cNvPr id="11380" name="Straight Connector 92"/>
            <p:cNvCxnSpPr/>
            <p:nvPr/>
          </p:nvCxnSpPr>
          <p:spPr>
            <a:xfrm>
              <a:off x="5408640" y="3911040"/>
              <a:ext cx="165960" cy="36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cxnSp>
          <p:nvCxnSpPr>
            <p:cNvPr id="11381" name="Straight Connector 93"/>
            <p:cNvCxnSpPr/>
            <p:nvPr/>
          </p:nvCxnSpPr>
          <p:spPr>
            <a:xfrm>
              <a:off x="4007520" y="5787360"/>
              <a:ext cx="237600" cy="237960"/>
            </a:xfrm>
            <a:prstGeom prst="straightConnector1">
              <a:avLst/>
            </a:prstGeom>
            <a:ln w="19050">
              <a:solidFill>
                <a:srgbClr val="000000"/>
              </a:solidFill>
            </a:ln>
          </p:spPr>
        </p:cxnSp>
        <p:grpSp>
          <p:nvGrpSpPr>
            <p:cNvPr id="11382" name="Group 97"/>
            <p:cNvGrpSpPr/>
            <p:nvPr/>
          </p:nvGrpSpPr>
          <p:grpSpPr>
            <a:xfrm>
              <a:off x="1838880" y="4975920"/>
              <a:ext cx="1784160" cy="783360"/>
              <a:chOff x="1838880" y="4975920"/>
              <a:chExt cx="1784160" cy="783360"/>
            </a:xfrm>
          </p:grpSpPr>
          <p:sp>
            <p:nvSpPr>
              <p:cNvPr id="11383" name="Freeform 112"/>
              <p:cNvSpPr/>
              <p:nvPr/>
            </p:nvSpPr>
            <p:spPr>
              <a:xfrm flipH="1">
                <a:off x="2234160" y="5106600"/>
                <a:ext cx="1388880" cy="652680"/>
              </a:xfrm>
              <a:custGeom>
                <a:avLst/>
                <a:gdLst>
                  <a:gd name="textAreaLeft" fmla="*/ 360 w 1388880"/>
                  <a:gd name="textAreaRight" fmla="*/ 1389600 w 1388880"/>
                  <a:gd name="textAreaTop" fmla="*/ 0 h 652680"/>
                  <a:gd name="textAreaBottom" fmla="*/ 653040 h 652680"/>
                  <a:gd name="GluePoint1X" fmla="*/ 59377 w 1389414"/>
                  <a:gd name="GluePoint1Y" fmla="*/ 415637 h 653144"/>
                  <a:gd name="GluePoint2X" fmla="*/ 605641 w 1389414"/>
                  <a:gd name="GluePoint2Y" fmla="*/ 0 h 653144"/>
                  <a:gd name="GluePoint3X" fmla="*/ 1389414 w 1389414"/>
                  <a:gd name="GluePoint3Y" fmla="*/ 391887 h 653144"/>
                  <a:gd name="GluePoint4X" fmla="*/ 0 w 1389414"/>
                  <a:gd name="GluePoint4Y" fmla="*/ 653144 h 653144"/>
                  <a:gd name="GluePoint5X" fmla="*/ 59377 w 1389414"/>
                  <a:gd name="GluePoint5Y" fmla="*/ 415637 h 65314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389414" h="65314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56000"/>
                    </a:srgbClr>
                  </a:gs>
                  <a:gs pos="100000">
                    <a:srgbClr val="D9D9D9"/>
                  </a:gs>
                </a:gsLst>
                <a:lin ang="108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84" name="Oval 306"/>
              <p:cNvSpPr/>
              <p:nvPr/>
            </p:nvSpPr>
            <p:spPr>
              <a:xfrm>
                <a:off x="1838880" y="4975920"/>
                <a:ext cx="1293480" cy="5446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5" name="Text Box 302"/>
              <p:cNvSpPr/>
              <p:nvPr/>
            </p:nvSpPr>
            <p:spPr>
              <a:xfrm>
                <a:off x="1871280" y="5096880"/>
                <a:ext cx="626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agent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386" name="Group 115"/>
              <p:cNvGrpSpPr/>
              <p:nvPr/>
            </p:nvGrpSpPr>
            <p:grpSpPr>
              <a:xfrm>
                <a:off x="2470320" y="5070960"/>
                <a:ext cx="527760" cy="344160"/>
                <a:chOff x="2470320" y="5070960"/>
                <a:chExt cx="527760" cy="344160"/>
              </a:xfrm>
            </p:grpSpPr>
            <p:sp>
              <p:nvSpPr>
                <p:cNvPr id="11387" name="Can 116"/>
                <p:cNvSpPr/>
                <p:nvPr/>
              </p:nvSpPr>
              <p:spPr>
                <a:xfrm>
                  <a:off x="2519280" y="5070960"/>
                  <a:ext cx="427320" cy="34416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388" name="Text Box 305"/>
                <p:cNvSpPr/>
                <p:nvPr/>
              </p:nvSpPr>
              <p:spPr>
                <a:xfrm>
                  <a:off x="2470320" y="5096160"/>
                  <a:ext cx="527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389" name="Group 130"/>
            <p:cNvGrpSpPr/>
            <p:nvPr/>
          </p:nvGrpSpPr>
          <p:grpSpPr>
            <a:xfrm>
              <a:off x="3864960" y="4046760"/>
              <a:ext cx="736200" cy="422280"/>
              <a:chOff x="3864960" y="4046760"/>
              <a:chExt cx="736200" cy="422280"/>
            </a:xfrm>
          </p:grpSpPr>
          <p:sp>
            <p:nvSpPr>
              <p:cNvPr id="11390" name="Rectangle 131"/>
              <p:cNvSpPr/>
              <p:nvPr/>
            </p:nvSpPr>
            <p:spPr>
              <a:xfrm>
                <a:off x="3864960" y="4299120"/>
                <a:ext cx="733320" cy="169920"/>
              </a:xfrm>
              <a:prstGeom prst="rect">
                <a:avLst/>
              </a:pr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91" name="Freeform 132"/>
              <p:cNvSpPr/>
              <p:nvPr/>
            </p:nvSpPr>
            <p:spPr>
              <a:xfrm>
                <a:off x="3867120" y="4046760"/>
                <a:ext cx="734040" cy="258120"/>
              </a:xfrm>
              <a:custGeom>
                <a:avLst/>
                <a:gdLst>
                  <a:gd name="textAreaLeft" fmla="*/ 0 w 734040"/>
                  <a:gd name="textAreaRight" fmla="*/ 734400 w 734040"/>
                  <a:gd name="textAreaTop" fmla="*/ 0 h 258120"/>
                  <a:gd name="textAreaBottom" fmla="*/ 258480 h 258120"/>
                  <a:gd name="GluePoint1X" fmla="*/ 0 w 3783724"/>
                  <a:gd name="GluePoint1Y" fmla="*/ 1313793 h 1324303"/>
                  <a:gd name="GluePoint2X" fmla="*/ 0 w 3783724"/>
                  <a:gd name="GluePoint2Y" fmla="*/ 1313793 h 1324303"/>
                  <a:gd name="GluePoint3X" fmla="*/ 252248 w 3783724"/>
                  <a:gd name="GluePoint3Y" fmla="*/ 0 h 1324303"/>
                  <a:gd name="GluePoint4X" fmla="*/ 3415862 w 3783724"/>
                  <a:gd name="GluePoint4Y" fmla="*/ 21020 h 1324303"/>
                  <a:gd name="GluePoint5X" fmla="*/ 3783724 w 3783724"/>
                  <a:gd name="GluePoint5Y" fmla="*/ 1324303 h 1324303"/>
                  <a:gd name="GluePoint6X" fmla="*/ 0 w 3783724"/>
                  <a:gd name="GluePoint6Y" fmla="*/ 1313793 h 132430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1392" name="Group 133"/>
              <p:cNvGrpSpPr/>
              <p:nvPr/>
            </p:nvGrpSpPr>
            <p:grpSpPr>
              <a:xfrm>
                <a:off x="3918240" y="4077000"/>
                <a:ext cx="621000" cy="207720"/>
                <a:chOff x="3918240" y="4077000"/>
                <a:chExt cx="621000" cy="207720"/>
              </a:xfrm>
            </p:grpSpPr>
            <p:sp>
              <p:nvSpPr>
                <p:cNvPr id="11393" name="Freeform 134"/>
                <p:cNvSpPr/>
                <p:nvPr/>
              </p:nvSpPr>
              <p:spPr>
                <a:xfrm>
                  <a:off x="3935160" y="4077000"/>
                  <a:ext cx="587520" cy="116280"/>
                </a:xfrm>
                <a:custGeom>
                  <a:avLst/>
                  <a:gdLst>
                    <a:gd name="textAreaLeft" fmla="*/ 0 w 587520"/>
                    <a:gd name="textAreaRight" fmla="*/ 587880 w 587520"/>
                    <a:gd name="textAreaTop" fmla="*/ 0 h 116280"/>
                    <a:gd name="textAreaBottom" fmla="*/ 116640 h 11628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394" name="Freeform 135"/>
                <p:cNvSpPr/>
                <p:nvPr/>
              </p:nvSpPr>
              <p:spPr>
                <a:xfrm>
                  <a:off x="4320000" y="4176720"/>
                  <a:ext cx="219240" cy="100080"/>
                </a:xfrm>
                <a:custGeom>
                  <a:avLst/>
                  <a:gdLst>
                    <a:gd name="textAreaLeft" fmla="*/ 0 w 219240"/>
                    <a:gd name="textAreaRight" fmla="*/ 219600 w 219240"/>
                    <a:gd name="textAreaTop" fmla="*/ 0 h 100080"/>
                    <a:gd name="textAreaBottom" fmla="*/ 100440 h 10008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395" name="Freeform 136"/>
                <p:cNvSpPr/>
                <p:nvPr/>
              </p:nvSpPr>
              <p:spPr>
                <a:xfrm>
                  <a:off x="3918240" y="4176720"/>
                  <a:ext cx="215280" cy="98640"/>
                </a:xfrm>
                <a:custGeom>
                  <a:avLst/>
                  <a:gdLst>
                    <a:gd name="textAreaLeft" fmla="*/ 0 w 215280"/>
                    <a:gd name="textAreaRight" fmla="*/ 215640 w 215280"/>
                    <a:gd name="textAreaTop" fmla="*/ 0 h 98640"/>
                    <a:gd name="textAreaBottom" fmla="*/ 99000 h 9864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396" name="Freeform 137"/>
                <p:cNvSpPr/>
                <p:nvPr/>
              </p:nvSpPr>
              <p:spPr>
                <a:xfrm>
                  <a:off x="3992760" y="4127760"/>
                  <a:ext cx="468360" cy="156960"/>
                </a:xfrm>
                <a:custGeom>
                  <a:avLst/>
                  <a:gdLst>
                    <a:gd name="textAreaLeft" fmla="*/ 0 w 468360"/>
                    <a:gd name="textAreaRight" fmla="*/ 468720 w 468360"/>
                    <a:gd name="textAreaTop" fmla="*/ 0 h 156960"/>
                    <a:gd name="textAreaBottom" fmla="*/ 157320 h 15696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sp>
          <p:nvSpPr>
            <p:cNvPr id="11397" name="Freeform 139"/>
            <p:cNvSpPr/>
            <p:nvPr/>
          </p:nvSpPr>
          <p:spPr>
            <a:xfrm flipH="1">
              <a:off x="1746360" y="2703240"/>
              <a:ext cx="1643760" cy="663840"/>
            </a:xfrm>
            <a:custGeom>
              <a:avLst/>
              <a:gdLst>
                <a:gd name="textAreaLeft" fmla="*/ 360 w 1643760"/>
                <a:gd name="textAreaRight" fmla="*/ 1644480 w 1643760"/>
                <a:gd name="textAreaTop" fmla="*/ 0 h 663840"/>
                <a:gd name="textAreaBottom" fmla="*/ 664200 h 663840"/>
                <a:gd name="GluePoint1X" fmla="*/ 81411 w 1503869"/>
                <a:gd name="GluePoint1Y" fmla="*/ 228350 h 664161"/>
                <a:gd name="GluePoint2X" fmla="*/ 419294 w 1503869"/>
                <a:gd name="GluePoint2Y" fmla="*/ 0 h 664161"/>
                <a:gd name="GluePoint3X" fmla="*/ 1503869 w 1503869"/>
                <a:gd name="GluePoint3Y" fmla="*/ 105448 h 664161"/>
                <a:gd name="GluePoint4X" fmla="*/ 0 w 1503869"/>
                <a:gd name="GluePoint4Y" fmla="*/ 664161 h 664161"/>
                <a:gd name="GluePoint5X" fmla="*/ 81411 w 1503869"/>
                <a:gd name="GluePoint5Y" fmla="*/ 228350 h 664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03869" h="664161">
                  <a:moveTo>
                    <a:pt x="81411" y="228350"/>
                  </a:moveTo>
                  <a:cubicBezTo>
                    <a:pt x="307042" y="145223"/>
                    <a:pt x="255473" y="210465"/>
                    <a:pt x="419294" y="0"/>
                  </a:cubicBezTo>
                  <a:cubicBezTo>
                    <a:pt x="706258" y="244471"/>
                    <a:pt x="774088" y="202501"/>
                    <a:pt x="1503869" y="105448"/>
                  </a:cubicBezTo>
                  <a:cubicBezTo>
                    <a:pt x="712253" y="306662"/>
                    <a:pt x="601683" y="418737"/>
                    <a:pt x="0" y="664161"/>
                  </a:cubicBezTo>
                  <a:lnTo>
                    <a:pt x="81411" y="22835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56000"/>
                  </a:srgbClr>
                </a:gs>
                <a:gs pos="100000">
                  <a:srgbClr val="D9D9D9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398" name="Oval 280"/>
            <p:cNvSpPr/>
            <p:nvPr/>
          </p:nvSpPr>
          <p:spPr>
            <a:xfrm>
              <a:off x="1343880" y="2181240"/>
              <a:ext cx="1852920" cy="6843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0000">
                  <a:lumMod val="65000"/>
                  <a:lumOff val="3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9" name="Text Box 276"/>
            <p:cNvSpPr/>
            <p:nvPr/>
          </p:nvSpPr>
          <p:spPr>
            <a:xfrm>
              <a:off x="1366200" y="2224080"/>
              <a:ext cx="1795320" cy="78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managing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server/controller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00" name="Group 142"/>
            <p:cNvGrpSpPr/>
            <p:nvPr/>
          </p:nvGrpSpPr>
          <p:grpSpPr>
            <a:xfrm>
              <a:off x="2728080" y="2072520"/>
              <a:ext cx="896760" cy="394920"/>
              <a:chOff x="2728080" y="2072520"/>
              <a:chExt cx="896760" cy="394920"/>
            </a:xfrm>
          </p:grpSpPr>
          <p:sp>
            <p:nvSpPr>
              <p:cNvPr id="11401" name="Can 143"/>
              <p:cNvSpPr/>
              <p:nvPr/>
            </p:nvSpPr>
            <p:spPr>
              <a:xfrm>
                <a:off x="2728080" y="2072520"/>
                <a:ext cx="896760" cy="39492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E7E6E6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402" name="Text Box 305"/>
              <p:cNvSpPr/>
              <p:nvPr/>
            </p:nvSpPr>
            <p:spPr>
              <a:xfrm>
                <a:off x="2866320" y="2145600"/>
                <a:ext cx="58968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A8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403" name="Group 145"/>
            <p:cNvGrpSpPr/>
            <p:nvPr/>
          </p:nvGrpSpPr>
          <p:grpSpPr>
            <a:xfrm>
              <a:off x="4713840" y="3699000"/>
              <a:ext cx="682920" cy="378000"/>
              <a:chOff x="4713840" y="3699000"/>
              <a:chExt cx="682920" cy="378000"/>
            </a:xfrm>
          </p:grpSpPr>
          <p:sp>
            <p:nvSpPr>
              <p:cNvPr id="11404" name="Freeform 146"/>
              <p:cNvSpPr/>
              <p:nvPr/>
            </p:nvSpPr>
            <p:spPr>
              <a:xfrm>
                <a:off x="4713840" y="3830040"/>
                <a:ext cx="682920" cy="246960"/>
              </a:xfrm>
              <a:custGeom>
                <a:avLst/>
                <a:gdLst>
                  <a:gd name="textAreaLeft" fmla="*/ 0 w 682920"/>
                  <a:gd name="textAreaRight" fmla="*/ 683280 w 682920"/>
                  <a:gd name="textAreaTop" fmla="*/ 0 h 246960"/>
                  <a:gd name="textAreaBottom" fmla="*/ 247320 h 24696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5" name="Oval 147"/>
              <p:cNvSpPr/>
              <p:nvPr/>
            </p:nvSpPr>
            <p:spPr>
              <a:xfrm>
                <a:off x="4714200" y="3699000"/>
                <a:ext cx="681840" cy="24480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406" name="Group 148"/>
              <p:cNvGrpSpPr/>
              <p:nvPr/>
            </p:nvGrpSpPr>
            <p:grpSpPr>
              <a:xfrm>
                <a:off x="4815000" y="3730320"/>
                <a:ext cx="479880" cy="179280"/>
                <a:chOff x="4815000" y="3730320"/>
                <a:chExt cx="479880" cy="179280"/>
              </a:xfrm>
            </p:grpSpPr>
            <p:sp>
              <p:nvSpPr>
                <p:cNvPr id="11407" name="Freeform 149"/>
                <p:cNvSpPr/>
                <p:nvPr/>
              </p:nvSpPr>
              <p:spPr>
                <a:xfrm>
                  <a:off x="4828320" y="3730320"/>
                  <a:ext cx="453960" cy="100440"/>
                </a:xfrm>
                <a:custGeom>
                  <a:avLst/>
                  <a:gdLst>
                    <a:gd name="textAreaLeft" fmla="*/ 0 w 453960"/>
                    <a:gd name="textAreaRight" fmla="*/ 454320 w 453960"/>
                    <a:gd name="textAreaTop" fmla="*/ 0 h 100440"/>
                    <a:gd name="textAreaBottom" fmla="*/ 100800 h 10044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408" name="Freeform 150"/>
                <p:cNvSpPr/>
                <p:nvPr/>
              </p:nvSpPr>
              <p:spPr>
                <a:xfrm>
                  <a:off x="5125680" y="3816360"/>
                  <a:ext cx="169200" cy="86400"/>
                </a:xfrm>
                <a:custGeom>
                  <a:avLst/>
                  <a:gdLst>
                    <a:gd name="textAreaLeft" fmla="*/ 0 w 169200"/>
                    <a:gd name="textAreaRight" fmla="*/ 169560 w 169200"/>
                    <a:gd name="textAreaTop" fmla="*/ 0 h 86400"/>
                    <a:gd name="textAreaBottom" fmla="*/ 86760 h 8640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1760" rIns="90000" bIns="4176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409" name="Freeform 151"/>
                <p:cNvSpPr/>
                <p:nvPr/>
              </p:nvSpPr>
              <p:spPr>
                <a:xfrm>
                  <a:off x="4815000" y="3816360"/>
                  <a:ext cx="166320" cy="85320"/>
                </a:xfrm>
                <a:custGeom>
                  <a:avLst/>
                  <a:gdLst>
                    <a:gd name="textAreaLeft" fmla="*/ 0 w 166320"/>
                    <a:gd name="textAreaRight" fmla="*/ 166680 w 166320"/>
                    <a:gd name="textAreaTop" fmla="*/ 0 h 85320"/>
                    <a:gd name="textAreaBottom" fmla="*/ 85680 h 8532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0680" rIns="90000" bIns="4068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410" name="Freeform 152"/>
                <p:cNvSpPr/>
                <p:nvPr/>
              </p:nvSpPr>
              <p:spPr>
                <a:xfrm>
                  <a:off x="4872960" y="3773880"/>
                  <a:ext cx="361800" cy="135720"/>
                </a:xfrm>
                <a:custGeom>
                  <a:avLst/>
                  <a:gdLst>
                    <a:gd name="textAreaLeft" fmla="*/ 0 w 361800"/>
                    <a:gd name="textAreaRight" fmla="*/ 362160 w 361800"/>
                    <a:gd name="textAreaTop" fmla="*/ 0 h 135720"/>
                    <a:gd name="textAreaBottom" fmla="*/ 136080 h 13572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11411" name="Group 44"/>
            <p:cNvGrpSpPr/>
            <p:nvPr/>
          </p:nvGrpSpPr>
          <p:grpSpPr>
            <a:xfrm>
              <a:off x="4195440" y="2439000"/>
              <a:ext cx="902880" cy="726840"/>
              <a:chOff x="4195440" y="2439000"/>
              <a:chExt cx="902880" cy="726840"/>
            </a:xfrm>
          </p:grpSpPr>
          <p:pic>
            <p:nvPicPr>
              <p:cNvPr id="11412" name="Picture 45" descr="desktop_computer_stylized_medium"/>
              <p:cNvPicPr/>
              <p:nvPr/>
            </p:nvPicPr>
            <p:blipFill>
              <a:blip r:embed="rId1"/>
              <a:stretch/>
            </p:blipFill>
            <p:spPr>
              <a:xfrm flipH="1">
                <a:off x="4195440" y="2439000"/>
                <a:ext cx="902880" cy="726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1413" name="Freeform 46"/>
              <p:cNvSpPr/>
              <p:nvPr/>
            </p:nvSpPr>
            <p:spPr>
              <a:xfrm flipH="1">
                <a:off x="4579200" y="2508840"/>
                <a:ext cx="438840" cy="332640"/>
              </a:xfrm>
              <a:custGeom>
                <a:avLst/>
                <a:gdLst>
                  <a:gd name="textAreaLeft" fmla="*/ -360 w 438840"/>
                  <a:gd name="textAreaRight" fmla="*/ 438840 w 438840"/>
                  <a:gd name="textAreaTop" fmla="*/ 0 h 332640"/>
                  <a:gd name="textAreaBottom" fmla="*/ 333000 h 332640"/>
                  <a:gd name="GluePoint1X" fmla="*/ 0 w 356"/>
                  <a:gd name="GluePoint1Y" fmla="*/ 0 h 368"/>
                  <a:gd name="GluePoint2X" fmla="*/ 1296 w 356"/>
                  <a:gd name="GluePoint2Y" fmla="*/ 69 h 368"/>
                  <a:gd name="GluePoint3X" fmla="*/ 1537 w 356"/>
                  <a:gd name="GluePoint3Y" fmla="*/ 1447 h 368"/>
                  <a:gd name="GluePoint4X" fmla="*/ 339 w 356"/>
                  <a:gd name="GluePoint4Y" fmla="*/ 1810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414" name="Group 906"/>
            <p:cNvGrpSpPr/>
            <p:nvPr/>
          </p:nvGrpSpPr>
          <p:grpSpPr>
            <a:xfrm>
              <a:off x="3306960" y="2628720"/>
              <a:ext cx="469080" cy="865080"/>
              <a:chOff x="3306960" y="2628720"/>
              <a:chExt cx="469080" cy="865080"/>
            </a:xfrm>
          </p:grpSpPr>
          <p:sp>
            <p:nvSpPr>
              <p:cNvPr id="11415" name="Freeform 907"/>
              <p:cNvSpPr/>
              <p:nvPr/>
            </p:nvSpPr>
            <p:spPr>
              <a:xfrm>
                <a:off x="3678480" y="2630160"/>
                <a:ext cx="92880" cy="825480"/>
              </a:xfrm>
              <a:custGeom>
                <a:avLst/>
                <a:gdLst>
                  <a:gd name="textAreaLeft" fmla="*/ 0 w 92880"/>
                  <a:gd name="textAreaRight" fmla="*/ 93240 w 92880"/>
                  <a:gd name="textAreaTop" fmla="*/ 0 h 825480"/>
                  <a:gd name="textAreaBottom" fmla="*/ 825840 h 825480"/>
                  <a:gd name="GluePoint1X" fmla="*/ 21 w 354"/>
                  <a:gd name="GluePoint1Y" fmla="*/ 0 h 2742"/>
                  <a:gd name="GluePoint2X" fmla="*/ 116 w 354"/>
                  <a:gd name="GluePoint2Y" fmla="*/ 137 h 2742"/>
                  <a:gd name="GluePoint3X" fmla="*/ 114 w 354"/>
                  <a:gd name="GluePoint3Y" fmla="*/ 1057 h 2742"/>
                  <a:gd name="GluePoint4X" fmla="*/ 0 w 354"/>
                  <a:gd name="GluePoint4Y" fmla="*/ 1105 h 2742"/>
                  <a:gd name="GluePoint5X" fmla="*/ 21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6" name="Rectangle 908"/>
              <p:cNvSpPr/>
              <p:nvPr/>
            </p:nvSpPr>
            <p:spPr>
              <a:xfrm>
                <a:off x="3329280" y="2628720"/>
                <a:ext cx="343440" cy="82476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7" name="Freeform 909"/>
              <p:cNvSpPr/>
              <p:nvPr/>
            </p:nvSpPr>
            <p:spPr>
              <a:xfrm>
                <a:off x="3696120" y="2679840"/>
                <a:ext cx="55440" cy="763560"/>
              </a:xfrm>
              <a:custGeom>
                <a:avLst/>
                <a:gdLst>
                  <a:gd name="textAreaLeft" fmla="*/ 0 w 55440"/>
                  <a:gd name="textAreaRight" fmla="*/ 55800 w 55440"/>
                  <a:gd name="textAreaTop" fmla="*/ 0 h 763560"/>
                  <a:gd name="textAreaBottom" fmla="*/ 763920 h 763560"/>
                  <a:gd name="GluePoint1X" fmla="*/ 2 w 211"/>
                  <a:gd name="GluePoint1Y" fmla="*/ 0 h 2537"/>
                  <a:gd name="GluePoint2X" fmla="*/ 70 w 211"/>
                  <a:gd name="GluePoint2Y" fmla="*/ 88 h 2537"/>
                  <a:gd name="GluePoint3X" fmla="*/ 2 w 211"/>
                  <a:gd name="GluePoint3Y" fmla="*/ 1007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8" name="Freeform 910"/>
              <p:cNvSpPr/>
              <p:nvPr/>
            </p:nvSpPr>
            <p:spPr>
              <a:xfrm>
                <a:off x="3683880" y="3066120"/>
                <a:ext cx="86400" cy="6804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68040"/>
                  <a:gd name="textAreaBottom" fmla="*/ 68400 h 68040"/>
                  <a:gd name="GluePoint1X" fmla="*/ 2 w 328"/>
                  <a:gd name="GluePoint1Y" fmla="*/ 0 h 226"/>
                  <a:gd name="GluePoint2X" fmla="*/ 109 w 328"/>
                  <a:gd name="GluePoint2Y" fmla="*/ 52 h 226"/>
                  <a:gd name="GluePoint3X" fmla="*/ 108 w 328"/>
                  <a:gd name="GluePoint3Y" fmla="*/ 92 h 226"/>
                  <a:gd name="GluePoint4X" fmla="*/ 0 w 328"/>
                  <a:gd name="GluePoint4Y" fmla="*/ 41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3400" rIns="90000" bIns="2340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9" name="Rectangle 911"/>
              <p:cNvSpPr/>
              <p:nvPr/>
            </p:nvSpPr>
            <p:spPr>
              <a:xfrm>
                <a:off x="3331440" y="2723760"/>
                <a:ext cx="19476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420" name="Group 912"/>
              <p:cNvGrpSpPr/>
              <p:nvPr/>
            </p:nvGrpSpPr>
            <p:grpSpPr>
              <a:xfrm>
                <a:off x="3508200" y="2714040"/>
                <a:ext cx="190800" cy="47160"/>
                <a:chOff x="3508200" y="2714040"/>
                <a:chExt cx="190800" cy="47160"/>
              </a:xfrm>
            </p:grpSpPr>
            <p:sp>
              <p:nvSpPr>
                <p:cNvPr id="11421" name="AutoShape 913"/>
                <p:cNvSpPr/>
                <p:nvPr/>
              </p:nvSpPr>
              <p:spPr>
                <a:xfrm>
                  <a:off x="3508200" y="2714040"/>
                  <a:ext cx="190800" cy="471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520" rIns="90000" bIns="-115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22" name="AutoShape 914"/>
                <p:cNvSpPr/>
                <p:nvPr/>
              </p:nvSpPr>
              <p:spPr>
                <a:xfrm>
                  <a:off x="3512160" y="2721240"/>
                  <a:ext cx="182520" cy="378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000" rIns="90000" bIns="-18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423" name="Rectangle 915"/>
              <p:cNvSpPr/>
              <p:nvPr/>
            </p:nvSpPr>
            <p:spPr>
              <a:xfrm>
                <a:off x="3335400" y="2842200"/>
                <a:ext cx="19476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424" name="Group 916"/>
              <p:cNvGrpSpPr/>
              <p:nvPr/>
            </p:nvGrpSpPr>
            <p:grpSpPr>
              <a:xfrm>
                <a:off x="3506040" y="2832840"/>
                <a:ext cx="192600" cy="47160"/>
                <a:chOff x="3506040" y="2832840"/>
                <a:chExt cx="192600" cy="47160"/>
              </a:xfrm>
            </p:grpSpPr>
            <p:sp>
              <p:nvSpPr>
                <p:cNvPr id="11425" name="AutoShape 917"/>
                <p:cNvSpPr/>
                <p:nvPr/>
              </p:nvSpPr>
              <p:spPr>
                <a:xfrm>
                  <a:off x="3506040" y="2832840"/>
                  <a:ext cx="192600" cy="471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520" rIns="90000" bIns="-115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26" name="AutoShape 918"/>
                <p:cNvSpPr/>
                <p:nvPr/>
              </p:nvSpPr>
              <p:spPr>
                <a:xfrm>
                  <a:off x="3510000" y="2837520"/>
                  <a:ext cx="184320" cy="374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360" rIns="90000" bIns="-1836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427" name="Rectangle 919"/>
              <p:cNvSpPr/>
              <p:nvPr/>
            </p:nvSpPr>
            <p:spPr>
              <a:xfrm>
                <a:off x="3331440" y="2965320"/>
                <a:ext cx="19656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8" name="Rectangle 920"/>
              <p:cNvSpPr/>
              <p:nvPr/>
            </p:nvSpPr>
            <p:spPr>
              <a:xfrm>
                <a:off x="3335400" y="3072240"/>
                <a:ext cx="19656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429" name="Group 921"/>
              <p:cNvGrpSpPr/>
              <p:nvPr/>
            </p:nvGrpSpPr>
            <p:grpSpPr>
              <a:xfrm>
                <a:off x="3502080" y="3062520"/>
                <a:ext cx="192600" cy="54360"/>
                <a:chOff x="3502080" y="3062520"/>
                <a:chExt cx="192600" cy="54360"/>
              </a:xfrm>
            </p:grpSpPr>
            <p:sp>
              <p:nvSpPr>
                <p:cNvPr id="11430" name="AutoShape 922"/>
                <p:cNvSpPr/>
                <p:nvPr/>
              </p:nvSpPr>
              <p:spPr>
                <a:xfrm>
                  <a:off x="3502080" y="3062520"/>
                  <a:ext cx="192600" cy="54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6480" rIns="90000" bIns="-648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31" name="AutoShape 923"/>
                <p:cNvSpPr/>
                <p:nvPr/>
              </p:nvSpPr>
              <p:spPr>
                <a:xfrm>
                  <a:off x="3506040" y="3069720"/>
                  <a:ext cx="184680" cy="446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3320" rIns="90000" bIns="-133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432" name="Freeform 924"/>
              <p:cNvSpPr/>
              <p:nvPr/>
            </p:nvSpPr>
            <p:spPr>
              <a:xfrm>
                <a:off x="3685320" y="2962800"/>
                <a:ext cx="86400" cy="6768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67680"/>
                  <a:gd name="textAreaBottom" fmla="*/ 68040 h 67680"/>
                  <a:gd name="GluePoint1X" fmla="*/ 2 w 328"/>
                  <a:gd name="GluePoint1Y" fmla="*/ 0 h 226"/>
                  <a:gd name="GluePoint2X" fmla="*/ 109 w 328"/>
                  <a:gd name="GluePoint2Y" fmla="*/ 51 h 226"/>
                  <a:gd name="GluePoint3X" fmla="*/ 108 w 328"/>
                  <a:gd name="GluePoint3Y" fmla="*/ 90 h 226"/>
                  <a:gd name="GluePoint4X" fmla="*/ 0 w 328"/>
                  <a:gd name="GluePoint4Y" fmla="*/ 39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3040" rIns="90000" bIns="2304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433" name="Group 925"/>
              <p:cNvGrpSpPr/>
              <p:nvPr/>
            </p:nvGrpSpPr>
            <p:grpSpPr>
              <a:xfrm>
                <a:off x="3503880" y="2953440"/>
                <a:ext cx="188640" cy="49320"/>
                <a:chOff x="3503880" y="2953440"/>
                <a:chExt cx="188640" cy="49320"/>
              </a:xfrm>
            </p:grpSpPr>
            <p:sp>
              <p:nvSpPr>
                <p:cNvPr id="11434" name="AutoShape 926"/>
                <p:cNvSpPr/>
                <p:nvPr/>
              </p:nvSpPr>
              <p:spPr>
                <a:xfrm>
                  <a:off x="3503880" y="2953440"/>
                  <a:ext cx="188640" cy="493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0080" rIns="90000" bIns="-1008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35" name="AutoShape 927"/>
                <p:cNvSpPr/>
                <p:nvPr/>
              </p:nvSpPr>
              <p:spPr>
                <a:xfrm>
                  <a:off x="3508200" y="2958120"/>
                  <a:ext cx="182520" cy="374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360" rIns="90000" bIns="-1836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436" name="Rectangle 928"/>
              <p:cNvSpPr/>
              <p:nvPr/>
            </p:nvSpPr>
            <p:spPr>
              <a:xfrm>
                <a:off x="3672720" y="2628720"/>
                <a:ext cx="21960" cy="82728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7" name="Freeform 929"/>
              <p:cNvSpPr/>
              <p:nvPr/>
            </p:nvSpPr>
            <p:spPr>
              <a:xfrm>
                <a:off x="3693240" y="2837520"/>
                <a:ext cx="77760" cy="766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6680"/>
                  <a:gd name="textAreaBottom" fmla="*/ 77040 h 76680"/>
                  <a:gd name="GluePoint1X" fmla="*/ 2 w 296"/>
                  <a:gd name="GluePoint1Y" fmla="*/ 0 h 256"/>
                  <a:gd name="GluePoint2X" fmla="*/ 96 w 296"/>
                  <a:gd name="GluePoint2Y" fmla="*/ 57 h 256"/>
                  <a:gd name="GluePoint3X" fmla="*/ 98 w 296"/>
                  <a:gd name="GluePoint3Y" fmla="*/ 102 h 256"/>
                  <a:gd name="GluePoint4X" fmla="*/ 0 w 296"/>
                  <a:gd name="GluePoint4Y" fmla="*/ 39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2040" rIns="90000" bIns="3204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8" name="Freeform 930"/>
              <p:cNvSpPr/>
              <p:nvPr/>
            </p:nvSpPr>
            <p:spPr>
              <a:xfrm>
                <a:off x="3693960" y="2719440"/>
                <a:ext cx="79920" cy="8640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86400"/>
                  <a:gd name="textAreaBottom" fmla="*/ 86760 h 86400"/>
                  <a:gd name="GluePoint1X" fmla="*/ 0 w 304"/>
                  <a:gd name="GluePoint1Y" fmla="*/ 0 h 288"/>
                  <a:gd name="GluePoint2X" fmla="*/ 101 w 304"/>
                  <a:gd name="GluePoint2Y" fmla="*/ 66 h 288"/>
                  <a:gd name="GluePoint3X" fmla="*/ 95 w 304"/>
                  <a:gd name="GluePoint3Y" fmla="*/ 116 h 288"/>
                  <a:gd name="GluePoint4X" fmla="*/ 2 w 304"/>
                  <a:gd name="GluePoint4Y" fmla="*/ 50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1760" rIns="90000" bIns="4176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9" name="Oval 931"/>
              <p:cNvSpPr/>
              <p:nvPr/>
            </p:nvSpPr>
            <p:spPr>
              <a:xfrm>
                <a:off x="3760200" y="3415680"/>
                <a:ext cx="15840" cy="3492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0160" rIns="90000" bIns="-2016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0" name="Freeform 932"/>
              <p:cNvSpPr/>
              <p:nvPr/>
            </p:nvSpPr>
            <p:spPr>
              <a:xfrm>
                <a:off x="3689640" y="3417840"/>
                <a:ext cx="80280" cy="7200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2000"/>
                  <a:gd name="textAreaBottom" fmla="*/ 72360 h 72000"/>
                  <a:gd name="GluePoint1X" fmla="*/ 0 w 306"/>
                  <a:gd name="GluePoint1Y" fmla="*/ 43 h 240"/>
                  <a:gd name="GluePoint2X" fmla="*/ 2 w 306"/>
                  <a:gd name="GluePoint2Y" fmla="*/ 97 h 240"/>
                  <a:gd name="GluePoint3X" fmla="*/ 101 w 306"/>
                  <a:gd name="GluePoint3Y" fmla="*/ 44 h 240"/>
                  <a:gd name="GluePoint4X" fmla="*/ 98 w 306"/>
                  <a:gd name="GluePoint4Y" fmla="*/ 0 h 240"/>
                  <a:gd name="GluePoint5X" fmla="*/ 0 w 306"/>
                  <a:gd name="GluePoint5Y" fmla="*/ 43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7360" rIns="90000" bIns="2736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1" name="AutoShape 933"/>
              <p:cNvSpPr/>
              <p:nvPr/>
            </p:nvSpPr>
            <p:spPr>
              <a:xfrm>
                <a:off x="3306960" y="3442320"/>
                <a:ext cx="394200" cy="514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8640" rIns="90000" bIns="-86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2" name="AutoShape 934"/>
              <p:cNvSpPr/>
              <p:nvPr/>
            </p:nvSpPr>
            <p:spPr>
              <a:xfrm>
                <a:off x="3329280" y="3453840"/>
                <a:ext cx="351360" cy="2808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4840" rIns="90000" bIns="-248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3" name="Oval 935"/>
              <p:cNvSpPr/>
              <p:nvPr/>
            </p:nvSpPr>
            <p:spPr>
              <a:xfrm>
                <a:off x="3362040" y="3335400"/>
                <a:ext cx="52200" cy="493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0080" rIns="90000" bIns="-1008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4" name="Oval 936"/>
              <p:cNvSpPr/>
              <p:nvPr/>
            </p:nvSpPr>
            <p:spPr>
              <a:xfrm>
                <a:off x="3420720" y="3335400"/>
                <a:ext cx="52200" cy="5148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8640" rIns="90000" bIns="-8640" anchor="ctr">
                <a:noAutofit/>
              </a:bodyPr>
              <a:p>
                <a:endPara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5" name="Oval 937"/>
              <p:cNvSpPr/>
              <p:nvPr/>
            </p:nvSpPr>
            <p:spPr>
              <a:xfrm>
                <a:off x="3479400" y="3333240"/>
                <a:ext cx="50400" cy="514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8640" rIns="90000" bIns="-86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6" name="Rectangle 938"/>
              <p:cNvSpPr/>
              <p:nvPr/>
            </p:nvSpPr>
            <p:spPr>
              <a:xfrm>
                <a:off x="3609720" y="3136320"/>
                <a:ext cx="28080" cy="27468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447" name="Group 2"/>
          <p:cNvGrpSpPr/>
          <p:nvPr/>
        </p:nvGrpSpPr>
        <p:grpSpPr>
          <a:xfrm>
            <a:off x="1075320" y="2941560"/>
            <a:ext cx="1106280" cy="2052360"/>
            <a:chOff x="1075320" y="2941560"/>
            <a:chExt cx="1106280" cy="2052360"/>
          </a:xfrm>
        </p:grpSpPr>
        <p:sp>
          <p:nvSpPr>
            <p:cNvPr id="11448" name="Freeform 75"/>
            <p:cNvSpPr/>
            <p:nvPr/>
          </p:nvSpPr>
          <p:spPr>
            <a:xfrm flipH="1">
              <a:off x="1999440" y="2941560"/>
              <a:ext cx="45360" cy="2052360"/>
            </a:xfrm>
            <a:custGeom>
              <a:avLst/>
              <a:gdLst>
                <a:gd name="textAreaLeft" fmla="*/ 360 w 45360"/>
                <a:gd name="textAreaRight" fmla="*/ 46080 w 45360"/>
                <a:gd name="textAreaTop" fmla="*/ 0 h 2052360"/>
                <a:gd name="textAreaBottom" fmla="*/ 2052720 h 2052360"/>
                <a:gd name="GluePoint1X" fmla="*/ 0 w 1"/>
                <a:gd name="GluePoint1Y" fmla="*/ 0 h 1044"/>
                <a:gd name="GluePoint2X" fmla="*/ 0 w 1"/>
                <a:gd name="GluePoint2Y" fmla="*/ 1044 h 10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1044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w="38100">
              <a:solidFill>
                <a:srgbClr val="C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49" name="Group 148"/>
            <p:cNvGrpSpPr/>
            <p:nvPr/>
          </p:nvGrpSpPr>
          <p:grpSpPr>
            <a:xfrm>
              <a:off x="1075320" y="3208680"/>
              <a:ext cx="1106280" cy="364680"/>
              <a:chOff x="1075320" y="3208680"/>
              <a:chExt cx="1106280" cy="364680"/>
            </a:xfrm>
          </p:grpSpPr>
          <p:sp>
            <p:nvSpPr>
              <p:cNvPr id="11450" name="Rectangle 87"/>
              <p:cNvSpPr/>
              <p:nvPr/>
            </p:nvSpPr>
            <p:spPr>
              <a:xfrm>
                <a:off x="1075320" y="3227400"/>
                <a:ext cx="1071360" cy="3344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>
                    <a:lumMod val="65000"/>
                    <a:lumOff val="35000"/>
                  </a:srgbClr>
                </a:solidFill>
                <a:miter/>
              </a:ln>
              <a:effectLst>
                <a:outerShdw algn="bl" blurRad="50760" dir="18900000" dist="37674" rotWithShape="0">
                  <a:srgbClr val="00000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1" name="Text Box 86"/>
              <p:cNvSpPr/>
              <p:nvPr/>
            </p:nvSpPr>
            <p:spPr>
              <a:xfrm>
                <a:off x="1102320" y="3208680"/>
                <a:ext cx="107928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lang="en-US" sz="1800" b="0" u="none" strike="noStrike">
                    <a:solidFill>
                      <a:srgbClr val="C00000"/>
                    </a:solidFill>
                    <a:effectLst/>
                    <a:uFillTx/>
                    <a:latin typeface="Arial"/>
                  </a:rPr>
                  <a:t>request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452" name="Group 180"/>
          <p:cNvGrpSpPr/>
          <p:nvPr/>
        </p:nvGrpSpPr>
        <p:grpSpPr>
          <a:xfrm>
            <a:off x="2110320" y="2903760"/>
            <a:ext cx="1180800" cy="2046240"/>
            <a:chOff x="2110320" y="2903760"/>
            <a:chExt cx="1180800" cy="2046240"/>
          </a:xfrm>
        </p:grpSpPr>
        <p:sp>
          <p:nvSpPr>
            <p:cNvPr id="11453" name="Freeform 89"/>
            <p:cNvSpPr/>
            <p:nvPr/>
          </p:nvSpPr>
          <p:spPr>
            <a:xfrm>
              <a:off x="2511000" y="2903760"/>
              <a:ext cx="91800" cy="204624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2046240"/>
                <a:gd name="textAreaBottom" fmla="*/ 2046600 h 2046240"/>
                <a:gd name="GluePoint1X" fmla="*/ 0 w 1"/>
                <a:gd name="GluePoint1Y" fmla="*/ 0 h 1044"/>
                <a:gd name="GluePoint2X" fmla="*/ 0 w 1"/>
                <a:gd name="GluePoint2Y" fmla="*/ 1044 h 10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1044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4" name="Rectangle 91"/>
            <p:cNvSpPr/>
            <p:nvPr/>
          </p:nvSpPr>
          <p:spPr>
            <a:xfrm>
              <a:off x="2151360" y="4241520"/>
              <a:ext cx="1041120" cy="387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>
                  <a:lumMod val="50000"/>
                  <a:lumOff val="50000"/>
                </a:srgbClr>
              </a:solidFill>
              <a:miter/>
            </a:ln>
            <a:effectLst>
              <a:outerShdw algn="bl" blurRad="50760" dir="18900000" dist="37674" rotWithShape="0">
                <a:srgbClr val="000000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5" name="Text Box 92"/>
            <p:cNvSpPr/>
            <p:nvPr/>
          </p:nvSpPr>
          <p:spPr>
            <a:xfrm>
              <a:off x="2110320" y="4238280"/>
              <a:ext cx="1180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lang="en-US" sz="1800" b="0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response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56" name="Group 301"/>
          <p:cNvGrpSpPr/>
          <p:nvPr/>
        </p:nvGrpSpPr>
        <p:grpSpPr>
          <a:xfrm>
            <a:off x="6480000" y="2985120"/>
            <a:ext cx="1651320" cy="2046240"/>
            <a:chOff x="6480000" y="2985120"/>
            <a:chExt cx="1651320" cy="2046240"/>
          </a:xfrm>
        </p:grpSpPr>
        <p:sp>
          <p:nvSpPr>
            <p:cNvPr id="11457" name="Freeform 89"/>
            <p:cNvSpPr/>
            <p:nvPr/>
          </p:nvSpPr>
          <p:spPr>
            <a:xfrm>
              <a:off x="7351560" y="2985120"/>
              <a:ext cx="91800" cy="204624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2046240"/>
                <a:gd name="textAreaBottom" fmla="*/ 2046600 h 2046240"/>
                <a:gd name="GluePoint1X" fmla="*/ 0 w 1"/>
                <a:gd name="GluePoint1Y" fmla="*/ 0 h 1044"/>
                <a:gd name="GluePoint2X" fmla="*/ 0 w 1"/>
                <a:gd name="GluePoint2Y" fmla="*/ 1044 h 10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1044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8" name="Rectangle 91"/>
            <p:cNvSpPr/>
            <p:nvPr/>
          </p:nvSpPr>
          <p:spPr>
            <a:xfrm>
              <a:off x="6486480" y="4322880"/>
              <a:ext cx="1546200" cy="387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>
                  <a:lumMod val="50000"/>
                  <a:lumOff val="50000"/>
                </a:srgbClr>
              </a:solidFill>
              <a:miter/>
            </a:ln>
            <a:effectLst>
              <a:outerShdw algn="bl" blurRad="50760" dir="18900000" dist="37674" rotWithShape="0">
                <a:srgbClr val="000000">
                  <a:alpha val="4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9" name="Text Box 92"/>
            <p:cNvSpPr/>
            <p:nvPr/>
          </p:nvSpPr>
          <p:spPr>
            <a:xfrm>
              <a:off x="6480000" y="4319280"/>
              <a:ext cx="16513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lang="en-US" sz="1800" b="0" u="none" strike="noStrike">
                  <a:solidFill>
                    <a:srgbClr val="CC0000"/>
                  </a:solidFill>
                  <a:effectLst/>
                  <a:uFillTx/>
                  <a:latin typeface="Arial"/>
                </a:rPr>
                <a:t>trap message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60" name="Rectangle 3"/>
          <p:cNvSpPr/>
          <p:nvPr/>
        </p:nvSpPr>
        <p:spPr>
          <a:xfrm>
            <a:off x="798120" y="1391040"/>
            <a:ext cx="7772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Two ways to convey MIB info, commands: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1" name="Text Box 149"/>
          <p:cNvSpPr/>
          <p:nvPr/>
        </p:nvSpPr>
        <p:spPr>
          <a:xfrm>
            <a:off x="2926080" y="6149880"/>
            <a:ext cx="2582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request/response mode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62" name="Group 1"/>
          <p:cNvGrpSpPr/>
          <p:nvPr/>
        </p:nvGrpSpPr>
        <p:grpSpPr>
          <a:xfrm>
            <a:off x="6729480" y="1948680"/>
            <a:ext cx="4230360" cy="4561920"/>
            <a:chOff x="6729480" y="1948680"/>
            <a:chExt cx="4230360" cy="4561920"/>
          </a:xfrm>
        </p:grpSpPr>
        <p:grpSp>
          <p:nvGrpSpPr>
            <p:cNvPr id="11463" name="Group 185"/>
            <p:cNvGrpSpPr/>
            <p:nvPr/>
          </p:nvGrpSpPr>
          <p:grpSpPr>
            <a:xfrm>
              <a:off x="6729480" y="1948680"/>
              <a:ext cx="4230360" cy="4182480"/>
              <a:chOff x="6729480" y="1948680"/>
              <a:chExt cx="4230360" cy="4182480"/>
            </a:xfrm>
          </p:grpSpPr>
          <p:sp>
            <p:nvSpPr>
              <p:cNvPr id="11464" name="Freeform 2"/>
              <p:cNvSpPr/>
              <p:nvPr/>
            </p:nvSpPr>
            <p:spPr>
              <a:xfrm rot="16383600">
                <a:off x="7569000" y="2813760"/>
                <a:ext cx="4057200" cy="2451960"/>
              </a:xfrm>
              <a:custGeom>
                <a:avLst/>
                <a:gdLst>
                  <a:gd name="textAreaLeft" fmla="*/ 0 w 4057200"/>
                  <a:gd name="textAreaRight" fmla="*/ 4057560 w 4057200"/>
                  <a:gd name="textAreaTop" fmla="*/ 0 h 2451960"/>
                  <a:gd name="textAreaBottom" fmla="*/ 2452320 h 2451960"/>
                  <a:gd name="GluePoint1X" fmla="*/ 6 w 1794"/>
                  <a:gd name="GluePoint1Y" fmla="*/ 483 h 933"/>
                  <a:gd name="GluePoint2X" fmla="*/ 108 w 1794"/>
                  <a:gd name="GluePoint2Y" fmla="*/ 125 h 933"/>
                  <a:gd name="GluePoint3X" fmla="*/ 559 w 1794"/>
                  <a:gd name="GluePoint3Y" fmla="*/ 100 h 933"/>
                  <a:gd name="GluePoint4X" fmla="*/ 1128 w 1794"/>
                  <a:gd name="GluePoint4Y" fmla="*/ 29 h 933"/>
                  <a:gd name="GluePoint5X" fmla="*/ 1716 w 1794"/>
                  <a:gd name="GluePoint5Y" fmla="*/ 275 h 933"/>
                  <a:gd name="GluePoint6X" fmla="*/ 1596 w 1794"/>
                  <a:gd name="GluePoint6Y" fmla="*/ 827 h 933"/>
                  <a:gd name="GluePoint7X" fmla="*/ 1380 w 1794"/>
                  <a:gd name="GluePoint7Y" fmla="*/ 911 h 933"/>
                  <a:gd name="GluePoint8X" fmla="*/ 840 w 1794"/>
                  <a:gd name="GluePoint8Y" fmla="*/ 929 h 933"/>
                  <a:gd name="GluePoint9X" fmla="*/ 414 w 1794"/>
                  <a:gd name="GluePoint9Y" fmla="*/ 911 h 933"/>
                  <a:gd name="GluePoint10X" fmla="*/ 143 w 1794"/>
                  <a:gd name="GluePoint10Y" fmla="*/ 832 h 933"/>
                  <a:gd name="GluePoint11X" fmla="*/ 6 w 1794"/>
                  <a:gd name="GluePoint11Y" fmla="*/ 483 h 93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1794" h="933">
                    <a:moveTo>
                      <a:pt x="6" y="483"/>
                    </a:moveTo>
                    <a:cubicBezTo>
                      <a:pt x="0" y="365"/>
                      <a:pt x="16" y="189"/>
                      <a:pt x="108" y="125"/>
                    </a:cubicBezTo>
                    <a:cubicBezTo>
                      <a:pt x="200" y="61"/>
                      <a:pt x="389" y="116"/>
                      <a:pt x="559" y="100"/>
                    </a:cubicBezTo>
                    <a:cubicBezTo>
                      <a:pt x="729" y="84"/>
                      <a:pt x="935" y="0"/>
                      <a:pt x="1128" y="29"/>
                    </a:cubicBezTo>
                    <a:cubicBezTo>
                      <a:pt x="1321" y="58"/>
                      <a:pt x="1638" y="142"/>
                      <a:pt x="1716" y="275"/>
                    </a:cubicBezTo>
                    <a:cubicBezTo>
                      <a:pt x="1794" y="408"/>
                      <a:pt x="1652" y="721"/>
                      <a:pt x="1596" y="827"/>
                    </a:cubicBezTo>
                    <a:cubicBezTo>
                      <a:pt x="1540" y="933"/>
                      <a:pt x="1506" y="894"/>
                      <a:pt x="1380" y="911"/>
                    </a:cubicBezTo>
                    <a:cubicBezTo>
                      <a:pt x="1254" y="928"/>
                      <a:pt x="1001" y="929"/>
                      <a:pt x="840" y="929"/>
                    </a:cubicBezTo>
                    <a:cubicBezTo>
                      <a:pt x="679" y="929"/>
                      <a:pt x="530" y="927"/>
                      <a:pt x="414" y="911"/>
                    </a:cubicBezTo>
                    <a:cubicBezTo>
                      <a:pt x="298" y="895"/>
                      <a:pt x="211" y="903"/>
                      <a:pt x="143" y="832"/>
                    </a:cubicBezTo>
                    <a:cubicBezTo>
                      <a:pt x="75" y="761"/>
                      <a:pt x="4" y="624"/>
                      <a:pt x="6" y="483"/>
                    </a:cubicBezTo>
                    <a:close/>
                  </a:path>
                </a:pathLst>
              </a:custGeom>
              <a:solidFill>
                <a:srgbClr val="9CE0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5" name="Line 252"/>
              <p:cNvSpPr/>
              <p:nvPr/>
            </p:nvSpPr>
            <p:spPr>
              <a:xfrm flipV="1">
                <a:off x="9637200" y="3046320"/>
                <a:ext cx="338400" cy="104292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6" name="Line 254"/>
              <p:cNvSpPr/>
              <p:nvPr/>
            </p:nvSpPr>
            <p:spPr>
              <a:xfrm flipV="1">
                <a:off x="9867960" y="4000320"/>
                <a:ext cx="290160" cy="25164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7" name="Line 272"/>
              <p:cNvSpPr/>
              <p:nvPr/>
            </p:nvSpPr>
            <p:spPr>
              <a:xfrm>
                <a:off x="9870480" y="4491000"/>
                <a:ext cx="373320" cy="55404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8" name="Line 272"/>
              <p:cNvSpPr/>
              <p:nvPr/>
            </p:nvSpPr>
            <p:spPr>
              <a:xfrm>
                <a:off x="9062640" y="3541680"/>
                <a:ext cx="371520" cy="55404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9" name="Line 272"/>
              <p:cNvSpPr/>
              <p:nvPr/>
            </p:nvSpPr>
            <p:spPr>
              <a:xfrm flipH="1">
                <a:off x="9276840" y="4479840"/>
                <a:ext cx="309600" cy="102384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0" name="Text Box 333"/>
              <p:cNvSpPr/>
              <p:nvPr/>
            </p:nvSpPr>
            <p:spPr>
              <a:xfrm>
                <a:off x="7583760" y="5697000"/>
                <a:ext cx="148932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managed device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471" name="Group 906"/>
              <p:cNvGrpSpPr/>
              <p:nvPr/>
            </p:nvGrpSpPr>
            <p:grpSpPr>
              <a:xfrm>
                <a:off x="10115280" y="5038920"/>
                <a:ext cx="366480" cy="579240"/>
                <a:chOff x="10115280" y="5038920"/>
                <a:chExt cx="366480" cy="579240"/>
              </a:xfrm>
            </p:grpSpPr>
            <p:sp>
              <p:nvSpPr>
                <p:cNvPr id="11472" name="Freeform 907"/>
                <p:cNvSpPr/>
                <p:nvPr/>
              </p:nvSpPr>
              <p:spPr>
                <a:xfrm>
                  <a:off x="10405440" y="5039640"/>
                  <a:ext cx="72360" cy="552600"/>
                </a:xfrm>
                <a:custGeom>
                  <a:avLst/>
                  <a:gdLst>
                    <a:gd name="textAreaLeft" fmla="*/ 0 w 72360"/>
                    <a:gd name="textAreaRight" fmla="*/ 72720 w 72360"/>
                    <a:gd name="textAreaTop" fmla="*/ 0 h 552600"/>
                    <a:gd name="textAreaBottom" fmla="*/ 552960 h 552600"/>
                    <a:gd name="GluePoint1X" fmla="*/ 21 w 354"/>
                    <a:gd name="GluePoint1Y" fmla="*/ 0 h 2742"/>
                    <a:gd name="GluePoint2X" fmla="*/ 116 w 354"/>
                    <a:gd name="GluePoint2Y" fmla="*/ 137 h 2742"/>
                    <a:gd name="GluePoint3X" fmla="*/ 114 w 354"/>
                    <a:gd name="GluePoint3Y" fmla="*/ 1057 h 2742"/>
                    <a:gd name="GluePoint4X" fmla="*/ 0 w 354"/>
                    <a:gd name="GluePoint4Y" fmla="*/ 1105 h 2742"/>
                    <a:gd name="GluePoint5X" fmla="*/ 21 w 354"/>
                    <a:gd name="GluePoint5Y" fmla="*/ 0 h 274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73" name="Rectangle 908"/>
                <p:cNvSpPr/>
                <p:nvPr/>
              </p:nvSpPr>
              <p:spPr>
                <a:xfrm>
                  <a:off x="10132920" y="5038920"/>
                  <a:ext cx="268200" cy="55188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74" name="Freeform 909"/>
                <p:cNvSpPr/>
                <p:nvPr/>
              </p:nvSpPr>
              <p:spPr>
                <a:xfrm>
                  <a:off x="10419120" y="5072760"/>
                  <a:ext cx="43200" cy="511200"/>
                </a:xfrm>
                <a:custGeom>
                  <a:avLst/>
                  <a:gdLst>
                    <a:gd name="textAreaLeft" fmla="*/ 0 w 43200"/>
                    <a:gd name="textAreaRight" fmla="*/ 43560 w 43200"/>
                    <a:gd name="textAreaTop" fmla="*/ 0 h 511200"/>
                    <a:gd name="textAreaBottom" fmla="*/ 511560 h 511200"/>
                    <a:gd name="GluePoint1X" fmla="*/ 2 w 211"/>
                    <a:gd name="GluePoint1Y" fmla="*/ 0 h 2537"/>
                    <a:gd name="GluePoint2X" fmla="*/ 70 w 211"/>
                    <a:gd name="GluePoint2Y" fmla="*/ 88 h 2537"/>
                    <a:gd name="GluePoint3X" fmla="*/ 2 w 211"/>
                    <a:gd name="GluePoint3Y" fmla="*/ 1007 h 2537"/>
                    <a:gd name="GluePoint4X" fmla="*/ 2 w 211"/>
                    <a:gd name="GluePoint4Y" fmla="*/ 0 h 253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75" name="Freeform 910"/>
                <p:cNvSpPr/>
                <p:nvPr/>
              </p:nvSpPr>
              <p:spPr>
                <a:xfrm>
                  <a:off x="10409760" y="5331600"/>
                  <a:ext cx="67320" cy="45360"/>
                </a:xfrm>
                <a:custGeom>
                  <a:avLst/>
                  <a:gdLst>
                    <a:gd name="textAreaLeft" fmla="*/ 0 w 67320"/>
                    <a:gd name="textAreaRight" fmla="*/ 67680 w 67320"/>
                    <a:gd name="textAreaTop" fmla="*/ 0 h 45360"/>
                    <a:gd name="textAreaBottom" fmla="*/ 45720 h 45360"/>
                    <a:gd name="GluePoint1X" fmla="*/ 2 w 328"/>
                    <a:gd name="GluePoint1Y" fmla="*/ 0 h 226"/>
                    <a:gd name="GluePoint2X" fmla="*/ 109 w 328"/>
                    <a:gd name="GluePoint2Y" fmla="*/ 52 h 226"/>
                    <a:gd name="GluePoint3X" fmla="*/ 108 w 328"/>
                    <a:gd name="GluePoint3Y" fmla="*/ 92 h 226"/>
                    <a:gd name="GluePoint4X" fmla="*/ 0 w 328"/>
                    <a:gd name="GluePoint4Y" fmla="*/ 41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720" rIns="90000" bIns="72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76" name="Rectangle 911"/>
                <p:cNvSpPr/>
                <p:nvPr/>
              </p:nvSpPr>
              <p:spPr>
                <a:xfrm>
                  <a:off x="10134360" y="5102280"/>
                  <a:ext cx="1519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477" name="Group 912"/>
                <p:cNvGrpSpPr/>
                <p:nvPr/>
              </p:nvGrpSpPr>
              <p:grpSpPr>
                <a:xfrm>
                  <a:off x="10272600" y="5095800"/>
                  <a:ext cx="149040" cy="31320"/>
                  <a:chOff x="10272600" y="5095800"/>
                  <a:chExt cx="149040" cy="31320"/>
                </a:xfrm>
              </p:grpSpPr>
              <p:sp>
                <p:nvSpPr>
                  <p:cNvPr id="11478" name="AutoShape 913"/>
                  <p:cNvSpPr/>
                  <p:nvPr/>
                </p:nvSpPr>
                <p:spPr>
                  <a:xfrm>
                    <a:off x="10272600" y="5095800"/>
                    <a:ext cx="14904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479" name="AutoShape 914"/>
                  <p:cNvSpPr/>
                  <p:nvPr/>
                </p:nvSpPr>
                <p:spPr>
                  <a:xfrm>
                    <a:off x="10275840" y="5100840"/>
                    <a:ext cx="142560" cy="2520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7000" rIns="90000" bIns="-27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1480" name="Rectangle 915"/>
                <p:cNvSpPr/>
                <p:nvPr/>
              </p:nvSpPr>
              <p:spPr>
                <a:xfrm>
                  <a:off x="10137600" y="5181840"/>
                  <a:ext cx="15192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481" name="Group 916"/>
                <p:cNvGrpSpPr/>
                <p:nvPr/>
              </p:nvGrpSpPr>
              <p:grpSpPr>
                <a:xfrm>
                  <a:off x="10270800" y="5175360"/>
                  <a:ext cx="150480" cy="31320"/>
                  <a:chOff x="10270800" y="5175360"/>
                  <a:chExt cx="150480" cy="31320"/>
                </a:xfrm>
              </p:grpSpPr>
              <p:sp>
                <p:nvSpPr>
                  <p:cNvPr id="11482" name="AutoShape 917"/>
                  <p:cNvSpPr/>
                  <p:nvPr/>
                </p:nvSpPr>
                <p:spPr>
                  <a:xfrm>
                    <a:off x="10270800" y="5175360"/>
                    <a:ext cx="150480" cy="31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2320" rIns="90000" bIns="-2232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483" name="AutoShape 918"/>
                  <p:cNvSpPr/>
                  <p:nvPr/>
                </p:nvSpPr>
                <p:spPr>
                  <a:xfrm>
                    <a:off x="10274040" y="5178600"/>
                    <a:ext cx="144000" cy="2520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7000" rIns="90000" bIns="-27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1484" name="Rectangle 919"/>
                <p:cNvSpPr/>
                <p:nvPr/>
              </p:nvSpPr>
              <p:spPr>
                <a:xfrm>
                  <a:off x="10134360" y="5264280"/>
                  <a:ext cx="15336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85" name="Rectangle 920"/>
                <p:cNvSpPr/>
                <p:nvPr/>
              </p:nvSpPr>
              <p:spPr>
                <a:xfrm>
                  <a:off x="10137600" y="5335920"/>
                  <a:ext cx="153360" cy="108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3840" rIns="90000" bIns="-338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486" name="Group 921"/>
                <p:cNvGrpSpPr/>
                <p:nvPr/>
              </p:nvGrpSpPr>
              <p:grpSpPr>
                <a:xfrm>
                  <a:off x="10267920" y="5329440"/>
                  <a:ext cx="150480" cy="36000"/>
                  <a:chOff x="10267920" y="5329440"/>
                  <a:chExt cx="150480" cy="36000"/>
                </a:xfrm>
              </p:grpSpPr>
              <p:sp>
                <p:nvSpPr>
                  <p:cNvPr id="11487" name="AutoShape 922"/>
                  <p:cNvSpPr/>
                  <p:nvPr/>
                </p:nvSpPr>
                <p:spPr>
                  <a:xfrm>
                    <a:off x="10267920" y="5329440"/>
                    <a:ext cx="150480" cy="36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9080" rIns="90000" bIns="-1908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488" name="AutoShape 923"/>
                  <p:cNvSpPr/>
                  <p:nvPr/>
                </p:nvSpPr>
                <p:spPr>
                  <a:xfrm>
                    <a:off x="10270800" y="5334120"/>
                    <a:ext cx="144000" cy="2988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3760" rIns="90000" bIns="-2376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1489" name="Freeform 924"/>
                <p:cNvSpPr/>
                <p:nvPr/>
              </p:nvSpPr>
              <p:spPr>
                <a:xfrm>
                  <a:off x="10410840" y="5262480"/>
                  <a:ext cx="67320" cy="45000"/>
                </a:xfrm>
                <a:custGeom>
                  <a:avLst/>
                  <a:gdLst>
                    <a:gd name="textAreaLeft" fmla="*/ 0 w 67320"/>
                    <a:gd name="textAreaRight" fmla="*/ 67680 w 67320"/>
                    <a:gd name="textAreaTop" fmla="*/ 0 h 45000"/>
                    <a:gd name="textAreaBottom" fmla="*/ 45360 h 45000"/>
                    <a:gd name="GluePoint1X" fmla="*/ 2 w 328"/>
                    <a:gd name="GluePoint1Y" fmla="*/ 0 h 226"/>
                    <a:gd name="GluePoint2X" fmla="*/ 109 w 328"/>
                    <a:gd name="GluePoint2Y" fmla="*/ 51 h 226"/>
                    <a:gd name="GluePoint3X" fmla="*/ 108 w 328"/>
                    <a:gd name="GluePoint3Y" fmla="*/ 90 h 226"/>
                    <a:gd name="GluePoint4X" fmla="*/ 0 w 328"/>
                    <a:gd name="GluePoint4Y" fmla="*/ 39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60" rIns="90000" bIns="36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490" name="Group 925"/>
                <p:cNvGrpSpPr/>
                <p:nvPr/>
              </p:nvGrpSpPr>
              <p:grpSpPr>
                <a:xfrm>
                  <a:off x="10269360" y="5256360"/>
                  <a:ext cx="147240" cy="33120"/>
                  <a:chOff x="10269360" y="5256360"/>
                  <a:chExt cx="147240" cy="33120"/>
                </a:xfrm>
              </p:grpSpPr>
              <p:sp>
                <p:nvSpPr>
                  <p:cNvPr id="11491" name="AutoShape 926"/>
                  <p:cNvSpPr/>
                  <p:nvPr/>
                </p:nvSpPr>
                <p:spPr>
                  <a:xfrm>
                    <a:off x="10269360" y="5256360"/>
                    <a:ext cx="147240" cy="331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1240" rIns="90000" bIns="-2124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492" name="AutoShape 927"/>
                  <p:cNvSpPr/>
                  <p:nvPr/>
                </p:nvSpPr>
                <p:spPr>
                  <a:xfrm>
                    <a:off x="10272600" y="5259240"/>
                    <a:ext cx="142560" cy="2520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27000" rIns="90000" bIns="-27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1493" name="Rectangle 928"/>
                <p:cNvSpPr/>
                <p:nvPr/>
              </p:nvSpPr>
              <p:spPr>
                <a:xfrm>
                  <a:off x="10401120" y="5038920"/>
                  <a:ext cx="17280" cy="553680"/>
                </a:xfrm>
                <a:prstGeom prst="rect">
                  <a:avLst/>
                </a:prstGeom>
                <a:gradFill rotWithShape="0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94" name="Freeform 929"/>
                <p:cNvSpPr/>
                <p:nvPr/>
              </p:nvSpPr>
              <p:spPr>
                <a:xfrm>
                  <a:off x="10416960" y="5178600"/>
                  <a:ext cx="60480" cy="51120"/>
                </a:xfrm>
                <a:custGeom>
                  <a:avLst/>
                  <a:gdLst>
                    <a:gd name="textAreaLeft" fmla="*/ 0 w 60480"/>
                    <a:gd name="textAreaRight" fmla="*/ 60840 w 60480"/>
                    <a:gd name="textAreaTop" fmla="*/ 0 h 51120"/>
                    <a:gd name="textAreaBottom" fmla="*/ 51480 h 51120"/>
                    <a:gd name="GluePoint1X" fmla="*/ 2 w 296"/>
                    <a:gd name="GluePoint1Y" fmla="*/ 0 h 256"/>
                    <a:gd name="GluePoint2X" fmla="*/ 96 w 296"/>
                    <a:gd name="GluePoint2Y" fmla="*/ 57 h 256"/>
                    <a:gd name="GluePoint3X" fmla="*/ 98 w 296"/>
                    <a:gd name="GluePoint3Y" fmla="*/ 102 h 256"/>
                    <a:gd name="GluePoint4X" fmla="*/ 0 w 296"/>
                    <a:gd name="GluePoint4Y" fmla="*/ 39 h 256"/>
                    <a:gd name="GluePoint5X" fmla="*/ 2 w 296"/>
                    <a:gd name="GluePoint5Y" fmla="*/ 0 h 25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6480" rIns="90000" bIns="648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95" name="Freeform 930"/>
                <p:cNvSpPr/>
                <p:nvPr/>
              </p:nvSpPr>
              <p:spPr>
                <a:xfrm>
                  <a:off x="10417680" y="5099400"/>
                  <a:ext cx="62280" cy="57600"/>
                </a:xfrm>
                <a:custGeom>
                  <a:avLst/>
                  <a:gdLst>
                    <a:gd name="textAreaLeft" fmla="*/ 0 w 62280"/>
                    <a:gd name="textAreaRight" fmla="*/ 62640 w 62280"/>
                    <a:gd name="textAreaTop" fmla="*/ 0 h 57600"/>
                    <a:gd name="textAreaBottom" fmla="*/ 57960 h 57600"/>
                    <a:gd name="GluePoint1X" fmla="*/ 0 w 304"/>
                    <a:gd name="GluePoint1Y" fmla="*/ 0 h 288"/>
                    <a:gd name="GluePoint2X" fmla="*/ 101 w 304"/>
                    <a:gd name="GluePoint2Y" fmla="*/ 66 h 288"/>
                    <a:gd name="GluePoint3X" fmla="*/ 95 w 304"/>
                    <a:gd name="GluePoint3Y" fmla="*/ 116 h 288"/>
                    <a:gd name="GluePoint4X" fmla="*/ 2 w 304"/>
                    <a:gd name="GluePoint4Y" fmla="*/ 50 h 288"/>
                    <a:gd name="GluePoint5X" fmla="*/ 0 w 304"/>
                    <a:gd name="GluePoint5Y" fmla="*/ 0 h 2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12960" rIns="90000" bIns="1296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96" name="Oval 931"/>
                <p:cNvSpPr/>
                <p:nvPr/>
              </p:nvSpPr>
              <p:spPr>
                <a:xfrm>
                  <a:off x="10469520" y="5565960"/>
                  <a:ext cx="12240" cy="23400"/>
                </a:xfrm>
                <a:prstGeom prst="ellipse">
                  <a:avLst/>
                </a:pr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8080" rIns="90000" bIns="-2808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97" name="Freeform 932"/>
                <p:cNvSpPr/>
                <p:nvPr/>
              </p:nvSpPr>
              <p:spPr>
                <a:xfrm>
                  <a:off x="10414440" y="5567400"/>
                  <a:ext cx="62640" cy="47880"/>
                </a:xfrm>
                <a:custGeom>
                  <a:avLst/>
                  <a:gdLst>
                    <a:gd name="textAreaLeft" fmla="*/ 0 w 62640"/>
                    <a:gd name="textAreaRight" fmla="*/ 63000 w 62640"/>
                    <a:gd name="textAreaTop" fmla="*/ 0 h 47880"/>
                    <a:gd name="textAreaBottom" fmla="*/ 48240 h 47880"/>
                    <a:gd name="GluePoint1X" fmla="*/ 0 w 306"/>
                    <a:gd name="GluePoint1Y" fmla="*/ 43 h 240"/>
                    <a:gd name="GluePoint2X" fmla="*/ 2 w 306"/>
                    <a:gd name="GluePoint2Y" fmla="*/ 97 h 240"/>
                    <a:gd name="GluePoint3X" fmla="*/ 101 w 306"/>
                    <a:gd name="GluePoint3Y" fmla="*/ 44 h 240"/>
                    <a:gd name="GluePoint4X" fmla="*/ 98 w 306"/>
                    <a:gd name="GluePoint4Y" fmla="*/ 0 h 240"/>
                    <a:gd name="GluePoint5X" fmla="*/ 0 w 306"/>
                    <a:gd name="GluePoint5Y" fmla="*/ 43 h 24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240" rIns="90000" bIns="324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98" name="AutoShape 933"/>
                <p:cNvSpPr/>
                <p:nvPr/>
              </p:nvSpPr>
              <p:spPr>
                <a:xfrm>
                  <a:off x="10115280" y="5583600"/>
                  <a:ext cx="307800" cy="345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520" rIns="90000" bIns="-205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99" name="AutoShape 934"/>
                <p:cNvSpPr/>
                <p:nvPr/>
              </p:nvSpPr>
              <p:spPr>
                <a:xfrm>
                  <a:off x="10132920" y="5591160"/>
                  <a:ext cx="274320" cy="187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31320" rIns="90000" bIns="-313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00" name="Oval 935"/>
                <p:cNvSpPr/>
                <p:nvPr/>
              </p:nvSpPr>
              <p:spPr>
                <a:xfrm>
                  <a:off x="10158120" y="5511960"/>
                  <a:ext cx="40680" cy="331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01" name="Oval 936"/>
                <p:cNvSpPr/>
                <p:nvPr/>
              </p:nvSpPr>
              <p:spPr>
                <a:xfrm>
                  <a:off x="10204200" y="5511960"/>
                  <a:ext cx="40680" cy="34560"/>
                </a:xfrm>
                <a:prstGeom prst="ellipse">
                  <a:avLst/>
                </a:prstGeom>
                <a:solidFill>
                  <a:srgbClr val="FF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520" rIns="90000" bIns="-20520" anchor="ctr">
                  <a:noAutofit/>
                </a:bodyPr>
                <a:p>
                  <a:endParaRPr lang="en-US" sz="1600" b="0" u="none" strike="noStrike">
                    <a:solidFill>
                      <a:srgbClr val="FF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02" name="Oval 937"/>
                <p:cNvSpPr/>
                <p:nvPr/>
              </p:nvSpPr>
              <p:spPr>
                <a:xfrm>
                  <a:off x="10250280" y="5510520"/>
                  <a:ext cx="39240" cy="3456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520" rIns="90000" bIns="-205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03" name="Rectangle 938"/>
                <p:cNvSpPr/>
                <p:nvPr/>
              </p:nvSpPr>
              <p:spPr>
                <a:xfrm>
                  <a:off x="10351800" y="5378760"/>
                  <a:ext cx="21600" cy="18360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504" name="Group 194"/>
              <p:cNvGrpSpPr/>
              <p:nvPr/>
            </p:nvGrpSpPr>
            <p:grpSpPr>
              <a:xfrm>
                <a:off x="8874000" y="5427360"/>
                <a:ext cx="682920" cy="378000"/>
                <a:chOff x="8874000" y="5427360"/>
                <a:chExt cx="682920" cy="378000"/>
              </a:xfrm>
            </p:grpSpPr>
            <p:sp>
              <p:nvSpPr>
                <p:cNvPr id="11505" name="Freeform 262"/>
                <p:cNvSpPr/>
                <p:nvPr/>
              </p:nvSpPr>
              <p:spPr>
                <a:xfrm>
                  <a:off x="8874000" y="5558400"/>
                  <a:ext cx="682920" cy="246960"/>
                </a:xfrm>
                <a:custGeom>
                  <a:avLst/>
                  <a:gdLst>
                    <a:gd name="textAreaLeft" fmla="*/ 0 w 682920"/>
                    <a:gd name="textAreaRight" fmla="*/ 683280 w 682920"/>
                    <a:gd name="textAreaTop" fmla="*/ 0 h 246960"/>
                    <a:gd name="textAreaBottom" fmla="*/ 247320 h 246960"/>
                    <a:gd name="GluePoint1X" fmla="*/ 8165849 w 8166683"/>
                    <a:gd name="GluePoint1Y" fmla="*/ 7337 h 3099826"/>
                    <a:gd name="GluePoint2X" fmla="*/ 8166683 w 8166683"/>
                    <a:gd name="GluePoint2Y" fmla="*/ 1636654 h 3099826"/>
                    <a:gd name="GluePoint3X" fmla="*/ 4116250 w 8166683"/>
                    <a:gd name="GluePoint3Y" fmla="*/ 3099826 h 3099826"/>
                    <a:gd name="GluePoint4X" fmla="*/ 8764 w 8166683"/>
                    <a:gd name="GluePoint4Y" fmla="*/ 1634789 h 3099826"/>
                    <a:gd name="GluePoint5X" fmla="*/ 451 w 8166683"/>
                    <a:gd name="GluePoint5Y" fmla="*/ 0 h 3099826"/>
                    <a:gd name="GluePoint6X" fmla="*/ 4061168 w 8166683"/>
                    <a:gd name="GluePoint6Y" fmla="*/ 1438511 h 3099826"/>
                    <a:gd name="GluePoint7X" fmla="*/ 8165849 w 8166683"/>
                    <a:gd name="GluePoint7Y" fmla="*/ 7337 h 30998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rPr>
                    <a:t>                   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06" name="Oval 263"/>
                <p:cNvSpPr/>
                <p:nvPr/>
              </p:nvSpPr>
              <p:spPr>
                <a:xfrm>
                  <a:off x="8874360" y="5427360"/>
                  <a:ext cx="681840" cy="24480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rPr>
                    <a:t>              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507" name="Group 264"/>
                <p:cNvGrpSpPr/>
                <p:nvPr/>
              </p:nvGrpSpPr>
              <p:grpSpPr>
                <a:xfrm>
                  <a:off x="8975520" y="5458320"/>
                  <a:ext cx="479880" cy="179640"/>
                  <a:chOff x="8975520" y="5458320"/>
                  <a:chExt cx="479880" cy="179640"/>
                </a:xfrm>
              </p:grpSpPr>
              <p:sp>
                <p:nvSpPr>
                  <p:cNvPr id="11508" name="Freeform 265"/>
                  <p:cNvSpPr/>
                  <p:nvPr/>
                </p:nvSpPr>
                <p:spPr>
                  <a:xfrm>
                    <a:off x="8988840" y="5458320"/>
                    <a:ext cx="453960" cy="100440"/>
                  </a:xfrm>
                  <a:custGeom>
                    <a:avLst/>
                    <a:gdLst>
                      <a:gd name="textAreaLeft" fmla="*/ 0 w 453960"/>
                      <a:gd name="textAreaRight" fmla="*/ 454320 w 453960"/>
                      <a:gd name="textAreaTop" fmla="*/ 0 h 100440"/>
                      <a:gd name="textAreaBottom" fmla="*/ 100800 h 100440"/>
                      <a:gd name="GluePoint1X" fmla="*/ 3756864 w 4673016"/>
                      <a:gd name="GluePoint1Y" fmla="*/ 0 h 1049866"/>
                      <a:gd name="GluePoint2X" fmla="*/ 4673016 w 4673016"/>
                      <a:gd name="GluePoint2Y" fmla="*/ 239402 h 1049866"/>
                      <a:gd name="GluePoint3X" fmla="*/ 3993931 w 4673016"/>
                      <a:gd name="GluePoint3Y" fmla="*/ 541866 h 1049866"/>
                      <a:gd name="GluePoint4X" fmla="*/ 3815839 w 4673016"/>
                      <a:gd name="GluePoint4Y" fmla="*/ 467710 h 1049866"/>
                      <a:gd name="GluePoint5X" fmla="*/ 2300598 w 4673016"/>
                      <a:gd name="GluePoint5Y" fmla="*/ 1049866 h 1049866"/>
                      <a:gd name="GluePoint6X" fmla="*/ 912064 w 4673016"/>
                      <a:gd name="GluePoint6Y" fmla="*/ 457200 h 1049866"/>
                      <a:gd name="GluePoint7X" fmla="*/ 624198 w 4673016"/>
                      <a:gd name="GluePoint7Y" fmla="*/ 541866 h 1049866"/>
                      <a:gd name="GluePoint8X" fmla="*/ 0 w 4673016"/>
                      <a:gd name="GluePoint8Y" fmla="*/ 275021 h 1049866"/>
                      <a:gd name="GluePoint9X" fmla="*/ 912064 w 4673016"/>
                      <a:gd name="GluePoint9Y" fmla="*/ 16933 h 1049866"/>
                      <a:gd name="GluePoint10X" fmla="*/ 2323954 w 4673016"/>
                      <a:gd name="GluePoint10Y" fmla="*/ 616023 h 1049866"/>
                      <a:gd name="GluePoint11X" fmla="*/ 3756864 w 4673016"/>
                      <a:gd name="GluePoint11Y" fmla="*/ 0 h 1049866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09" name="Freeform 266"/>
                  <p:cNvSpPr/>
                  <p:nvPr/>
                </p:nvSpPr>
                <p:spPr>
                  <a:xfrm>
                    <a:off x="9286200" y="5544720"/>
                    <a:ext cx="169200" cy="86400"/>
                  </a:xfrm>
                  <a:custGeom>
                    <a:avLst/>
                    <a:gdLst>
                      <a:gd name="textAreaLeft" fmla="*/ 0 w 169200"/>
                      <a:gd name="textAreaRight" fmla="*/ 169560 w 169200"/>
                      <a:gd name="textAreaTop" fmla="*/ 0 h 86400"/>
                      <a:gd name="textAreaBottom" fmla="*/ 86760 h 86400"/>
                      <a:gd name="GluePoint1X" fmla="*/ 21021 w 1744718"/>
                      <a:gd name="GluePoint1Y" fmla="*/ 0 h 903890"/>
                      <a:gd name="GluePoint2X" fmla="*/ 1744718 w 1744718"/>
                      <a:gd name="GluePoint2Y" fmla="*/ 693683 h 903890"/>
                      <a:gd name="GluePoint3X" fmla="*/ 1145628 w 1744718"/>
                      <a:gd name="GluePoint3Y" fmla="*/ 903890 h 903890"/>
                      <a:gd name="GluePoint4X" fmla="*/ 0 w 1744718"/>
                      <a:gd name="GluePoint4Y" fmla="*/ 451945 h 903890"/>
                      <a:gd name="GluePoint5X" fmla="*/ 21021 w 1744718"/>
                      <a:gd name="GluePoint5Y" fmla="*/ 0 h 90389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1760" rIns="90000" bIns="417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10" name="Freeform 267"/>
                  <p:cNvSpPr/>
                  <p:nvPr/>
                </p:nvSpPr>
                <p:spPr>
                  <a:xfrm>
                    <a:off x="8975520" y="5544720"/>
                    <a:ext cx="166320" cy="85320"/>
                  </a:xfrm>
                  <a:custGeom>
                    <a:avLst/>
                    <a:gdLst>
                      <a:gd name="textAreaLeft" fmla="*/ 0 w 166320"/>
                      <a:gd name="textAreaRight" fmla="*/ 166680 w 166320"/>
                      <a:gd name="textAreaTop" fmla="*/ 0 h 85320"/>
                      <a:gd name="textAreaBottom" fmla="*/ 85680 h 85320"/>
                      <a:gd name="GluePoint1X" fmla="*/ 1702676 w 1713187"/>
                      <a:gd name="GluePoint1Y" fmla="*/ 0 h 893380"/>
                      <a:gd name="GluePoint2X" fmla="*/ 1713187 w 1713187"/>
                      <a:gd name="GluePoint2Y" fmla="*/ 472966 h 893380"/>
                      <a:gd name="GluePoint3X" fmla="*/ 578069 w 1713187"/>
                      <a:gd name="GluePoint3Y" fmla="*/ 893380 h 893380"/>
                      <a:gd name="GluePoint4X" fmla="*/ 0 w 1713187"/>
                      <a:gd name="GluePoint4Y" fmla="*/ 693683 h 893380"/>
                      <a:gd name="GluePoint5X" fmla="*/ 1702676 w 1713187"/>
                      <a:gd name="GluePoint5Y" fmla="*/ 0 h 89338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0680" rIns="90000" bIns="406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11" name="Freeform 268"/>
                  <p:cNvSpPr/>
                  <p:nvPr/>
                </p:nvSpPr>
                <p:spPr>
                  <a:xfrm>
                    <a:off x="9033120" y="5502240"/>
                    <a:ext cx="361800" cy="135720"/>
                  </a:xfrm>
                  <a:custGeom>
                    <a:avLst/>
                    <a:gdLst>
                      <a:gd name="textAreaLeft" fmla="*/ 0 w 361800"/>
                      <a:gd name="textAreaRight" fmla="*/ 362160 w 361800"/>
                      <a:gd name="textAreaTop" fmla="*/ 0 h 135720"/>
                      <a:gd name="textAreaBottom" fmla="*/ 136080 h 135720"/>
                      <a:gd name="GluePoint1X" fmla="*/ 162012 w 3725019"/>
                      <a:gd name="GluePoint1Y" fmla="*/ 73572 h 1418896"/>
                      <a:gd name="GluePoint2X" fmla="*/ 445792 w 3725019"/>
                      <a:gd name="GluePoint2Y" fmla="*/ 0 h 1418896"/>
                      <a:gd name="GluePoint3X" fmla="*/ 1852896 w 3725019"/>
                      <a:gd name="GluePoint3Y" fmla="*/ 591655 h 1418896"/>
                      <a:gd name="GluePoint4X" fmla="*/ 3357157 w 3725019"/>
                      <a:gd name="GluePoint4Y" fmla="*/ 0 h 1418896"/>
                      <a:gd name="GluePoint5X" fmla="*/ 3577874 w 3725019"/>
                      <a:gd name="GluePoint5Y" fmla="*/ 73572 h 1418896"/>
                      <a:gd name="GluePoint6X" fmla="*/ 2632585 w 3725019"/>
                      <a:gd name="GluePoint6Y" fmla="*/ 448868 h 1418896"/>
                      <a:gd name="GluePoint7X" fmla="*/ 2625150 w 3725019"/>
                      <a:gd name="GluePoint7Y" fmla="*/ 902607 h 1418896"/>
                      <a:gd name="GluePoint8X" fmla="*/ 3725019 w 3725019"/>
                      <a:gd name="GluePoint8Y" fmla="*/ 1345324 h 1418896"/>
                      <a:gd name="GluePoint9X" fmla="*/ 3441240 w 3725019"/>
                      <a:gd name="GluePoint9Y" fmla="*/ 1408386 h 1418896"/>
                      <a:gd name="GluePoint10X" fmla="*/ 1864688 w 3725019"/>
                      <a:gd name="GluePoint10Y" fmla="*/ 746234 h 1418896"/>
                      <a:gd name="GluePoint11X" fmla="*/ 256605 w 3725019"/>
                      <a:gd name="GluePoint11Y" fmla="*/ 1418896 h 1418896"/>
                      <a:gd name="GluePoint12X" fmla="*/ 0 w 3725019"/>
                      <a:gd name="GluePoint12Y" fmla="*/ 1331097 h 1418896"/>
                      <a:gd name="GluePoint13X" fmla="*/ 1113454 w 3725019"/>
                      <a:gd name="GluePoint13Y" fmla="*/ 903890 h 1418896"/>
                      <a:gd name="GluePoint14X" fmla="*/ 1102302 w 3725019"/>
                      <a:gd name="GluePoint14Y" fmla="*/ 451945 h 1418896"/>
                      <a:gd name="GluePoint15X" fmla="*/ 183032 w 3725019"/>
                      <a:gd name="GluePoint15Y" fmla="*/ 84081 h 1418896"/>
                      <a:gd name="GluePoint16X" fmla="*/ 162012 w 3725019"/>
                      <a:gd name="GluePoint16Y" fmla="*/ 73572 h 1418896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  <a:cxn ang="0">
                        <a:pos x="GluePoint16X" y="GluePoint16Y"/>
                      </a:cxn>
                    </a:cxnLst>
                    <a:rect l="textAreaLeft" t="textAreaTop" r="textAreaRight" b="textAreaBottom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</p:grpSp>
          </p:grpSp>
          <p:cxnSp>
            <p:nvCxnSpPr>
              <p:cNvPr id="11512" name="Straight Connector 195"/>
              <p:cNvCxnSpPr/>
              <p:nvPr/>
            </p:nvCxnSpPr>
            <p:spPr>
              <a:xfrm>
                <a:off x="10794240" y="3931200"/>
                <a:ext cx="165960" cy="36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</a:ln>
            </p:spPr>
          </p:cxnSp>
          <p:cxnSp>
            <p:nvCxnSpPr>
              <p:cNvPr id="11513" name="Straight Connector 196"/>
              <p:cNvCxnSpPr/>
              <p:nvPr/>
            </p:nvCxnSpPr>
            <p:spPr>
              <a:xfrm>
                <a:off x="9392760" y="5807520"/>
                <a:ext cx="237960" cy="23796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</a:ln>
            </p:spPr>
          </p:cxnSp>
          <p:grpSp>
            <p:nvGrpSpPr>
              <p:cNvPr id="11514" name="Group 197"/>
              <p:cNvGrpSpPr/>
              <p:nvPr/>
            </p:nvGrpSpPr>
            <p:grpSpPr>
              <a:xfrm>
                <a:off x="7224120" y="4996440"/>
                <a:ext cx="1784160" cy="783000"/>
                <a:chOff x="7224120" y="4996440"/>
                <a:chExt cx="1784160" cy="783000"/>
              </a:xfrm>
            </p:grpSpPr>
            <p:sp>
              <p:nvSpPr>
                <p:cNvPr id="11515" name="Freeform 256"/>
                <p:cNvSpPr/>
                <p:nvPr/>
              </p:nvSpPr>
              <p:spPr>
                <a:xfrm flipH="1">
                  <a:off x="7619400" y="5126760"/>
                  <a:ext cx="1388880" cy="652680"/>
                </a:xfrm>
                <a:custGeom>
                  <a:avLst/>
                  <a:gdLst>
                    <a:gd name="textAreaLeft" fmla="*/ 360 w 1388880"/>
                    <a:gd name="textAreaRight" fmla="*/ 1389600 w 1388880"/>
                    <a:gd name="textAreaTop" fmla="*/ 0 h 652680"/>
                    <a:gd name="textAreaBottom" fmla="*/ 653040 h 652680"/>
                    <a:gd name="GluePoint1X" fmla="*/ 59377 w 1389414"/>
                    <a:gd name="GluePoint1Y" fmla="*/ 415637 h 653144"/>
                    <a:gd name="GluePoint2X" fmla="*/ 605641 w 1389414"/>
                    <a:gd name="GluePoint2Y" fmla="*/ 0 h 653144"/>
                    <a:gd name="GluePoint3X" fmla="*/ 1389414 w 1389414"/>
                    <a:gd name="GluePoint3Y" fmla="*/ 391887 h 653144"/>
                    <a:gd name="GluePoint4X" fmla="*/ 0 w 1389414"/>
                    <a:gd name="GluePoint4Y" fmla="*/ 653144 h 653144"/>
                    <a:gd name="GluePoint5X" fmla="*/ 59377 w 1389414"/>
                    <a:gd name="GluePoint5Y" fmla="*/ 415637 h 65314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389414" h="653144">
                      <a:moveTo>
                        <a:pt x="59377" y="415637"/>
                      </a:moveTo>
                      <a:cubicBezTo>
                        <a:pt x="285008" y="332510"/>
                        <a:pt x="320635" y="320634"/>
                        <a:pt x="605641" y="0"/>
                      </a:cubicBezTo>
                      <a:lnTo>
                        <a:pt x="1389414" y="391887"/>
                      </a:lnTo>
                      <a:cubicBezTo>
                        <a:pt x="395845" y="482932"/>
                        <a:pt x="601683" y="407720"/>
                        <a:pt x="0" y="653144"/>
                      </a:cubicBezTo>
                      <a:lnTo>
                        <a:pt x="59377" y="41563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>
                        <a:alpha val="56000"/>
                      </a:srgbClr>
                    </a:gs>
                    <a:gs pos="100000">
                      <a:srgbClr val="D9D9D9"/>
                    </a:gs>
                  </a:gsLst>
                  <a:lin ang="108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516" name="Oval 306"/>
                <p:cNvSpPr/>
                <p:nvPr/>
              </p:nvSpPr>
              <p:spPr>
                <a:xfrm>
                  <a:off x="7224120" y="4996440"/>
                  <a:ext cx="1293480" cy="54468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17" name="Text Box 302"/>
                <p:cNvSpPr/>
                <p:nvPr/>
              </p:nvSpPr>
              <p:spPr>
                <a:xfrm>
                  <a:off x="7256880" y="5117400"/>
                  <a:ext cx="62676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agent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518" name="Group 259"/>
                <p:cNvGrpSpPr/>
                <p:nvPr/>
              </p:nvGrpSpPr>
              <p:grpSpPr>
                <a:xfrm>
                  <a:off x="7855560" y="5091120"/>
                  <a:ext cx="527760" cy="344160"/>
                  <a:chOff x="7855560" y="5091120"/>
                  <a:chExt cx="527760" cy="344160"/>
                </a:xfrm>
              </p:grpSpPr>
              <p:sp>
                <p:nvSpPr>
                  <p:cNvPr id="11519" name="Can 260"/>
                  <p:cNvSpPr/>
                  <p:nvPr/>
                </p:nvSpPr>
                <p:spPr>
                  <a:xfrm>
                    <a:off x="7904520" y="5091120"/>
                    <a:ext cx="427320" cy="344160"/>
                  </a:xfrm>
                  <a:prstGeom prst="can">
                    <a:avLst>
                      <a:gd name="adj" fmla="val 25000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rgbClr val="E7E6E6">
                        <a:lumMod val="75000"/>
                      </a:srgb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20" name="Text Box 305"/>
                  <p:cNvSpPr/>
                  <p:nvPr/>
                </p:nvSpPr>
                <p:spPr>
                  <a:xfrm>
                    <a:off x="7855560" y="5116320"/>
                    <a:ext cx="527760" cy="3038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1400" b="0" u="none" strike="noStrike">
                        <a:solidFill>
                          <a:srgbClr val="0000A8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data</a:t>
                    </a:r>
                    <a:endParaRPr lang="en-US" sz="1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11521" name="Group 198"/>
              <p:cNvGrpSpPr/>
              <p:nvPr/>
            </p:nvGrpSpPr>
            <p:grpSpPr>
              <a:xfrm>
                <a:off x="9250560" y="4066920"/>
                <a:ext cx="735840" cy="422280"/>
                <a:chOff x="9250560" y="4066920"/>
                <a:chExt cx="735840" cy="422280"/>
              </a:xfrm>
            </p:grpSpPr>
            <p:sp>
              <p:nvSpPr>
                <p:cNvPr id="11522" name="Rectangle 249"/>
                <p:cNvSpPr/>
                <p:nvPr/>
              </p:nvSpPr>
              <p:spPr>
                <a:xfrm>
                  <a:off x="9250560" y="4319280"/>
                  <a:ext cx="733320" cy="169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/>
                </a:gradFill>
                <a:ln w="6350"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523" name="Freeform 250"/>
                <p:cNvSpPr/>
                <p:nvPr/>
              </p:nvSpPr>
              <p:spPr>
                <a:xfrm>
                  <a:off x="9252360" y="4066920"/>
                  <a:ext cx="734040" cy="258120"/>
                </a:xfrm>
                <a:custGeom>
                  <a:avLst/>
                  <a:gdLst>
                    <a:gd name="textAreaLeft" fmla="*/ 0 w 734040"/>
                    <a:gd name="textAreaRight" fmla="*/ 734400 w 734040"/>
                    <a:gd name="textAreaTop" fmla="*/ 0 h 258120"/>
                    <a:gd name="textAreaBottom" fmla="*/ 258480 h 258120"/>
                    <a:gd name="GluePoint1X" fmla="*/ 0 w 3783724"/>
                    <a:gd name="GluePoint1Y" fmla="*/ 1313793 h 1324303"/>
                    <a:gd name="GluePoint2X" fmla="*/ 0 w 3783724"/>
                    <a:gd name="GluePoint2Y" fmla="*/ 1313793 h 1324303"/>
                    <a:gd name="GluePoint3X" fmla="*/ 252248 w 3783724"/>
                    <a:gd name="GluePoint3Y" fmla="*/ 0 h 1324303"/>
                    <a:gd name="GluePoint4X" fmla="*/ 3415862 w 3783724"/>
                    <a:gd name="GluePoint4Y" fmla="*/ 21020 h 1324303"/>
                    <a:gd name="GluePoint5X" fmla="*/ 3783724 w 3783724"/>
                    <a:gd name="GluePoint5Y" fmla="*/ 1324303 h 1324303"/>
                    <a:gd name="GluePoint6X" fmla="*/ 0 w 3783724"/>
                    <a:gd name="GluePoint6Y" fmla="*/ 1313793 h 132430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grpSp>
              <p:nvGrpSpPr>
                <p:cNvPr id="11524" name="Group 251"/>
                <p:cNvGrpSpPr/>
                <p:nvPr/>
              </p:nvGrpSpPr>
              <p:grpSpPr>
                <a:xfrm>
                  <a:off x="9303480" y="4097160"/>
                  <a:ext cx="621000" cy="207720"/>
                  <a:chOff x="9303480" y="4097160"/>
                  <a:chExt cx="621000" cy="207720"/>
                </a:xfrm>
              </p:grpSpPr>
              <p:sp>
                <p:nvSpPr>
                  <p:cNvPr id="11525" name="Freeform 252"/>
                  <p:cNvSpPr/>
                  <p:nvPr/>
                </p:nvSpPr>
                <p:spPr>
                  <a:xfrm>
                    <a:off x="9320760" y="4097160"/>
                    <a:ext cx="587520" cy="116280"/>
                  </a:xfrm>
                  <a:custGeom>
                    <a:avLst/>
                    <a:gdLst>
                      <a:gd name="textAreaLeft" fmla="*/ 0 w 587520"/>
                      <a:gd name="textAreaRight" fmla="*/ 587880 w 587520"/>
                      <a:gd name="textAreaTop" fmla="*/ 0 h 116280"/>
                      <a:gd name="textAreaBottom" fmla="*/ 116640 h 116280"/>
                      <a:gd name="GluePoint1X" fmla="*/ 3756864 w 4673016"/>
                      <a:gd name="GluePoint1Y" fmla="*/ 0 h 1049866"/>
                      <a:gd name="GluePoint2X" fmla="*/ 4673016 w 4673016"/>
                      <a:gd name="GluePoint2Y" fmla="*/ 239402 h 1049866"/>
                      <a:gd name="GluePoint3X" fmla="*/ 3993931 w 4673016"/>
                      <a:gd name="GluePoint3Y" fmla="*/ 541866 h 1049866"/>
                      <a:gd name="GluePoint4X" fmla="*/ 3815839 w 4673016"/>
                      <a:gd name="GluePoint4Y" fmla="*/ 467710 h 1049866"/>
                      <a:gd name="GluePoint5X" fmla="*/ 2300598 w 4673016"/>
                      <a:gd name="GluePoint5Y" fmla="*/ 1049866 h 1049866"/>
                      <a:gd name="GluePoint6X" fmla="*/ 912064 w 4673016"/>
                      <a:gd name="GluePoint6Y" fmla="*/ 457200 h 1049866"/>
                      <a:gd name="GluePoint7X" fmla="*/ 624198 w 4673016"/>
                      <a:gd name="GluePoint7Y" fmla="*/ 541866 h 1049866"/>
                      <a:gd name="GluePoint8X" fmla="*/ 0 w 4673016"/>
                      <a:gd name="GluePoint8Y" fmla="*/ 275021 h 1049866"/>
                      <a:gd name="GluePoint9X" fmla="*/ 912064 w 4673016"/>
                      <a:gd name="GluePoint9Y" fmla="*/ 16933 h 1049866"/>
                      <a:gd name="GluePoint10X" fmla="*/ 2323954 w 4673016"/>
                      <a:gd name="GluePoint10Y" fmla="*/ 616023 h 1049866"/>
                      <a:gd name="GluePoint11X" fmla="*/ 3756864 w 4673016"/>
                      <a:gd name="GluePoint11Y" fmla="*/ 0 h 1049866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26" name="Freeform 253"/>
                  <p:cNvSpPr/>
                  <p:nvPr/>
                </p:nvSpPr>
                <p:spPr>
                  <a:xfrm>
                    <a:off x="9705240" y="4196880"/>
                    <a:ext cx="219240" cy="100080"/>
                  </a:xfrm>
                  <a:custGeom>
                    <a:avLst/>
                    <a:gdLst>
                      <a:gd name="textAreaLeft" fmla="*/ 0 w 219240"/>
                      <a:gd name="textAreaRight" fmla="*/ 219600 w 219240"/>
                      <a:gd name="textAreaTop" fmla="*/ 0 h 100080"/>
                      <a:gd name="textAreaBottom" fmla="*/ 100440 h 100080"/>
                      <a:gd name="GluePoint1X" fmla="*/ 21021 w 1744718"/>
                      <a:gd name="GluePoint1Y" fmla="*/ 0 h 903890"/>
                      <a:gd name="GluePoint2X" fmla="*/ 1744718 w 1744718"/>
                      <a:gd name="GluePoint2Y" fmla="*/ 693683 h 903890"/>
                      <a:gd name="GluePoint3X" fmla="*/ 1145628 w 1744718"/>
                      <a:gd name="GluePoint3Y" fmla="*/ 903890 h 903890"/>
                      <a:gd name="GluePoint4X" fmla="*/ 0 w 1744718"/>
                      <a:gd name="GluePoint4Y" fmla="*/ 451945 h 903890"/>
                      <a:gd name="GluePoint5X" fmla="*/ 21021 w 1744718"/>
                      <a:gd name="GluePoint5Y" fmla="*/ 0 h 90389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27" name="Freeform 254"/>
                  <p:cNvSpPr/>
                  <p:nvPr/>
                </p:nvSpPr>
                <p:spPr>
                  <a:xfrm>
                    <a:off x="9303480" y="4196880"/>
                    <a:ext cx="215280" cy="98640"/>
                  </a:xfrm>
                  <a:custGeom>
                    <a:avLst/>
                    <a:gdLst>
                      <a:gd name="textAreaLeft" fmla="*/ 0 w 215280"/>
                      <a:gd name="textAreaRight" fmla="*/ 215640 w 215280"/>
                      <a:gd name="textAreaTop" fmla="*/ 0 h 98640"/>
                      <a:gd name="textAreaBottom" fmla="*/ 99000 h 98640"/>
                      <a:gd name="GluePoint1X" fmla="*/ 1702676 w 1713187"/>
                      <a:gd name="GluePoint1Y" fmla="*/ 0 h 893380"/>
                      <a:gd name="GluePoint2X" fmla="*/ 1713187 w 1713187"/>
                      <a:gd name="GluePoint2Y" fmla="*/ 472966 h 893380"/>
                      <a:gd name="GluePoint3X" fmla="*/ 578069 w 1713187"/>
                      <a:gd name="GluePoint3Y" fmla="*/ 893380 h 893380"/>
                      <a:gd name="GluePoint4X" fmla="*/ 0 w 1713187"/>
                      <a:gd name="GluePoint4Y" fmla="*/ 693683 h 893380"/>
                      <a:gd name="GluePoint5X" fmla="*/ 1702676 w 1713187"/>
                      <a:gd name="GluePoint5Y" fmla="*/ 0 h 89338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28" name="Freeform 255"/>
                  <p:cNvSpPr/>
                  <p:nvPr/>
                </p:nvSpPr>
                <p:spPr>
                  <a:xfrm>
                    <a:off x="9378360" y="4147920"/>
                    <a:ext cx="468360" cy="156960"/>
                  </a:xfrm>
                  <a:custGeom>
                    <a:avLst/>
                    <a:gdLst>
                      <a:gd name="textAreaLeft" fmla="*/ 0 w 468360"/>
                      <a:gd name="textAreaRight" fmla="*/ 468720 w 468360"/>
                      <a:gd name="textAreaTop" fmla="*/ 0 h 156960"/>
                      <a:gd name="textAreaBottom" fmla="*/ 157320 h 156960"/>
                      <a:gd name="GluePoint1X" fmla="*/ 162012 w 3725019"/>
                      <a:gd name="GluePoint1Y" fmla="*/ 73572 h 1418896"/>
                      <a:gd name="GluePoint2X" fmla="*/ 445792 w 3725019"/>
                      <a:gd name="GluePoint2Y" fmla="*/ 0 h 1418896"/>
                      <a:gd name="GluePoint3X" fmla="*/ 1852896 w 3725019"/>
                      <a:gd name="GluePoint3Y" fmla="*/ 591655 h 1418896"/>
                      <a:gd name="GluePoint4X" fmla="*/ 3357157 w 3725019"/>
                      <a:gd name="GluePoint4Y" fmla="*/ 0 h 1418896"/>
                      <a:gd name="GluePoint5X" fmla="*/ 3577874 w 3725019"/>
                      <a:gd name="GluePoint5Y" fmla="*/ 73572 h 1418896"/>
                      <a:gd name="GluePoint6X" fmla="*/ 2632585 w 3725019"/>
                      <a:gd name="GluePoint6Y" fmla="*/ 448868 h 1418896"/>
                      <a:gd name="GluePoint7X" fmla="*/ 2625150 w 3725019"/>
                      <a:gd name="GluePoint7Y" fmla="*/ 902607 h 1418896"/>
                      <a:gd name="GluePoint8X" fmla="*/ 3725019 w 3725019"/>
                      <a:gd name="GluePoint8Y" fmla="*/ 1345324 h 1418896"/>
                      <a:gd name="GluePoint9X" fmla="*/ 3441240 w 3725019"/>
                      <a:gd name="GluePoint9Y" fmla="*/ 1408386 h 1418896"/>
                      <a:gd name="GluePoint10X" fmla="*/ 1864688 w 3725019"/>
                      <a:gd name="GluePoint10Y" fmla="*/ 746234 h 1418896"/>
                      <a:gd name="GluePoint11X" fmla="*/ 256605 w 3725019"/>
                      <a:gd name="GluePoint11Y" fmla="*/ 1418896 h 1418896"/>
                      <a:gd name="GluePoint12X" fmla="*/ 0 w 3725019"/>
                      <a:gd name="GluePoint12Y" fmla="*/ 1331097 h 1418896"/>
                      <a:gd name="GluePoint13X" fmla="*/ 1113454 w 3725019"/>
                      <a:gd name="GluePoint13Y" fmla="*/ 903890 h 1418896"/>
                      <a:gd name="GluePoint14X" fmla="*/ 1102302 w 3725019"/>
                      <a:gd name="GluePoint14Y" fmla="*/ 451945 h 1418896"/>
                      <a:gd name="GluePoint15X" fmla="*/ 183032 w 3725019"/>
                      <a:gd name="GluePoint15Y" fmla="*/ 84081 h 1418896"/>
                      <a:gd name="GluePoint16X" fmla="*/ 162012 w 3725019"/>
                      <a:gd name="GluePoint16Y" fmla="*/ 73572 h 1418896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  <a:cxn ang="0">
                        <a:pos x="GluePoint16X" y="GluePoint16Y"/>
                      </a:cxn>
                    </a:cxnLst>
                    <a:rect l="textAreaLeft" t="textAreaTop" r="textAreaRight" b="textAreaBottom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</p:grpSp>
          </p:grpSp>
          <p:sp>
            <p:nvSpPr>
              <p:cNvPr id="11529" name="Freeform 199"/>
              <p:cNvSpPr/>
              <p:nvPr/>
            </p:nvSpPr>
            <p:spPr>
              <a:xfrm flipH="1">
                <a:off x="7131600" y="2723400"/>
                <a:ext cx="1643760" cy="663840"/>
              </a:xfrm>
              <a:custGeom>
                <a:avLst/>
                <a:gdLst>
                  <a:gd name="textAreaLeft" fmla="*/ 360 w 1643760"/>
                  <a:gd name="textAreaRight" fmla="*/ 1644480 w 1643760"/>
                  <a:gd name="textAreaTop" fmla="*/ 0 h 663840"/>
                  <a:gd name="textAreaBottom" fmla="*/ 664200 h 663840"/>
                  <a:gd name="GluePoint1X" fmla="*/ 81411 w 1503869"/>
                  <a:gd name="GluePoint1Y" fmla="*/ 228350 h 664161"/>
                  <a:gd name="GluePoint2X" fmla="*/ 419294 w 1503869"/>
                  <a:gd name="GluePoint2Y" fmla="*/ 0 h 664161"/>
                  <a:gd name="GluePoint3X" fmla="*/ 1503869 w 1503869"/>
                  <a:gd name="GluePoint3Y" fmla="*/ 105448 h 664161"/>
                  <a:gd name="GluePoint4X" fmla="*/ 0 w 1503869"/>
                  <a:gd name="GluePoint4Y" fmla="*/ 664161 h 664161"/>
                  <a:gd name="GluePoint5X" fmla="*/ 81411 w 1503869"/>
                  <a:gd name="GluePoint5Y" fmla="*/ 228350 h 66416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03869" h="664161">
                    <a:moveTo>
                      <a:pt x="81411" y="228350"/>
                    </a:moveTo>
                    <a:cubicBezTo>
                      <a:pt x="307042" y="145223"/>
                      <a:pt x="255473" y="210465"/>
                      <a:pt x="419294" y="0"/>
                    </a:cubicBezTo>
                    <a:cubicBezTo>
                      <a:pt x="706258" y="244471"/>
                      <a:pt x="774088" y="202501"/>
                      <a:pt x="1503869" y="105448"/>
                    </a:cubicBezTo>
                    <a:cubicBezTo>
                      <a:pt x="712253" y="306662"/>
                      <a:pt x="601683" y="418737"/>
                      <a:pt x="0" y="664161"/>
                    </a:cubicBezTo>
                    <a:lnTo>
                      <a:pt x="81411" y="22835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>
                      <a:alpha val="56000"/>
                    </a:srgbClr>
                  </a:gs>
                  <a:gs pos="100000">
                    <a:srgbClr val="D9D9D9"/>
                  </a:gs>
                </a:gsLst>
                <a:lin ang="108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530" name="Oval 280"/>
              <p:cNvSpPr/>
              <p:nvPr/>
            </p:nvSpPr>
            <p:spPr>
              <a:xfrm>
                <a:off x="6729480" y="2201400"/>
                <a:ext cx="1852920" cy="68436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000000">
                    <a:lumMod val="65000"/>
                    <a:lumOff val="35000"/>
                  </a:srgbClr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1" name="Text Box 276"/>
              <p:cNvSpPr/>
              <p:nvPr/>
            </p:nvSpPr>
            <p:spPr>
              <a:xfrm>
                <a:off x="6751440" y="2244240"/>
                <a:ext cx="1795320" cy="789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914400">
                  <a:lnSpc>
                    <a:spcPct val="85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managing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85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server/controller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532" name="Group 202"/>
              <p:cNvGrpSpPr/>
              <p:nvPr/>
            </p:nvGrpSpPr>
            <p:grpSpPr>
              <a:xfrm>
                <a:off x="8113680" y="2093040"/>
                <a:ext cx="896760" cy="394920"/>
                <a:chOff x="8113680" y="2093040"/>
                <a:chExt cx="896760" cy="394920"/>
              </a:xfrm>
            </p:grpSpPr>
            <p:sp>
              <p:nvSpPr>
                <p:cNvPr id="11533" name="Can 247"/>
                <p:cNvSpPr/>
                <p:nvPr/>
              </p:nvSpPr>
              <p:spPr>
                <a:xfrm>
                  <a:off x="8113680" y="2093040"/>
                  <a:ext cx="896760" cy="394920"/>
                </a:xfrm>
                <a:prstGeom prst="can">
                  <a:avLst>
                    <a:gd name="adj" fmla="val 25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E7E6E6">
                      <a:lumMod val="75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534" name="Text Box 305"/>
                <p:cNvSpPr/>
                <p:nvPr/>
              </p:nvSpPr>
              <p:spPr>
                <a:xfrm>
                  <a:off x="8251560" y="2165760"/>
                  <a:ext cx="589680" cy="30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400" b="0" u="none" strike="noStrike">
                      <a:solidFill>
                        <a:srgbClr val="0000A8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lang="en-US" sz="1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535" name="Group 203"/>
              <p:cNvGrpSpPr/>
              <p:nvPr/>
            </p:nvGrpSpPr>
            <p:grpSpPr>
              <a:xfrm>
                <a:off x="10099080" y="3719160"/>
                <a:ext cx="682920" cy="378000"/>
                <a:chOff x="10099080" y="3719160"/>
                <a:chExt cx="682920" cy="378000"/>
              </a:xfrm>
            </p:grpSpPr>
            <p:sp>
              <p:nvSpPr>
                <p:cNvPr id="11536" name="Freeform 240"/>
                <p:cNvSpPr/>
                <p:nvPr/>
              </p:nvSpPr>
              <p:spPr>
                <a:xfrm>
                  <a:off x="10099080" y="3850200"/>
                  <a:ext cx="682920" cy="246960"/>
                </a:xfrm>
                <a:custGeom>
                  <a:avLst/>
                  <a:gdLst>
                    <a:gd name="textAreaLeft" fmla="*/ 0 w 682920"/>
                    <a:gd name="textAreaRight" fmla="*/ 683280 w 682920"/>
                    <a:gd name="textAreaTop" fmla="*/ 0 h 246960"/>
                    <a:gd name="textAreaBottom" fmla="*/ 247320 h 246960"/>
                    <a:gd name="GluePoint1X" fmla="*/ 8165849 w 8166683"/>
                    <a:gd name="GluePoint1Y" fmla="*/ 7337 h 3099826"/>
                    <a:gd name="GluePoint2X" fmla="*/ 8166683 w 8166683"/>
                    <a:gd name="GluePoint2Y" fmla="*/ 1636654 h 3099826"/>
                    <a:gd name="GluePoint3X" fmla="*/ 4116250 w 8166683"/>
                    <a:gd name="GluePoint3Y" fmla="*/ 3099826 h 3099826"/>
                    <a:gd name="GluePoint4X" fmla="*/ 8764 w 8166683"/>
                    <a:gd name="GluePoint4Y" fmla="*/ 1634789 h 3099826"/>
                    <a:gd name="GluePoint5X" fmla="*/ 451 w 8166683"/>
                    <a:gd name="GluePoint5Y" fmla="*/ 0 h 3099826"/>
                    <a:gd name="GluePoint6X" fmla="*/ 4061168 w 8166683"/>
                    <a:gd name="GluePoint6Y" fmla="*/ 1438511 h 3099826"/>
                    <a:gd name="GluePoint7X" fmla="*/ 8165849 w 8166683"/>
                    <a:gd name="GluePoint7Y" fmla="*/ 7337 h 30998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/>
                </a:gra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rPr>
                    <a:t>                   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37" name="Oval 241"/>
                <p:cNvSpPr/>
                <p:nvPr/>
              </p:nvSpPr>
              <p:spPr>
                <a:xfrm>
                  <a:off x="10099800" y="3719160"/>
                  <a:ext cx="681840" cy="24480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rPr>
                    <a:t>              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538" name="Group 242"/>
                <p:cNvGrpSpPr/>
                <p:nvPr/>
              </p:nvGrpSpPr>
              <p:grpSpPr>
                <a:xfrm>
                  <a:off x="10200600" y="3750480"/>
                  <a:ext cx="479880" cy="179640"/>
                  <a:chOff x="10200600" y="3750480"/>
                  <a:chExt cx="479880" cy="179640"/>
                </a:xfrm>
              </p:grpSpPr>
              <p:sp>
                <p:nvSpPr>
                  <p:cNvPr id="11539" name="Freeform 243"/>
                  <p:cNvSpPr/>
                  <p:nvPr/>
                </p:nvSpPr>
                <p:spPr>
                  <a:xfrm>
                    <a:off x="10213920" y="3750480"/>
                    <a:ext cx="453960" cy="100440"/>
                  </a:xfrm>
                  <a:custGeom>
                    <a:avLst/>
                    <a:gdLst>
                      <a:gd name="textAreaLeft" fmla="*/ 0 w 453960"/>
                      <a:gd name="textAreaRight" fmla="*/ 454320 w 453960"/>
                      <a:gd name="textAreaTop" fmla="*/ 0 h 100440"/>
                      <a:gd name="textAreaBottom" fmla="*/ 100800 h 100440"/>
                      <a:gd name="GluePoint1X" fmla="*/ 3756864 w 4673016"/>
                      <a:gd name="GluePoint1Y" fmla="*/ 0 h 1049866"/>
                      <a:gd name="GluePoint2X" fmla="*/ 4673016 w 4673016"/>
                      <a:gd name="GluePoint2Y" fmla="*/ 239402 h 1049866"/>
                      <a:gd name="GluePoint3X" fmla="*/ 3993931 w 4673016"/>
                      <a:gd name="GluePoint3Y" fmla="*/ 541866 h 1049866"/>
                      <a:gd name="GluePoint4X" fmla="*/ 3815839 w 4673016"/>
                      <a:gd name="GluePoint4Y" fmla="*/ 467710 h 1049866"/>
                      <a:gd name="GluePoint5X" fmla="*/ 2300598 w 4673016"/>
                      <a:gd name="GluePoint5Y" fmla="*/ 1049866 h 1049866"/>
                      <a:gd name="GluePoint6X" fmla="*/ 912064 w 4673016"/>
                      <a:gd name="GluePoint6Y" fmla="*/ 457200 h 1049866"/>
                      <a:gd name="GluePoint7X" fmla="*/ 624198 w 4673016"/>
                      <a:gd name="GluePoint7Y" fmla="*/ 541866 h 1049866"/>
                      <a:gd name="GluePoint8X" fmla="*/ 0 w 4673016"/>
                      <a:gd name="GluePoint8Y" fmla="*/ 275021 h 1049866"/>
                      <a:gd name="GluePoint9X" fmla="*/ 912064 w 4673016"/>
                      <a:gd name="GluePoint9Y" fmla="*/ 16933 h 1049866"/>
                      <a:gd name="GluePoint10X" fmla="*/ 2323954 w 4673016"/>
                      <a:gd name="GluePoint10Y" fmla="*/ 616023 h 1049866"/>
                      <a:gd name="GluePoint11X" fmla="*/ 3756864 w 4673016"/>
                      <a:gd name="GluePoint11Y" fmla="*/ 0 h 1049866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</a:cxnLst>
                    <a:rect l="textAreaLeft" t="textAreaTop" r="textAreaRight" b="textAreaBottom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40" name="Freeform 244"/>
                  <p:cNvSpPr/>
                  <p:nvPr/>
                </p:nvSpPr>
                <p:spPr>
                  <a:xfrm>
                    <a:off x="10511280" y="3836520"/>
                    <a:ext cx="169200" cy="86400"/>
                  </a:xfrm>
                  <a:custGeom>
                    <a:avLst/>
                    <a:gdLst>
                      <a:gd name="textAreaLeft" fmla="*/ 0 w 169200"/>
                      <a:gd name="textAreaRight" fmla="*/ 169560 w 169200"/>
                      <a:gd name="textAreaTop" fmla="*/ 0 h 86400"/>
                      <a:gd name="textAreaBottom" fmla="*/ 86760 h 86400"/>
                      <a:gd name="GluePoint1X" fmla="*/ 21021 w 1744718"/>
                      <a:gd name="GluePoint1Y" fmla="*/ 0 h 903890"/>
                      <a:gd name="GluePoint2X" fmla="*/ 1744718 w 1744718"/>
                      <a:gd name="GluePoint2Y" fmla="*/ 693683 h 903890"/>
                      <a:gd name="GluePoint3X" fmla="*/ 1145628 w 1744718"/>
                      <a:gd name="GluePoint3Y" fmla="*/ 903890 h 903890"/>
                      <a:gd name="GluePoint4X" fmla="*/ 0 w 1744718"/>
                      <a:gd name="GluePoint4Y" fmla="*/ 451945 h 903890"/>
                      <a:gd name="GluePoint5X" fmla="*/ 21021 w 1744718"/>
                      <a:gd name="GluePoint5Y" fmla="*/ 0 h 90389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1760" rIns="90000" bIns="4176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41" name="Freeform 245"/>
                  <p:cNvSpPr/>
                  <p:nvPr/>
                </p:nvSpPr>
                <p:spPr>
                  <a:xfrm>
                    <a:off x="10200600" y="3836520"/>
                    <a:ext cx="166320" cy="85320"/>
                  </a:xfrm>
                  <a:custGeom>
                    <a:avLst/>
                    <a:gdLst>
                      <a:gd name="textAreaLeft" fmla="*/ 0 w 166320"/>
                      <a:gd name="textAreaRight" fmla="*/ 166680 w 166320"/>
                      <a:gd name="textAreaTop" fmla="*/ 0 h 85320"/>
                      <a:gd name="textAreaBottom" fmla="*/ 85680 h 85320"/>
                      <a:gd name="GluePoint1X" fmla="*/ 1702676 w 1713187"/>
                      <a:gd name="GluePoint1Y" fmla="*/ 0 h 893380"/>
                      <a:gd name="GluePoint2X" fmla="*/ 1713187 w 1713187"/>
                      <a:gd name="GluePoint2Y" fmla="*/ 472966 h 893380"/>
                      <a:gd name="GluePoint3X" fmla="*/ 578069 w 1713187"/>
                      <a:gd name="GluePoint3Y" fmla="*/ 893380 h 893380"/>
                      <a:gd name="GluePoint4X" fmla="*/ 0 w 1713187"/>
                      <a:gd name="GluePoint4Y" fmla="*/ 693683 h 893380"/>
                      <a:gd name="GluePoint5X" fmla="*/ 1702676 w 1713187"/>
                      <a:gd name="GluePoint5Y" fmla="*/ 0 h 893380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0680" rIns="90000" bIns="4068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1542" name="Freeform 246"/>
                  <p:cNvSpPr/>
                  <p:nvPr/>
                </p:nvSpPr>
                <p:spPr>
                  <a:xfrm>
                    <a:off x="10258560" y="3794400"/>
                    <a:ext cx="361800" cy="135720"/>
                  </a:xfrm>
                  <a:custGeom>
                    <a:avLst/>
                    <a:gdLst>
                      <a:gd name="textAreaLeft" fmla="*/ 0 w 361800"/>
                      <a:gd name="textAreaRight" fmla="*/ 362160 w 361800"/>
                      <a:gd name="textAreaTop" fmla="*/ 0 h 135720"/>
                      <a:gd name="textAreaBottom" fmla="*/ 136080 h 135720"/>
                      <a:gd name="GluePoint1X" fmla="*/ 162012 w 3725019"/>
                      <a:gd name="GluePoint1Y" fmla="*/ 73572 h 1418896"/>
                      <a:gd name="GluePoint2X" fmla="*/ 445792 w 3725019"/>
                      <a:gd name="GluePoint2Y" fmla="*/ 0 h 1418896"/>
                      <a:gd name="GluePoint3X" fmla="*/ 1852896 w 3725019"/>
                      <a:gd name="GluePoint3Y" fmla="*/ 591655 h 1418896"/>
                      <a:gd name="GluePoint4X" fmla="*/ 3357157 w 3725019"/>
                      <a:gd name="GluePoint4Y" fmla="*/ 0 h 1418896"/>
                      <a:gd name="GluePoint5X" fmla="*/ 3577874 w 3725019"/>
                      <a:gd name="GluePoint5Y" fmla="*/ 73572 h 1418896"/>
                      <a:gd name="GluePoint6X" fmla="*/ 2632585 w 3725019"/>
                      <a:gd name="GluePoint6Y" fmla="*/ 448868 h 1418896"/>
                      <a:gd name="GluePoint7X" fmla="*/ 2625150 w 3725019"/>
                      <a:gd name="GluePoint7Y" fmla="*/ 902607 h 1418896"/>
                      <a:gd name="GluePoint8X" fmla="*/ 3725019 w 3725019"/>
                      <a:gd name="GluePoint8Y" fmla="*/ 1345324 h 1418896"/>
                      <a:gd name="GluePoint9X" fmla="*/ 3441240 w 3725019"/>
                      <a:gd name="GluePoint9Y" fmla="*/ 1408386 h 1418896"/>
                      <a:gd name="GluePoint10X" fmla="*/ 1864688 w 3725019"/>
                      <a:gd name="GluePoint10Y" fmla="*/ 746234 h 1418896"/>
                      <a:gd name="GluePoint11X" fmla="*/ 256605 w 3725019"/>
                      <a:gd name="GluePoint11Y" fmla="*/ 1418896 h 1418896"/>
                      <a:gd name="GluePoint12X" fmla="*/ 0 w 3725019"/>
                      <a:gd name="GluePoint12Y" fmla="*/ 1331097 h 1418896"/>
                      <a:gd name="GluePoint13X" fmla="*/ 1113454 w 3725019"/>
                      <a:gd name="GluePoint13Y" fmla="*/ 903890 h 1418896"/>
                      <a:gd name="GluePoint14X" fmla="*/ 1102302 w 3725019"/>
                      <a:gd name="GluePoint14Y" fmla="*/ 451945 h 1418896"/>
                      <a:gd name="GluePoint15X" fmla="*/ 183032 w 3725019"/>
                      <a:gd name="GluePoint15Y" fmla="*/ 84081 h 1418896"/>
                      <a:gd name="GluePoint16X" fmla="*/ 162012 w 3725019"/>
                      <a:gd name="GluePoint16Y" fmla="*/ 73572 h 1418896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  <a:cxn ang="0">
                        <a:pos x="GluePoint6X" y="GluePoint6Y"/>
                      </a:cxn>
                      <a:cxn ang="0">
                        <a:pos x="GluePoint7X" y="GluePoint7Y"/>
                      </a:cxn>
                      <a:cxn ang="0">
                        <a:pos x="GluePoint8X" y="GluePoint8Y"/>
                      </a:cxn>
                      <a:cxn ang="0">
                        <a:pos x="GluePoint9X" y="GluePoint9Y"/>
                      </a:cxn>
                      <a:cxn ang="0">
                        <a:pos x="GluePoint10X" y="GluePoint10Y"/>
                      </a:cxn>
                      <a:cxn ang="0">
                        <a:pos x="GluePoint11X" y="GluePoint11Y"/>
                      </a:cxn>
                      <a:cxn ang="0">
                        <a:pos x="GluePoint12X" y="GluePoint12Y"/>
                      </a:cxn>
                      <a:cxn ang="0">
                        <a:pos x="GluePoint13X" y="GluePoint13Y"/>
                      </a:cxn>
                      <a:cxn ang="0">
                        <a:pos x="GluePoint14X" y="GluePoint14Y"/>
                      </a:cxn>
                      <a:cxn ang="0">
                        <a:pos x="GluePoint15X" y="GluePoint15Y"/>
                      </a:cxn>
                      <a:cxn ang="0">
                        <a:pos x="GluePoint16X" y="GluePoint16Y"/>
                      </a:cxn>
                    </a:cxnLst>
                    <a:rect l="textAreaLeft" t="textAreaTop" r="textAreaRight" b="textAreaBottom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</p:grpSp>
          </p:grpSp>
          <p:grpSp>
            <p:nvGrpSpPr>
              <p:cNvPr id="11543" name="Group 44"/>
              <p:cNvGrpSpPr/>
              <p:nvPr/>
            </p:nvGrpSpPr>
            <p:grpSpPr>
              <a:xfrm>
                <a:off x="9580680" y="2459160"/>
                <a:ext cx="902880" cy="726840"/>
                <a:chOff x="9580680" y="2459160"/>
                <a:chExt cx="902880" cy="726840"/>
              </a:xfrm>
            </p:grpSpPr>
            <p:pic>
              <p:nvPicPr>
                <p:cNvPr id="11544" name="Picture 45" descr="desktop_computer_stylized_medium"/>
                <p:cNvPicPr/>
                <p:nvPr/>
              </p:nvPicPr>
              <p:blipFill>
                <a:blip r:embed="rId2"/>
                <a:stretch/>
              </p:blipFill>
              <p:spPr>
                <a:xfrm flipH="1">
                  <a:off x="9580680" y="2459160"/>
                  <a:ext cx="902880" cy="72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11545" name="Freeform 46"/>
                <p:cNvSpPr/>
                <p:nvPr/>
              </p:nvSpPr>
              <p:spPr>
                <a:xfrm flipH="1">
                  <a:off x="9964440" y="2529000"/>
                  <a:ext cx="438840" cy="332640"/>
                </a:xfrm>
                <a:custGeom>
                  <a:avLst/>
                  <a:gdLst>
                    <a:gd name="textAreaLeft" fmla="*/ -360 w 438840"/>
                    <a:gd name="textAreaRight" fmla="*/ 438840 w 438840"/>
                    <a:gd name="textAreaTop" fmla="*/ 0 h 332640"/>
                    <a:gd name="textAreaBottom" fmla="*/ 333000 h 332640"/>
                    <a:gd name="GluePoint1X" fmla="*/ 0 w 356"/>
                    <a:gd name="GluePoint1Y" fmla="*/ 0 h 368"/>
                    <a:gd name="GluePoint2X" fmla="*/ 1296 w 356"/>
                    <a:gd name="GluePoint2Y" fmla="*/ 69 h 368"/>
                    <a:gd name="GluePoint3X" fmla="*/ 1537 w 356"/>
                    <a:gd name="GluePoint3Y" fmla="*/ 1447 h 368"/>
                    <a:gd name="GluePoint4X" fmla="*/ 339 w 356"/>
                    <a:gd name="GluePoint4Y" fmla="*/ 1810 h 368"/>
                    <a:gd name="GluePoint5X" fmla="*/ 0 w 356"/>
                    <a:gd name="GluePoint5Y" fmla="*/ 0 h 3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546" name="Group 906"/>
              <p:cNvGrpSpPr/>
              <p:nvPr/>
            </p:nvGrpSpPr>
            <p:grpSpPr>
              <a:xfrm>
                <a:off x="8692200" y="2648880"/>
                <a:ext cx="469440" cy="865080"/>
                <a:chOff x="8692200" y="2648880"/>
                <a:chExt cx="469440" cy="865080"/>
              </a:xfrm>
            </p:grpSpPr>
            <p:sp>
              <p:nvSpPr>
                <p:cNvPr id="11547" name="Freeform 907"/>
                <p:cNvSpPr/>
                <p:nvPr/>
              </p:nvSpPr>
              <p:spPr>
                <a:xfrm>
                  <a:off x="9064080" y="2650320"/>
                  <a:ext cx="92880" cy="825480"/>
                </a:xfrm>
                <a:custGeom>
                  <a:avLst/>
                  <a:gdLst>
                    <a:gd name="textAreaLeft" fmla="*/ 0 w 92880"/>
                    <a:gd name="textAreaRight" fmla="*/ 93240 w 92880"/>
                    <a:gd name="textAreaTop" fmla="*/ 0 h 825480"/>
                    <a:gd name="textAreaBottom" fmla="*/ 825840 h 825480"/>
                    <a:gd name="GluePoint1X" fmla="*/ 21 w 354"/>
                    <a:gd name="GluePoint1Y" fmla="*/ 0 h 2742"/>
                    <a:gd name="GluePoint2X" fmla="*/ 116 w 354"/>
                    <a:gd name="GluePoint2Y" fmla="*/ 137 h 2742"/>
                    <a:gd name="GluePoint3X" fmla="*/ 114 w 354"/>
                    <a:gd name="GluePoint3Y" fmla="*/ 1057 h 2742"/>
                    <a:gd name="GluePoint4X" fmla="*/ 0 w 354"/>
                    <a:gd name="GluePoint4Y" fmla="*/ 1105 h 2742"/>
                    <a:gd name="GluePoint5X" fmla="*/ 21 w 354"/>
                    <a:gd name="GluePoint5Y" fmla="*/ 0 h 274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48" name="Rectangle 908"/>
                <p:cNvSpPr/>
                <p:nvPr/>
              </p:nvSpPr>
              <p:spPr>
                <a:xfrm>
                  <a:off x="8714880" y="2648880"/>
                  <a:ext cx="343440" cy="82476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49" name="Freeform 909"/>
                <p:cNvSpPr/>
                <p:nvPr/>
              </p:nvSpPr>
              <p:spPr>
                <a:xfrm>
                  <a:off x="9081360" y="2700000"/>
                  <a:ext cx="55440" cy="763560"/>
                </a:xfrm>
                <a:custGeom>
                  <a:avLst/>
                  <a:gdLst>
                    <a:gd name="textAreaLeft" fmla="*/ 0 w 55440"/>
                    <a:gd name="textAreaRight" fmla="*/ 55800 w 55440"/>
                    <a:gd name="textAreaTop" fmla="*/ 0 h 763560"/>
                    <a:gd name="textAreaBottom" fmla="*/ 763920 h 763560"/>
                    <a:gd name="GluePoint1X" fmla="*/ 2 w 211"/>
                    <a:gd name="GluePoint1Y" fmla="*/ 0 h 2537"/>
                    <a:gd name="GluePoint2X" fmla="*/ 70 w 211"/>
                    <a:gd name="GluePoint2Y" fmla="*/ 88 h 2537"/>
                    <a:gd name="GluePoint3X" fmla="*/ 2 w 211"/>
                    <a:gd name="GluePoint3Y" fmla="*/ 1007 h 2537"/>
                    <a:gd name="GluePoint4X" fmla="*/ 2 w 211"/>
                    <a:gd name="GluePoint4Y" fmla="*/ 0 h 253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50" name="Freeform 910"/>
                <p:cNvSpPr/>
                <p:nvPr/>
              </p:nvSpPr>
              <p:spPr>
                <a:xfrm>
                  <a:off x="9069120" y="3086280"/>
                  <a:ext cx="86400" cy="68040"/>
                </a:xfrm>
                <a:custGeom>
                  <a:avLst/>
                  <a:gdLst>
                    <a:gd name="textAreaLeft" fmla="*/ 0 w 86400"/>
                    <a:gd name="textAreaRight" fmla="*/ 86760 w 86400"/>
                    <a:gd name="textAreaTop" fmla="*/ 0 h 68040"/>
                    <a:gd name="textAreaBottom" fmla="*/ 68400 h 68040"/>
                    <a:gd name="GluePoint1X" fmla="*/ 2 w 328"/>
                    <a:gd name="GluePoint1Y" fmla="*/ 0 h 226"/>
                    <a:gd name="GluePoint2X" fmla="*/ 109 w 328"/>
                    <a:gd name="GluePoint2Y" fmla="*/ 52 h 226"/>
                    <a:gd name="GluePoint3X" fmla="*/ 108 w 328"/>
                    <a:gd name="GluePoint3Y" fmla="*/ 92 h 226"/>
                    <a:gd name="GluePoint4X" fmla="*/ 0 w 328"/>
                    <a:gd name="GluePoint4Y" fmla="*/ 41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3400" rIns="90000" bIns="2340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51" name="Rectangle 911"/>
                <p:cNvSpPr/>
                <p:nvPr/>
              </p:nvSpPr>
              <p:spPr>
                <a:xfrm>
                  <a:off x="8716680" y="2743920"/>
                  <a:ext cx="194760" cy="162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8440" rIns="90000" bIns="-284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552" name="Group 912"/>
                <p:cNvGrpSpPr/>
                <p:nvPr/>
              </p:nvGrpSpPr>
              <p:grpSpPr>
                <a:xfrm>
                  <a:off x="8893440" y="2734200"/>
                  <a:ext cx="190800" cy="47160"/>
                  <a:chOff x="8893440" y="2734200"/>
                  <a:chExt cx="190800" cy="47160"/>
                </a:xfrm>
              </p:grpSpPr>
              <p:sp>
                <p:nvSpPr>
                  <p:cNvPr id="11553" name="AutoShape 913"/>
                  <p:cNvSpPr/>
                  <p:nvPr/>
                </p:nvSpPr>
                <p:spPr>
                  <a:xfrm>
                    <a:off x="8893440" y="2734200"/>
                    <a:ext cx="190800" cy="4716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1520" rIns="90000" bIns="-1152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554" name="AutoShape 914"/>
                  <p:cNvSpPr/>
                  <p:nvPr/>
                </p:nvSpPr>
                <p:spPr>
                  <a:xfrm>
                    <a:off x="8897760" y="2741400"/>
                    <a:ext cx="182520" cy="3780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8000" rIns="90000" bIns="-1800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1555" name="Rectangle 915"/>
                <p:cNvSpPr/>
                <p:nvPr/>
              </p:nvSpPr>
              <p:spPr>
                <a:xfrm>
                  <a:off x="8720640" y="2862360"/>
                  <a:ext cx="194760" cy="162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8440" rIns="90000" bIns="-284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556" name="Group 916"/>
                <p:cNvGrpSpPr/>
                <p:nvPr/>
              </p:nvGrpSpPr>
              <p:grpSpPr>
                <a:xfrm>
                  <a:off x="8891640" y="2853000"/>
                  <a:ext cx="192600" cy="47160"/>
                  <a:chOff x="8891640" y="2853000"/>
                  <a:chExt cx="192600" cy="47160"/>
                </a:xfrm>
              </p:grpSpPr>
              <p:sp>
                <p:nvSpPr>
                  <p:cNvPr id="11557" name="AutoShape 917"/>
                  <p:cNvSpPr/>
                  <p:nvPr/>
                </p:nvSpPr>
                <p:spPr>
                  <a:xfrm>
                    <a:off x="8891640" y="2853000"/>
                    <a:ext cx="192600" cy="4716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1520" rIns="90000" bIns="-1152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558" name="AutoShape 918"/>
                  <p:cNvSpPr/>
                  <p:nvPr/>
                </p:nvSpPr>
                <p:spPr>
                  <a:xfrm>
                    <a:off x="8895600" y="2857680"/>
                    <a:ext cx="184320" cy="3744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8360" rIns="90000" bIns="-1836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1559" name="Rectangle 919"/>
                <p:cNvSpPr/>
                <p:nvPr/>
              </p:nvSpPr>
              <p:spPr>
                <a:xfrm>
                  <a:off x="8716680" y="2985480"/>
                  <a:ext cx="196560" cy="162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8440" rIns="90000" bIns="-284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60" name="Rectangle 920"/>
                <p:cNvSpPr/>
                <p:nvPr/>
              </p:nvSpPr>
              <p:spPr>
                <a:xfrm>
                  <a:off x="8720640" y="3092400"/>
                  <a:ext cx="196560" cy="1620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8440" rIns="90000" bIns="-284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561" name="Group 921"/>
                <p:cNvGrpSpPr/>
                <p:nvPr/>
              </p:nvGrpSpPr>
              <p:grpSpPr>
                <a:xfrm>
                  <a:off x="8887680" y="3082680"/>
                  <a:ext cx="192600" cy="54360"/>
                  <a:chOff x="8887680" y="3082680"/>
                  <a:chExt cx="192600" cy="54360"/>
                </a:xfrm>
              </p:grpSpPr>
              <p:sp>
                <p:nvSpPr>
                  <p:cNvPr id="11562" name="AutoShape 922"/>
                  <p:cNvSpPr/>
                  <p:nvPr/>
                </p:nvSpPr>
                <p:spPr>
                  <a:xfrm>
                    <a:off x="8887680" y="3082680"/>
                    <a:ext cx="192600" cy="5436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6480" rIns="90000" bIns="-648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563" name="AutoShape 923"/>
                  <p:cNvSpPr/>
                  <p:nvPr/>
                </p:nvSpPr>
                <p:spPr>
                  <a:xfrm>
                    <a:off x="8891640" y="3089880"/>
                    <a:ext cx="184680" cy="4464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3320" rIns="90000" bIns="-1332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1564" name="Freeform 924"/>
                <p:cNvSpPr/>
                <p:nvPr/>
              </p:nvSpPr>
              <p:spPr>
                <a:xfrm>
                  <a:off x="9070560" y="2982960"/>
                  <a:ext cx="86400" cy="67680"/>
                </a:xfrm>
                <a:custGeom>
                  <a:avLst/>
                  <a:gdLst>
                    <a:gd name="textAreaLeft" fmla="*/ 0 w 86400"/>
                    <a:gd name="textAreaRight" fmla="*/ 86760 w 86400"/>
                    <a:gd name="textAreaTop" fmla="*/ 0 h 67680"/>
                    <a:gd name="textAreaBottom" fmla="*/ 68040 h 67680"/>
                    <a:gd name="GluePoint1X" fmla="*/ 2 w 328"/>
                    <a:gd name="GluePoint1Y" fmla="*/ 0 h 226"/>
                    <a:gd name="GluePoint2X" fmla="*/ 109 w 328"/>
                    <a:gd name="GluePoint2Y" fmla="*/ 51 h 226"/>
                    <a:gd name="GluePoint3X" fmla="*/ 108 w 328"/>
                    <a:gd name="GluePoint3Y" fmla="*/ 90 h 226"/>
                    <a:gd name="GluePoint4X" fmla="*/ 0 w 328"/>
                    <a:gd name="GluePoint4Y" fmla="*/ 39 h 226"/>
                    <a:gd name="GluePoint5X" fmla="*/ 2 w 328"/>
                    <a:gd name="GluePoint5Y" fmla="*/ 0 h 2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3040" rIns="90000" bIns="2304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565" name="Group 925"/>
                <p:cNvGrpSpPr/>
                <p:nvPr/>
              </p:nvGrpSpPr>
              <p:grpSpPr>
                <a:xfrm>
                  <a:off x="8889480" y="2973600"/>
                  <a:ext cx="188640" cy="49320"/>
                  <a:chOff x="8889480" y="2973600"/>
                  <a:chExt cx="188640" cy="49320"/>
                </a:xfrm>
              </p:grpSpPr>
              <p:sp>
                <p:nvSpPr>
                  <p:cNvPr id="11566" name="AutoShape 926"/>
                  <p:cNvSpPr/>
                  <p:nvPr/>
                </p:nvSpPr>
                <p:spPr>
                  <a:xfrm>
                    <a:off x="8889480" y="2973600"/>
                    <a:ext cx="188640" cy="49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0080" rIns="90000" bIns="-1008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567" name="AutoShape 927"/>
                  <p:cNvSpPr/>
                  <p:nvPr/>
                </p:nvSpPr>
                <p:spPr>
                  <a:xfrm>
                    <a:off x="8893800" y="2978280"/>
                    <a:ext cx="182520" cy="37440"/>
                  </a:xfrm>
                  <a:prstGeom prst="roundRect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-18360" rIns="90000" bIns="-18360" anchor="ctr">
                    <a:noAutofit/>
                  </a:bodyPr>
                  <a:p>
                    <a:endParaRPr lang="en-US" sz="16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11568" name="Rectangle 928"/>
                <p:cNvSpPr/>
                <p:nvPr/>
              </p:nvSpPr>
              <p:spPr>
                <a:xfrm>
                  <a:off x="9057960" y="2648880"/>
                  <a:ext cx="21960" cy="827280"/>
                </a:xfrm>
                <a:prstGeom prst="rect">
                  <a:avLst/>
                </a:prstGeom>
                <a:gradFill rotWithShape="0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69" name="Freeform 929"/>
                <p:cNvSpPr/>
                <p:nvPr/>
              </p:nvSpPr>
              <p:spPr>
                <a:xfrm>
                  <a:off x="9078480" y="2857680"/>
                  <a:ext cx="77760" cy="766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6680"/>
                    <a:gd name="textAreaBottom" fmla="*/ 77040 h 76680"/>
                    <a:gd name="GluePoint1X" fmla="*/ 2 w 296"/>
                    <a:gd name="GluePoint1Y" fmla="*/ 0 h 256"/>
                    <a:gd name="GluePoint2X" fmla="*/ 96 w 296"/>
                    <a:gd name="GluePoint2Y" fmla="*/ 57 h 256"/>
                    <a:gd name="GluePoint3X" fmla="*/ 98 w 296"/>
                    <a:gd name="GluePoint3Y" fmla="*/ 102 h 256"/>
                    <a:gd name="GluePoint4X" fmla="*/ 0 w 296"/>
                    <a:gd name="GluePoint4Y" fmla="*/ 39 h 256"/>
                    <a:gd name="GluePoint5X" fmla="*/ 2 w 296"/>
                    <a:gd name="GluePoint5Y" fmla="*/ 0 h 25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2040" rIns="90000" bIns="3204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0" name="Freeform 930"/>
                <p:cNvSpPr/>
                <p:nvPr/>
              </p:nvSpPr>
              <p:spPr>
                <a:xfrm>
                  <a:off x="9079560" y="2739600"/>
                  <a:ext cx="79920" cy="8640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86400"/>
                    <a:gd name="textAreaBottom" fmla="*/ 86760 h 86400"/>
                    <a:gd name="GluePoint1X" fmla="*/ 0 w 304"/>
                    <a:gd name="GluePoint1Y" fmla="*/ 0 h 288"/>
                    <a:gd name="GluePoint2X" fmla="*/ 101 w 304"/>
                    <a:gd name="GluePoint2Y" fmla="*/ 66 h 288"/>
                    <a:gd name="GluePoint3X" fmla="*/ 95 w 304"/>
                    <a:gd name="GluePoint3Y" fmla="*/ 116 h 288"/>
                    <a:gd name="GluePoint4X" fmla="*/ 2 w 304"/>
                    <a:gd name="GluePoint4Y" fmla="*/ 50 h 288"/>
                    <a:gd name="GluePoint5X" fmla="*/ 0 w 304"/>
                    <a:gd name="GluePoint5Y" fmla="*/ 0 h 2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1760" rIns="90000" bIns="4176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1" name="Oval 931"/>
                <p:cNvSpPr/>
                <p:nvPr/>
              </p:nvSpPr>
              <p:spPr>
                <a:xfrm>
                  <a:off x="9145800" y="3435840"/>
                  <a:ext cx="15840" cy="34920"/>
                </a:xfrm>
                <a:prstGeom prst="ellipse">
                  <a:avLst/>
                </a:pr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0160" rIns="90000" bIns="-2016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2" name="Freeform 932"/>
                <p:cNvSpPr/>
                <p:nvPr/>
              </p:nvSpPr>
              <p:spPr>
                <a:xfrm>
                  <a:off x="9075240" y="3438000"/>
                  <a:ext cx="80280" cy="72000"/>
                </a:xfrm>
                <a:custGeom>
                  <a:avLst/>
                  <a:gdLst>
                    <a:gd name="textAreaLeft" fmla="*/ 0 w 80280"/>
                    <a:gd name="textAreaRight" fmla="*/ 80640 w 80280"/>
                    <a:gd name="textAreaTop" fmla="*/ 0 h 72000"/>
                    <a:gd name="textAreaBottom" fmla="*/ 72360 h 72000"/>
                    <a:gd name="GluePoint1X" fmla="*/ 0 w 306"/>
                    <a:gd name="GluePoint1Y" fmla="*/ 43 h 240"/>
                    <a:gd name="GluePoint2X" fmla="*/ 2 w 306"/>
                    <a:gd name="GluePoint2Y" fmla="*/ 97 h 240"/>
                    <a:gd name="GluePoint3X" fmla="*/ 101 w 306"/>
                    <a:gd name="GluePoint3Y" fmla="*/ 44 h 240"/>
                    <a:gd name="GluePoint4X" fmla="*/ 98 w 306"/>
                    <a:gd name="GluePoint4Y" fmla="*/ 0 h 240"/>
                    <a:gd name="GluePoint5X" fmla="*/ 0 w 306"/>
                    <a:gd name="GluePoint5Y" fmla="*/ 43 h 24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27360" rIns="90000" bIns="27360" anchor="t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3" name="AutoShape 933"/>
                <p:cNvSpPr/>
                <p:nvPr/>
              </p:nvSpPr>
              <p:spPr>
                <a:xfrm>
                  <a:off x="8692200" y="3462480"/>
                  <a:ext cx="394200" cy="5148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8640" rIns="90000" bIns="-86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4" name="AutoShape 934"/>
                <p:cNvSpPr/>
                <p:nvPr/>
              </p:nvSpPr>
              <p:spPr>
                <a:xfrm>
                  <a:off x="8714880" y="3474000"/>
                  <a:ext cx="351360" cy="2808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/>
                </a:gradFill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4840" rIns="90000" bIns="-248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5" name="Oval 935"/>
                <p:cNvSpPr/>
                <p:nvPr/>
              </p:nvSpPr>
              <p:spPr>
                <a:xfrm>
                  <a:off x="8747280" y="3355560"/>
                  <a:ext cx="52200" cy="4932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0080" rIns="90000" bIns="-1008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6" name="Oval 936"/>
                <p:cNvSpPr/>
                <p:nvPr/>
              </p:nvSpPr>
              <p:spPr>
                <a:xfrm>
                  <a:off x="8805960" y="3355560"/>
                  <a:ext cx="52200" cy="51480"/>
                </a:xfrm>
                <a:prstGeom prst="ellipse">
                  <a:avLst/>
                </a:prstGeom>
                <a:solidFill>
                  <a:srgbClr val="FF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8640" rIns="90000" bIns="-8640" anchor="ctr">
                  <a:noAutofit/>
                </a:bodyPr>
                <a:p>
                  <a:endParaRPr lang="en-US" sz="1600" b="0" u="none" strike="noStrike">
                    <a:solidFill>
                      <a:srgbClr val="FF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7" name="Oval 937"/>
                <p:cNvSpPr/>
                <p:nvPr/>
              </p:nvSpPr>
              <p:spPr>
                <a:xfrm>
                  <a:off x="8865000" y="3353400"/>
                  <a:ext cx="50400" cy="51480"/>
                </a:xfrm>
                <a:prstGeom prst="ellipse">
                  <a:avLst/>
                </a:prstGeom>
                <a:solidFill>
                  <a:srgbClr val="33CC3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8640" rIns="90000" bIns="-864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78" name="Rectangle 938"/>
                <p:cNvSpPr/>
                <p:nvPr/>
              </p:nvSpPr>
              <p:spPr>
                <a:xfrm>
                  <a:off x="8995320" y="3156480"/>
                  <a:ext cx="28080" cy="27468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11579" name="Text Box 150"/>
            <p:cNvSpPr/>
            <p:nvPr/>
          </p:nvSpPr>
          <p:spPr>
            <a:xfrm>
              <a:off x="8965800" y="6145920"/>
              <a:ext cx="12099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000099"/>
                  </a:solidFill>
                  <a:effectLst/>
                  <a:uFillTx/>
                  <a:latin typeface="Arial"/>
                </a:rPr>
                <a:t>trap mode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901" dur="indefinite" restart="never" nodeType="tmRoot">
          <p:childTnLst>
            <p:seq>
              <p:cTn id="2902" dur="indefinite" nodeType="mainSeq">
                <p:childTnLst>
                  <p:par>
                    <p:cTn id="2903" fill="hold">
                      <p:stCondLst>
                        <p:cond delay="indefinite"/>
                      </p:stCondLst>
                      <p:childTnLst>
                        <p:par>
                          <p:cTn id="2904" fill="hold">
                            <p:stCondLst>
                              <p:cond delay="0"/>
                            </p:stCondLst>
                            <p:childTnLst>
                              <p:par>
                                <p:cTn id="2905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907" dur="500"/>
                                        <p:tgtEl>
                                          <p:spTgt spid="1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8" fill="hold">
                            <p:stCondLst>
                              <p:cond delay="500"/>
                            </p:stCondLst>
                            <p:childTnLst>
                              <p:par>
                                <p:cTn id="2909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11" dur="500"/>
                                        <p:tgtEl>
                                          <p:spTgt spid="1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2" fill="hold">
                      <p:stCondLst>
                        <p:cond delay="indefinite"/>
                      </p:stCondLst>
                      <p:childTnLst>
                        <p:par>
                          <p:cTn id="2913" fill="hold">
                            <p:stCondLst>
                              <p:cond delay="0"/>
                            </p:stCondLst>
                            <p:childTnLst>
                              <p:par>
                                <p:cTn id="291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16" dur="500"/>
                                        <p:tgtEl>
                                          <p:spTgt spid="1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7" fill="hold">
                            <p:stCondLst>
                              <p:cond delay="500"/>
                            </p:stCondLst>
                            <p:childTnLst>
                              <p:par>
                                <p:cTn id="2918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20" dur="500"/>
                                        <p:tgtEl>
                                          <p:spTgt spid="1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0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SNMP protocol: message types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581" name="PlaceHolder 2"/>
          <p:cNvSpPr>
            <a:spLocks noGrp="1"/>
          </p:cNvSpPr>
          <p:nvPr>
            <p:ph type="sldNum" idx="9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EFAC0B97-B8E2-45A2-8A39-C990B48E54B7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108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582" name="Group 99"/>
          <p:cNvGrpSpPr/>
          <p:nvPr/>
        </p:nvGrpSpPr>
        <p:grpSpPr>
          <a:xfrm>
            <a:off x="2163600" y="1818000"/>
            <a:ext cx="7306200" cy="4039560"/>
            <a:chOff x="2163600" y="1818000"/>
            <a:chExt cx="7306200" cy="4039560"/>
          </a:xfrm>
        </p:grpSpPr>
        <p:sp>
          <p:nvSpPr>
            <p:cNvPr id="11583" name="Rectangle 98"/>
            <p:cNvSpPr/>
            <p:nvPr/>
          </p:nvSpPr>
          <p:spPr>
            <a:xfrm>
              <a:off x="2383920" y="1818000"/>
              <a:ext cx="7075440" cy="6746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584" name="Rectangle 1"/>
            <p:cNvSpPr/>
            <p:nvPr/>
          </p:nvSpPr>
          <p:spPr>
            <a:xfrm>
              <a:off x="2375280" y="1824480"/>
              <a:ext cx="7094520" cy="379224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585" name="Text Box 115"/>
            <p:cNvSpPr/>
            <p:nvPr/>
          </p:nvSpPr>
          <p:spPr>
            <a:xfrm>
              <a:off x="2865600" y="2548080"/>
              <a:ext cx="213192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GetRequest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r"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GetNextRequest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r"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GetBulkRequest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6" name="Text Box 116"/>
            <p:cNvSpPr/>
            <p:nvPr/>
          </p:nvSpPr>
          <p:spPr>
            <a:xfrm>
              <a:off x="5399280" y="2528640"/>
              <a:ext cx="385308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manager-to-agent: </a:t>
              </a: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“get me data”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(data instance, next data in list,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                                block of data).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7" name="Text Box 118"/>
            <p:cNvSpPr/>
            <p:nvPr/>
          </p:nvSpPr>
          <p:spPr>
            <a:xfrm>
              <a:off x="2163600" y="1891080"/>
              <a:ext cx="281628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Message type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8" name="Text Box 119"/>
            <p:cNvSpPr/>
            <p:nvPr/>
          </p:nvSpPr>
          <p:spPr>
            <a:xfrm>
              <a:off x="5431320" y="1893600"/>
              <a:ext cx="183888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3200" b="0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Function</a:t>
              </a:r>
              <a:endPara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9" name="Text Box 124"/>
            <p:cNvSpPr/>
            <p:nvPr/>
          </p:nvSpPr>
          <p:spPr>
            <a:xfrm>
              <a:off x="2417400" y="3615840"/>
              <a:ext cx="257760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SetRequest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0" name="Text Box 125"/>
            <p:cNvSpPr/>
            <p:nvPr/>
          </p:nvSpPr>
          <p:spPr>
            <a:xfrm>
              <a:off x="5383800" y="3618720"/>
              <a:ext cx="37274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manager-to-agent: set MIB value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1" name="Text Box 127"/>
            <p:cNvSpPr/>
            <p:nvPr/>
          </p:nvSpPr>
          <p:spPr>
            <a:xfrm>
              <a:off x="3603240" y="4165560"/>
              <a:ext cx="140256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Response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2" name="Text Box 128"/>
            <p:cNvSpPr/>
            <p:nvPr/>
          </p:nvSpPr>
          <p:spPr>
            <a:xfrm>
              <a:off x="5396400" y="4188240"/>
              <a:ext cx="3899520" cy="63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Agent-to-manager: value, response to Request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3" name="Text Box 130"/>
            <p:cNvSpPr/>
            <p:nvPr/>
          </p:nvSpPr>
          <p:spPr>
            <a:xfrm>
              <a:off x="3668400" y="4912560"/>
              <a:ext cx="133128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Trap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4" name="Text Box 132"/>
            <p:cNvSpPr/>
            <p:nvPr/>
          </p:nvSpPr>
          <p:spPr>
            <a:xfrm>
              <a:off x="5396400" y="4944960"/>
              <a:ext cx="389988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Agent-to-manager: inform manager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9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of exceptional event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595" name="Straight Connector 15"/>
            <p:cNvCxnSpPr/>
            <p:nvPr/>
          </p:nvCxnSpPr>
          <p:spPr>
            <a:xfrm>
              <a:off x="2383200" y="2493360"/>
              <a:ext cx="7083720" cy="360"/>
            </a:xfrm>
            <a:prstGeom prst="straightConnector1">
              <a:avLst/>
            </a:prstGeom>
            <a:ln w="22225">
              <a:solidFill>
                <a:srgbClr val="000000"/>
              </a:solidFill>
            </a:ln>
          </p:spPr>
        </p:cxnSp>
        <p:cxnSp>
          <p:nvCxnSpPr>
            <p:cNvPr id="11596" name="Straight Connector 325"/>
            <p:cNvCxnSpPr/>
            <p:nvPr/>
          </p:nvCxnSpPr>
          <p:spPr>
            <a:xfrm>
              <a:off x="2383200" y="3527280"/>
              <a:ext cx="7083720" cy="360"/>
            </a:xfrm>
            <a:prstGeom prst="straightConnector1">
              <a:avLst/>
            </a:prstGeom>
            <a:ln w="15875">
              <a:solidFill>
                <a:srgbClr val="FFFFFF">
                  <a:lumMod val="50000"/>
                </a:srgbClr>
              </a:solidFill>
            </a:ln>
          </p:spPr>
        </p:cxnSp>
        <p:cxnSp>
          <p:nvCxnSpPr>
            <p:cNvPr id="11597" name="Straight Connector 326"/>
            <p:cNvCxnSpPr/>
            <p:nvPr/>
          </p:nvCxnSpPr>
          <p:spPr>
            <a:xfrm>
              <a:off x="2383200" y="4115160"/>
              <a:ext cx="7083720" cy="360"/>
            </a:xfrm>
            <a:prstGeom prst="straightConnector1">
              <a:avLst/>
            </a:prstGeom>
            <a:ln w="15875">
              <a:solidFill>
                <a:srgbClr val="FFFFFF">
                  <a:lumMod val="50000"/>
                </a:srgbClr>
              </a:solidFill>
            </a:ln>
          </p:spPr>
        </p:cxnSp>
        <p:cxnSp>
          <p:nvCxnSpPr>
            <p:cNvPr id="11598" name="Straight Connector 327"/>
            <p:cNvCxnSpPr/>
            <p:nvPr/>
          </p:nvCxnSpPr>
          <p:spPr>
            <a:xfrm>
              <a:off x="2372040" y="4866120"/>
              <a:ext cx="7084080" cy="360"/>
            </a:xfrm>
            <a:prstGeom prst="straightConnector1">
              <a:avLst/>
            </a:prstGeom>
            <a:ln w="9525">
              <a:solidFill>
                <a:srgbClr val="FFFFFF">
                  <a:lumMod val="50000"/>
                </a:srgbClr>
              </a:solidFill>
            </a:ln>
          </p:spPr>
        </p:cxnSp>
        <p:cxnSp>
          <p:nvCxnSpPr>
            <p:cNvPr id="11599" name="Straight Connector 94"/>
            <p:cNvCxnSpPr/>
            <p:nvPr/>
          </p:nvCxnSpPr>
          <p:spPr>
            <a:xfrm>
              <a:off x="5203080" y="1823040"/>
              <a:ext cx="360" cy="3816000"/>
            </a:xfrm>
            <a:prstGeom prst="straightConnector1">
              <a:avLst/>
            </a:prstGeom>
            <a:ln w="25400">
              <a:solidFill>
                <a:srgbClr val="000000"/>
              </a:solidFill>
            </a:ln>
          </p:spPr>
        </p:cxn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0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SNMP protocol: message formats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601" name="PlaceHolder 2"/>
          <p:cNvSpPr>
            <a:spLocks noGrp="1"/>
          </p:cNvSpPr>
          <p:nvPr>
            <p:ph type="sldNum" idx="9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45D459A-B207-43F0-957E-DD246C153236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108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2" name="Rectangle 1"/>
          <p:cNvSpPr/>
          <p:nvPr/>
        </p:nvSpPr>
        <p:spPr>
          <a:xfrm>
            <a:off x="3813120" y="2111040"/>
            <a:ext cx="6943320" cy="100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1603" name="Straight Connector 3"/>
          <p:cNvCxnSpPr/>
          <p:nvPr/>
        </p:nvCxnSpPr>
        <p:spPr>
          <a:xfrm>
            <a:off x="4730760" y="2115720"/>
            <a:ext cx="360" cy="102096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sp>
        <p:nvSpPr>
          <p:cNvPr id="11604" name="TextBox 39"/>
          <p:cNvSpPr/>
          <p:nvPr/>
        </p:nvSpPr>
        <p:spPr>
          <a:xfrm>
            <a:off x="10260000" y="2469600"/>
            <a:ext cx="43956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ts val="1199"/>
              </a:lnSpc>
            </a:pPr>
            <a:r>
              <a:rPr lang="en-US" sz="1600" b="0" i="1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….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5" name="TextBox 40"/>
          <p:cNvSpPr/>
          <p:nvPr/>
        </p:nvSpPr>
        <p:spPr>
          <a:xfrm>
            <a:off x="4025880" y="2138040"/>
            <a:ext cx="5763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PDU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type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(0-3)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06" name="Straight Connector 3"/>
          <p:cNvCxnSpPr/>
          <p:nvPr/>
        </p:nvCxnSpPr>
        <p:spPr>
          <a:xfrm>
            <a:off x="5624280" y="2102760"/>
            <a:ext cx="360" cy="101952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11607" name="Straight Connector 3"/>
          <p:cNvCxnSpPr/>
          <p:nvPr/>
        </p:nvCxnSpPr>
        <p:spPr>
          <a:xfrm>
            <a:off x="6518160" y="2094840"/>
            <a:ext cx="360" cy="101952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11608" name="Straight Connector 3"/>
          <p:cNvCxnSpPr/>
          <p:nvPr/>
        </p:nvCxnSpPr>
        <p:spPr>
          <a:xfrm>
            <a:off x="7419960" y="2117160"/>
            <a:ext cx="360" cy="101952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11609" name="Straight Connector 3"/>
          <p:cNvCxnSpPr/>
          <p:nvPr/>
        </p:nvCxnSpPr>
        <p:spPr>
          <a:xfrm>
            <a:off x="8129520" y="2109240"/>
            <a:ext cx="360" cy="101952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11610" name="Straight Connector 3"/>
          <p:cNvCxnSpPr/>
          <p:nvPr/>
        </p:nvCxnSpPr>
        <p:spPr>
          <a:xfrm>
            <a:off x="8851680" y="2101320"/>
            <a:ext cx="360" cy="101952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11611" name="Straight Connector 3"/>
          <p:cNvCxnSpPr/>
          <p:nvPr/>
        </p:nvCxnSpPr>
        <p:spPr>
          <a:xfrm>
            <a:off x="9555120" y="2093400"/>
            <a:ext cx="360" cy="101952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cxnSp>
        <p:nvCxnSpPr>
          <p:cNvPr id="11612" name="Straight Connector 3"/>
          <p:cNvCxnSpPr/>
          <p:nvPr/>
        </p:nvCxnSpPr>
        <p:spPr>
          <a:xfrm>
            <a:off x="10277280" y="2120400"/>
            <a:ext cx="360" cy="1019520"/>
          </a:xfrm>
          <a:prstGeom prst="straightConnector1">
            <a:avLst/>
          </a:prstGeom>
          <a:ln w="25400">
            <a:solidFill>
              <a:srgbClr val="FFFFFF"/>
            </a:solidFill>
            <a:round/>
          </a:ln>
        </p:spPr>
      </p:cxnSp>
      <p:sp>
        <p:nvSpPr>
          <p:cNvPr id="11613" name="TextBox 40"/>
          <p:cNvSpPr/>
          <p:nvPr/>
        </p:nvSpPr>
        <p:spPr>
          <a:xfrm>
            <a:off x="4732560" y="2285640"/>
            <a:ext cx="8758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Request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4" name="TextBox 40"/>
          <p:cNvSpPr/>
          <p:nvPr/>
        </p:nvSpPr>
        <p:spPr>
          <a:xfrm>
            <a:off x="5716800" y="2141280"/>
            <a:ext cx="7084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Error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(0-5)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5" name="TextBox 40"/>
          <p:cNvSpPr/>
          <p:nvPr/>
        </p:nvSpPr>
        <p:spPr>
          <a:xfrm>
            <a:off x="6648480" y="2288880"/>
            <a:ext cx="634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Error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Index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6" name="TextBox 40"/>
          <p:cNvSpPr/>
          <p:nvPr/>
        </p:nvSpPr>
        <p:spPr>
          <a:xfrm>
            <a:off x="7423200" y="2423880"/>
            <a:ext cx="68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7" name="TextBox 40"/>
          <p:cNvSpPr/>
          <p:nvPr/>
        </p:nvSpPr>
        <p:spPr>
          <a:xfrm>
            <a:off x="8163000" y="2433240"/>
            <a:ext cx="649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Value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8" name="TextBox 40"/>
          <p:cNvSpPr/>
          <p:nvPr/>
        </p:nvSpPr>
        <p:spPr>
          <a:xfrm>
            <a:off x="8858160" y="2433240"/>
            <a:ext cx="68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9" name="TextBox 40"/>
          <p:cNvSpPr/>
          <p:nvPr/>
        </p:nvSpPr>
        <p:spPr>
          <a:xfrm>
            <a:off x="9591840" y="2442960"/>
            <a:ext cx="649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 Narrow"/>
                <a:ea typeface="ＭＳ Ｐゴシック"/>
              </a:rPr>
              <a:t>Value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20" name="Straight Connector 59"/>
          <p:cNvCxnSpPr/>
          <p:nvPr/>
        </p:nvCxnSpPr>
        <p:spPr>
          <a:xfrm>
            <a:off x="4705200" y="1896480"/>
            <a:ext cx="2710080" cy="360"/>
          </a:xfrm>
          <a:prstGeom prst="straightConnector1">
            <a:avLst/>
          </a:prstGeom>
          <a:ln w="31750">
            <a:solidFill>
              <a:srgbClr val="CC0000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11621" name="Straight Connector 60"/>
          <p:cNvCxnSpPr/>
          <p:nvPr/>
        </p:nvCxnSpPr>
        <p:spPr>
          <a:xfrm>
            <a:off x="7407000" y="1912320"/>
            <a:ext cx="3310560" cy="360"/>
          </a:xfrm>
          <a:prstGeom prst="straightConnector1">
            <a:avLst/>
          </a:prstGeom>
          <a:ln w="31750">
            <a:solidFill>
              <a:srgbClr val="CC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1622" name="TextBox 68612"/>
          <p:cNvSpPr/>
          <p:nvPr/>
        </p:nvSpPr>
        <p:spPr>
          <a:xfrm>
            <a:off x="5275440" y="1704600"/>
            <a:ext cx="1693080" cy="3646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Get/set header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3" name="TextBox 85"/>
          <p:cNvSpPr/>
          <p:nvPr/>
        </p:nvSpPr>
        <p:spPr>
          <a:xfrm>
            <a:off x="7978680" y="1701360"/>
            <a:ext cx="2120760" cy="3646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Variables to get/set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24" name="Straight Connector 65"/>
          <p:cNvCxnSpPr/>
          <p:nvPr/>
        </p:nvCxnSpPr>
        <p:spPr>
          <a:xfrm>
            <a:off x="3787560" y="5584680"/>
            <a:ext cx="6932880" cy="360"/>
          </a:xfrm>
          <a:prstGeom prst="straightConnector1">
            <a:avLst/>
          </a:prstGeom>
          <a:ln w="31750">
            <a:solidFill>
              <a:srgbClr val="CC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1625" name="TextBox 91"/>
          <p:cNvSpPr/>
          <p:nvPr/>
        </p:nvSpPr>
        <p:spPr>
          <a:xfrm>
            <a:off x="6515280" y="5397480"/>
            <a:ext cx="1383120" cy="3646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SNMP PDU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6" name="TextBox 5"/>
          <p:cNvSpPr/>
          <p:nvPr/>
        </p:nvSpPr>
        <p:spPr>
          <a:xfrm>
            <a:off x="1023120" y="2383920"/>
            <a:ext cx="2835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message types 0-3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627" name="Group 1"/>
          <p:cNvGrpSpPr/>
          <p:nvPr/>
        </p:nvGrpSpPr>
        <p:grpSpPr>
          <a:xfrm>
            <a:off x="1045080" y="3637080"/>
            <a:ext cx="9675000" cy="1472400"/>
            <a:chOff x="1045080" y="3637080"/>
            <a:chExt cx="9675000" cy="1472400"/>
          </a:xfrm>
        </p:grpSpPr>
        <p:sp>
          <p:nvSpPr>
            <p:cNvPr id="11628" name="Rectangle 1"/>
            <p:cNvSpPr/>
            <p:nvPr/>
          </p:nvSpPr>
          <p:spPr>
            <a:xfrm>
              <a:off x="3776760" y="4084200"/>
              <a:ext cx="6943320" cy="100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1629" name="Straight Connector 3"/>
            <p:cNvCxnSpPr/>
            <p:nvPr/>
          </p:nvCxnSpPr>
          <p:spPr>
            <a:xfrm>
              <a:off x="4694040" y="4090320"/>
              <a:ext cx="360" cy="1019520"/>
            </a:xfrm>
            <a:prstGeom prst="straightConnector1">
              <a:avLst/>
            </a:prstGeom>
            <a:ln w="25400">
              <a:solidFill>
                <a:srgbClr val="FFFFFF"/>
              </a:solidFill>
              <a:round/>
            </a:ln>
          </p:spPr>
        </p:cxnSp>
        <p:sp>
          <p:nvSpPr>
            <p:cNvPr id="11630" name="TextBox 39"/>
            <p:cNvSpPr/>
            <p:nvPr/>
          </p:nvSpPr>
          <p:spPr>
            <a:xfrm>
              <a:off x="10223640" y="4444560"/>
              <a:ext cx="439560" cy="2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ts val="1199"/>
                </a:lnSpc>
              </a:pPr>
              <a:r>
                <a:rPr lang="en-US" sz="1600" b="0" i="1" u="none" strike="noStrike">
                  <a:solidFill>
                    <a:schemeClr val="lt1"/>
                  </a:solidFill>
                  <a:effectLst/>
                  <a:uFillTx/>
                  <a:latin typeface="Arial"/>
                  <a:ea typeface="ＭＳ Ｐゴシック"/>
                </a:rPr>
                <a:t>….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1" name="TextBox 40"/>
            <p:cNvSpPr/>
            <p:nvPr/>
          </p:nvSpPr>
          <p:spPr>
            <a:xfrm>
              <a:off x="3989520" y="4113000"/>
              <a:ext cx="57168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PDU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type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632" name="Straight Connector 3"/>
            <p:cNvCxnSpPr/>
            <p:nvPr/>
          </p:nvCxnSpPr>
          <p:spPr>
            <a:xfrm>
              <a:off x="5587920" y="4076280"/>
              <a:ext cx="360" cy="1019520"/>
            </a:xfrm>
            <a:prstGeom prst="straightConnector1">
              <a:avLst/>
            </a:prstGeom>
            <a:ln w="25400">
              <a:solidFill>
                <a:srgbClr val="FFFFFF"/>
              </a:solidFill>
              <a:round/>
            </a:ln>
          </p:spPr>
        </p:cxnSp>
        <p:cxnSp>
          <p:nvCxnSpPr>
            <p:cNvPr id="11633" name="Straight Connector 3"/>
            <p:cNvCxnSpPr/>
            <p:nvPr/>
          </p:nvCxnSpPr>
          <p:spPr>
            <a:xfrm>
              <a:off x="6306840" y="4074480"/>
              <a:ext cx="360" cy="1021320"/>
            </a:xfrm>
            <a:prstGeom prst="straightConnector1">
              <a:avLst/>
            </a:prstGeom>
            <a:ln w="25400">
              <a:solidFill>
                <a:srgbClr val="FFFFFF"/>
              </a:solidFill>
              <a:round/>
            </a:ln>
          </p:spPr>
        </p:cxnSp>
        <p:cxnSp>
          <p:nvCxnSpPr>
            <p:cNvPr id="11634" name="Straight Connector 3"/>
            <p:cNvCxnSpPr/>
            <p:nvPr/>
          </p:nvCxnSpPr>
          <p:spPr>
            <a:xfrm>
              <a:off x="7200720" y="4084200"/>
              <a:ext cx="360" cy="1019520"/>
            </a:xfrm>
            <a:prstGeom prst="straightConnector1">
              <a:avLst/>
            </a:prstGeom>
            <a:ln w="25400">
              <a:solidFill>
                <a:srgbClr val="FFFFFF"/>
              </a:solidFill>
              <a:round/>
            </a:ln>
          </p:spPr>
        </p:cxnSp>
        <p:cxnSp>
          <p:nvCxnSpPr>
            <p:cNvPr id="11635" name="Straight Connector 3"/>
            <p:cNvCxnSpPr/>
            <p:nvPr/>
          </p:nvCxnSpPr>
          <p:spPr>
            <a:xfrm>
              <a:off x="8053200" y="4082400"/>
              <a:ext cx="360" cy="1019520"/>
            </a:xfrm>
            <a:prstGeom prst="straightConnector1">
              <a:avLst/>
            </a:prstGeom>
            <a:ln w="25400">
              <a:solidFill>
                <a:srgbClr val="FFFFFF"/>
              </a:solidFill>
              <a:round/>
            </a:ln>
          </p:spPr>
        </p:cxnSp>
        <p:cxnSp>
          <p:nvCxnSpPr>
            <p:cNvPr id="11636" name="Straight Connector 3"/>
            <p:cNvCxnSpPr/>
            <p:nvPr/>
          </p:nvCxnSpPr>
          <p:spPr>
            <a:xfrm>
              <a:off x="8886600" y="4074480"/>
              <a:ext cx="360" cy="1019520"/>
            </a:xfrm>
            <a:prstGeom prst="straightConnector1">
              <a:avLst/>
            </a:prstGeom>
            <a:ln w="25400">
              <a:solidFill>
                <a:srgbClr val="FFFFFF"/>
              </a:solidFill>
              <a:round/>
            </a:ln>
          </p:spPr>
        </p:cxnSp>
        <p:cxnSp>
          <p:nvCxnSpPr>
            <p:cNvPr id="11637" name="Straight Connector 3"/>
            <p:cNvCxnSpPr/>
            <p:nvPr/>
          </p:nvCxnSpPr>
          <p:spPr>
            <a:xfrm>
              <a:off x="9596160" y="4060440"/>
              <a:ext cx="360" cy="1019520"/>
            </a:xfrm>
            <a:prstGeom prst="straightConnector1">
              <a:avLst/>
            </a:prstGeom>
            <a:ln w="25400">
              <a:solidFill>
                <a:srgbClr val="FFFFFF"/>
              </a:solidFill>
              <a:round/>
            </a:ln>
          </p:spPr>
        </p:cxnSp>
        <p:cxnSp>
          <p:nvCxnSpPr>
            <p:cNvPr id="11638" name="Straight Connector 3"/>
            <p:cNvCxnSpPr/>
            <p:nvPr/>
          </p:nvCxnSpPr>
          <p:spPr>
            <a:xfrm>
              <a:off x="10247040" y="4088880"/>
              <a:ext cx="360" cy="1019520"/>
            </a:xfrm>
            <a:prstGeom prst="straightConnector1">
              <a:avLst/>
            </a:prstGeom>
            <a:ln w="25400">
              <a:solidFill>
                <a:srgbClr val="FFFFFF"/>
              </a:solidFill>
              <a:round/>
            </a:ln>
          </p:spPr>
        </p:cxnSp>
        <p:sp>
          <p:nvSpPr>
            <p:cNvPr id="11639" name="TextBox 40"/>
            <p:cNvSpPr/>
            <p:nvPr/>
          </p:nvSpPr>
          <p:spPr>
            <a:xfrm>
              <a:off x="4662360" y="4395240"/>
              <a:ext cx="937440" cy="3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Enterprise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0" name="TextBox 40"/>
            <p:cNvSpPr/>
            <p:nvPr/>
          </p:nvSpPr>
          <p:spPr>
            <a:xfrm>
              <a:off x="5622840" y="4269960"/>
              <a:ext cx="668520" cy="63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Agent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Addr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1" name="TextBox 40"/>
            <p:cNvSpPr/>
            <p:nvPr/>
          </p:nvSpPr>
          <p:spPr>
            <a:xfrm>
              <a:off x="6437520" y="4133520"/>
              <a:ext cx="57924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Trap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Type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(0-7)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2" name="TextBox 40"/>
            <p:cNvSpPr/>
            <p:nvPr/>
          </p:nvSpPr>
          <p:spPr>
            <a:xfrm>
              <a:off x="7203960" y="4274640"/>
              <a:ext cx="837000" cy="63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Specific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code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3" name="TextBox 40"/>
            <p:cNvSpPr/>
            <p:nvPr/>
          </p:nvSpPr>
          <p:spPr>
            <a:xfrm>
              <a:off x="8123400" y="4284360"/>
              <a:ext cx="690480" cy="63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Time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stamp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4" name="TextBox 40"/>
            <p:cNvSpPr/>
            <p:nvPr/>
          </p:nvSpPr>
          <p:spPr>
            <a:xfrm>
              <a:off x="8906040" y="4408200"/>
              <a:ext cx="6807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Name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5" name="TextBox 40"/>
            <p:cNvSpPr/>
            <p:nvPr/>
          </p:nvSpPr>
          <p:spPr>
            <a:xfrm>
              <a:off x="9586800" y="4417560"/>
              <a:ext cx="6494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Arial Narrow"/>
                  <a:ea typeface="ＭＳ Ｐゴシック"/>
                </a:rPr>
                <a:t>Value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646" name="Straight Connector 57"/>
            <p:cNvCxnSpPr/>
            <p:nvPr/>
          </p:nvCxnSpPr>
          <p:spPr>
            <a:xfrm>
              <a:off x="4709880" y="3840120"/>
              <a:ext cx="4170960" cy="360"/>
            </a:xfrm>
            <a:prstGeom prst="straightConnector1">
              <a:avLst/>
            </a:prstGeom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cxnSp>
          <p:nvCxnSpPr>
            <p:cNvPr id="11647" name="Straight Connector 58"/>
            <p:cNvCxnSpPr/>
            <p:nvPr/>
          </p:nvCxnSpPr>
          <p:spPr>
            <a:xfrm>
              <a:off x="8889840" y="3837240"/>
              <a:ext cx="1818000" cy="360"/>
            </a:xfrm>
            <a:prstGeom prst="straightConnector1">
              <a:avLst/>
            </a:prstGeom>
            <a:ln w="31750">
              <a:solidFill>
                <a:srgbClr val="CC0000"/>
              </a:solidFill>
              <a:round/>
              <a:headEnd len="med" type="triangle" w="med"/>
              <a:tailEnd len="med" type="triangle" w="med"/>
            </a:ln>
          </p:spPr>
        </p:cxnSp>
        <p:sp>
          <p:nvSpPr>
            <p:cNvPr id="11648" name="TextBox 87"/>
            <p:cNvSpPr/>
            <p:nvPr/>
          </p:nvSpPr>
          <p:spPr>
            <a:xfrm>
              <a:off x="6120000" y="3648240"/>
              <a:ext cx="1417680" cy="36468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Trap header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9" name="TextBox 88"/>
            <p:cNvSpPr/>
            <p:nvPr/>
          </p:nvSpPr>
          <p:spPr>
            <a:xfrm>
              <a:off x="9156600" y="3637080"/>
              <a:ext cx="1074240" cy="36468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Trap info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0" name="TextBox 69"/>
            <p:cNvSpPr/>
            <p:nvPr/>
          </p:nvSpPr>
          <p:spPr>
            <a:xfrm>
              <a:off x="1045080" y="4376160"/>
              <a:ext cx="241704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message type 4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921" dur="indefinite" restart="never" nodeType="tmRoot">
          <p:childTnLst>
            <p:seq>
              <p:cTn id="2922" dur="indefinite" nodeType="mainSeq">
                <p:childTnLst>
                  <p:par>
                    <p:cTn id="2923" fill="hold">
                      <p:stCondLst>
                        <p:cond delay="indefinite"/>
                      </p:stCondLst>
                      <p:childTnLst>
                        <p:par>
                          <p:cTn id="2924" fill="hold">
                            <p:stCondLst>
                              <p:cond delay="0"/>
                            </p:stCondLst>
                            <p:childTnLst>
                              <p:par>
                                <p:cTn id="292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27" dur="500"/>
                                        <p:tgtEl>
                                          <p:spTgt spid="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1" name="PlaceHolder 1"/>
          <p:cNvSpPr>
            <a:spLocks noGrp="1"/>
          </p:cNvSpPr>
          <p:nvPr>
            <p:ph/>
          </p:nvPr>
        </p:nvSpPr>
        <p:spPr>
          <a:xfrm>
            <a:off x="841680" y="1474560"/>
            <a:ext cx="10767960" cy="164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52440" indent="-222120" algn="l" defTabSz="914400">
              <a:lnSpc>
                <a:spcPct val="10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managed device’s operational (and some configuration) data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algn="l" defTabSz="914400">
              <a:lnSpc>
                <a:spcPct val="10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gathered into device 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MIB module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10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400 MIB modules defined in RFC’s; many more vendor-specific MIBs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52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SNMP: Management Information Base (MIB)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653" name="PlaceHolder 3"/>
          <p:cNvSpPr>
            <a:spLocks noGrp="1"/>
          </p:cNvSpPr>
          <p:nvPr>
            <p:ph type="sldNum" idx="10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C84C07E3-9D14-4A78-9FD2-A3CAC6B47E96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111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654" name="Group 68"/>
          <p:cNvGrpSpPr/>
          <p:nvPr/>
        </p:nvGrpSpPr>
        <p:grpSpPr>
          <a:xfrm>
            <a:off x="1565640" y="4167360"/>
            <a:ext cx="10030320" cy="2696400"/>
            <a:chOff x="1565640" y="4167360"/>
            <a:chExt cx="10030320" cy="2696400"/>
          </a:xfrm>
        </p:grpSpPr>
        <p:sp>
          <p:nvSpPr>
            <p:cNvPr id="11655" name="Rectangle 71"/>
            <p:cNvSpPr/>
            <p:nvPr/>
          </p:nvSpPr>
          <p:spPr>
            <a:xfrm>
              <a:off x="1565640" y="4170240"/>
              <a:ext cx="9919440" cy="2174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656" name="Text Box 3"/>
            <p:cNvSpPr/>
            <p:nvPr/>
          </p:nvSpPr>
          <p:spPr>
            <a:xfrm>
              <a:off x="1595880" y="4167360"/>
              <a:ext cx="10000080" cy="269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lang="en-US" sz="2000" b="1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Object ID           Name                      Type                  Comments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601"/>
                </a:spcBef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1.3.6.1.2.1.7.1     UDPInDatagrams     32-bit counter     total # datagrams delivered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601"/>
                </a:spcBef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1.3.6.1.2.1.7.2    UDPNoPorts              32-bit counter     # undeliverable datagrams (no application at port)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601"/>
                </a:spcBef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1.3.6.1.2.1.7.3    UDInErrors                 32-bit counter     # undeliverable datagrams (all other reasons)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601"/>
                </a:spcBef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1.3.6.1.2.1.7.4    UDPOutDatagrams   32-bit counter    total  # datagrams sent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spcBef>
                  <a:spcPts val="601"/>
                </a:spcBef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1.3.6.1.2.1.7.5    udpTable</a:t>
              </a: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	</a:t>
              </a: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             SEQUENCE          one entry for each port currently in use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657" name="Group 74"/>
          <p:cNvGrpSpPr/>
          <p:nvPr/>
        </p:nvGrpSpPr>
        <p:grpSpPr>
          <a:xfrm>
            <a:off x="10188000" y="1460520"/>
            <a:ext cx="1614600" cy="1104120"/>
            <a:chOff x="10188000" y="1460520"/>
            <a:chExt cx="1614600" cy="1104120"/>
          </a:xfrm>
        </p:grpSpPr>
        <p:sp>
          <p:nvSpPr>
            <p:cNvPr id="11658" name="Freeform 103"/>
            <p:cNvSpPr/>
            <p:nvPr/>
          </p:nvSpPr>
          <p:spPr>
            <a:xfrm>
              <a:off x="10188000" y="1674360"/>
              <a:ext cx="1614600" cy="890280"/>
            </a:xfrm>
            <a:custGeom>
              <a:avLst/>
              <a:gdLst>
                <a:gd name="textAreaLeft" fmla="*/ 0 w 1614600"/>
                <a:gd name="textAreaRight" fmla="*/ 1614960 w 1614600"/>
                <a:gd name="textAreaTop" fmla="*/ 0 h 890280"/>
                <a:gd name="textAreaBottom" fmla="*/ 890640 h 890280"/>
                <a:gd name="GluePoint1X" fmla="*/ 0 w 1615044"/>
                <a:gd name="GluePoint1Y" fmla="*/ 641268 h 890650"/>
                <a:gd name="GluePoint2X" fmla="*/ 285007 w 1615044"/>
                <a:gd name="GluePoint2Y" fmla="*/ 0 h 890650"/>
                <a:gd name="GluePoint3X" fmla="*/ 1615044 w 1615044"/>
                <a:gd name="GluePoint3Y" fmla="*/ 83128 h 890650"/>
                <a:gd name="GluePoint4X" fmla="*/ 166254 w 1615044"/>
                <a:gd name="GluePoint4Y" fmla="*/ 890650 h 890650"/>
                <a:gd name="GluePoint5X" fmla="*/ 0 w 1615044"/>
                <a:gd name="GluePoint5Y" fmla="*/ 641268 h 8906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15044" h="890650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72000"/>
                  </a:srgbClr>
                </a:gs>
                <a:gs pos="99000">
                  <a:srgbClr val="F2F2F2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659" name="Oval 306"/>
            <p:cNvSpPr/>
            <p:nvPr/>
          </p:nvSpPr>
          <p:spPr>
            <a:xfrm>
              <a:off x="10481400" y="1460520"/>
              <a:ext cx="1293480" cy="54468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0" name="Text Box 302"/>
            <p:cNvSpPr/>
            <p:nvPr/>
          </p:nvSpPr>
          <p:spPr>
            <a:xfrm>
              <a:off x="10514160" y="1581480"/>
              <a:ext cx="62676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agent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61" name="Group 106"/>
            <p:cNvGrpSpPr/>
            <p:nvPr/>
          </p:nvGrpSpPr>
          <p:grpSpPr>
            <a:xfrm>
              <a:off x="11112840" y="1555560"/>
              <a:ext cx="527760" cy="344160"/>
              <a:chOff x="11112840" y="1555560"/>
              <a:chExt cx="527760" cy="344160"/>
            </a:xfrm>
          </p:grpSpPr>
          <p:sp>
            <p:nvSpPr>
              <p:cNvPr id="11662" name="Can 107"/>
              <p:cNvSpPr/>
              <p:nvPr/>
            </p:nvSpPr>
            <p:spPr>
              <a:xfrm>
                <a:off x="11161800" y="1555560"/>
                <a:ext cx="427320" cy="34416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E7E6E6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663" name="Text Box 305"/>
              <p:cNvSpPr/>
              <p:nvPr/>
            </p:nvSpPr>
            <p:spPr>
              <a:xfrm>
                <a:off x="11112840" y="1580760"/>
                <a:ext cx="527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A8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664" name="Content Placeholder 2"/>
          <p:cNvSpPr/>
          <p:nvPr/>
        </p:nvSpPr>
        <p:spPr>
          <a:xfrm>
            <a:off x="831240" y="2998800"/>
            <a:ext cx="107679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Structure of Management Information (SMI):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definition language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example MIB variables for UDP protocol: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928" dur="indefinite" restart="never" nodeType="tmRoot">
          <p:childTnLst>
            <p:seq>
              <p:cTn id="2929" dur="indefinite" nodeType="mainSeq">
                <p:childTnLst>
                  <p:par>
                    <p:cTn id="2930" fill="hold">
                      <p:stCondLst>
                        <p:cond delay="indefinite"/>
                      </p:stCondLst>
                      <p:childTnLst>
                        <p:par>
                          <p:cTn id="2931" fill="hold">
                            <p:stCondLst>
                              <p:cond delay="0"/>
                            </p:stCondLst>
                            <p:childTnLst>
                              <p:par>
                                <p:cTn id="293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34" dur="500"/>
                                        <p:tgtEl>
                                          <p:spTgt spid="11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5" fill="hold">
                      <p:stCondLst>
                        <p:cond delay="indefinite"/>
                      </p:stCondLst>
                      <p:childTnLst>
                        <p:par>
                          <p:cTn id="2936" fill="hold">
                            <p:stCondLst>
                              <p:cond delay="0"/>
                            </p:stCondLst>
                            <p:childTnLst>
                              <p:par>
                                <p:cTn id="293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39" dur="500"/>
                                        <p:tgtEl>
                                          <p:spTgt spid="11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0" fill="hold">
                            <p:stCondLst>
                              <p:cond delay="500"/>
                            </p:stCondLst>
                            <p:childTnLst>
                              <p:par>
                                <p:cTn id="2941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43" dur="500"/>
                                        <p:tgtEl>
                                          <p:spTgt spid="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5" name="PlaceHolder 1"/>
          <p:cNvSpPr>
            <a:spLocks noGrp="1"/>
          </p:cNvSpPr>
          <p:nvPr>
            <p:ph/>
          </p:nvPr>
        </p:nvSpPr>
        <p:spPr>
          <a:xfrm>
            <a:off x="799920" y="1585440"/>
            <a:ext cx="10767960" cy="474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52440" indent="-28404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goal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actively manage/</a:t>
            </a: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configure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devices network-wide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8404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operates between managing server and managed network devices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actions: retrieve, set, modify, activate configurations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atomic-commit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actions over multiple devices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query operational data and statistics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subscribe to notifications from devices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8404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remote procedure call (RPC) paradigm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NETCONF protocol messages encoded in XML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exchanged over secure, reliable transport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(e.g., TLS)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protocol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66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NETCONF overview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667" name="PlaceHolder 3"/>
          <p:cNvSpPr>
            <a:spLocks noGrp="1"/>
          </p:cNvSpPr>
          <p:nvPr>
            <p:ph type="sldNum" idx="10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36921AAC-4F78-49FC-92D2-4A00D93CBF7B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944" dur="indefinite" restart="never" nodeType="tmRoot">
          <p:childTnLst>
            <p:seq>
              <p:cTn id="2945" dur="indefinite" nodeType="mainSeq">
                <p:childTnLst>
                  <p:par>
                    <p:cTn id="2946" fill="hold">
                      <p:stCondLst>
                        <p:cond delay="indefinite"/>
                      </p:stCondLst>
                      <p:childTnLst>
                        <p:par>
                          <p:cTn id="2947" fill="hold">
                            <p:stCondLst>
                              <p:cond delay="0"/>
                            </p:stCondLst>
                            <p:childTnLst>
                              <p:par>
                                <p:cTn id="294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50" dur="500"/>
                                        <p:tgtEl>
                                          <p:spTgt spid="11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1" fill="hold">
                      <p:stCondLst>
                        <p:cond delay="indefinite"/>
                      </p:stCondLst>
                      <p:childTnLst>
                        <p:par>
                          <p:cTn id="2952" fill="hold">
                            <p:stCondLst>
                              <p:cond delay="0"/>
                            </p:stCondLst>
                            <p:childTnLst>
                              <p:par>
                                <p:cTn id="295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55" dur="500"/>
                                        <p:tgtEl>
                                          <p:spTgt spid="11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58" dur="500"/>
                                        <p:tgtEl>
                                          <p:spTgt spid="11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61" dur="500"/>
                                        <p:tgtEl>
                                          <p:spTgt spid="11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64" dur="500"/>
                                        <p:tgtEl>
                                          <p:spTgt spid="11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67" dur="500"/>
                                        <p:tgtEl>
                                          <p:spTgt spid="116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8" fill="hold">
                      <p:stCondLst>
                        <p:cond delay="indefinite"/>
                      </p:stCondLst>
                      <p:childTnLst>
                        <p:par>
                          <p:cTn id="2969" fill="hold">
                            <p:stCondLst>
                              <p:cond delay="0"/>
                            </p:stCondLst>
                            <p:childTnLst>
                              <p:par>
                                <p:cTn id="297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72" dur="500"/>
                                        <p:tgtEl>
                                          <p:spTgt spid="116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75" dur="500"/>
                                        <p:tgtEl>
                                          <p:spTgt spid="116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78" dur="500"/>
                                        <p:tgtEl>
                                          <p:spTgt spid="116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8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NETCONF initialization, exchange, close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669" name="PlaceHolder 2"/>
          <p:cNvSpPr>
            <a:spLocks noGrp="1"/>
          </p:cNvSpPr>
          <p:nvPr>
            <p:ph type="sldNum" idx="10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10E5800A-C0DA-40A3-9B1A-3E3DC39DC050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670" name="Group 169"/>
          <p:cNvGrpSpPr/>
          <p:nvPr/>
        </p:nvGrpSpPr>
        <p:grpSpPr>
          <a:xfrm>
            <a:off x="4137120" y="1897920"/>
            <a:ext cx="5062320" cy="628920"/>
            <a:chOff x="4137120" y="1897920"/>
            <a:chExt cx="5062320" cy="628920"/>
          </a:xfrm>
        </p:grpSpPr>
        <p:cxnSp>
          <p:nvCxnSpPr>
            <p:cNvPr id="11671" name="Straight Arrow Connector 31"/>
            <p:cNvCxnSpPr/>
            <p:nvPr/>
          </p:nvCxnSpPr>
          <p:spPr>
            <a:xfrm>
              <a:off x="4137120" y="2526840"/>
              <a:ext cx="5062680" cy="360"/>
            </a:xfrm>
            <a:prstGeom prst="straightConnector1">
              <a:avLst/>
            </a:prstGeom>
            <a:ln w="66675">
              <a:solidFill>
                <a:srgbClr val="000090"/>
              </a:solidFill>
              <a:headEnd len="med" type="triangle" w="med"/>
              <a:tailEnd len="med" type="triangle" w="med"/>
            </a:ln>
          </p:spPr>
        </p:cxnSp>
        <p:sp>
          <p:nvSpPr>
            <p:cNvPr id="11672" name="TextBox 32"/>
            <p:cNvSpPr/>
            <p:nvPr/>
          </p:nvSpPr>
          <p:spPr>
            <a:xfrm>
              <a:off x="4700520" y="1897920"/>
              <a:ext cx="3745800" cy="57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Session initiation,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capabilities exchange: &lt;hello&gt;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673" name="Group 33"/>
          <p:cNvGrpSpPr/>
          <p:nvPr/>
        </p:nvGrpSpPr>
        <p:grpSpPr>
          <a:xfrm>
            <a:off x="4137120" y="6003360"/>
            <a:ext cx="5062320" cy="387360"/>
            <a:chOff x="4137120" y="6003360"/>
            <a:chExt cx="5062320" cy="387360"/>
          </a:xfrm>
        </p:grpSpPr>
        <p:cxnSp>
          <p:nvCxnSpPr>
            <p:cNvPr id="11674" name="Straight Arrow Connector 34"/>
            <p:cNvCxnSpPr/>
            <p:nvPr/>
          </p:nvCxnSpPr>
          <p:spPr>
            <a:xfrm>
              <a:off x="4137120" y="6390720"/>
              <a:ext cx="5062680" cy="360"/>
            </a:xfrm>
            <a:prstGeom prst="straightConnector1">
              <a:avLst/>
            </a:prstGeom>
            <a:ln w="34925">
              <a:solidFill>
                <a:srgbClr val="000090"/>
              </a:solidFill>
              <a:headEnd len="med" type="triangle" w="med"/>
              <a:tailEnd len="med" type="triangle" w="med"/>
            </a:ln>
          </p:spPr>
        </p:cxnSp>
        <p:sp>
          <p:nvSpPr>
            <p:cNvPr id="11675" name="TextBox 35"/>
            <p:cNvSpPr/>
            <p:nvPr/>
          </p:nvSpPr>
          <p:spPr>
            <a:xfrm>
              <a:off x="4612320" y="6003360"/>
              <a:ext cx="3824280" cy="33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8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Session close:  &lt;close-session&gt;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676" name="Group 170"/>
          <p:cNvGrpSpPr/>
          <p:nvPr/>
        </p:nvGrpSpPr>
        <p:grpSpPr>
          <a:xfrm>
            <a:off x="4212720" y="2613600"/>
            <a:ext cx="5124960" cy="3426120"/>
            <a:chOff x="4212720" y="2613600"/>
            <a:chExt cx="5124960" cy="3426120"/>
          </a:xfrm>
        </p:grpSpPr>
        <p:grpSp>
          <p:nvGrpSpPr>
            <p:cNvPr id="11677" name="Group 36"/>
            <p:cNvGrpSpPr/>
            <p:nvPr/>
          </p:nvGrpSpPr>
          <p:grpSpPr>
            <a:xfrm>
              <a:off x="4212720" y="2786760"/>
              <a:ext cx="5063400" cy="665280"/>
              <a:chOff x="4212720" y="2786760"/>
              <a:chExt cx="5063400" cy="665280"/>
            </a:xfrm>
          </p:grpSpPr>
          <p:cxnSp>
            <p:nvCxnSpPr>
              <p:cNvPr id="11678" name="Straight Arrow Connector 37"/>
              <p:cNvCxnSpPr/>
              <p:nvPr/>
            </p:nvCxnSpPr>
            <p:spPr>
              <a:xfrm>
                <a:off x="4239720" y="2881080"/>
                <a:ext cx="5036760" cy="189360"/>
              </a:xfrm>
              <a:prstGeom prst="straightConnector1">
                <a:avLst/>
              </a:prstGeom>
              <a:ln w="34925">
                <a:solidFill>
                  <a:srgbClr val="000090"/>
                </a:solidFill>
                <a:tailEnd len="med" type="triangle" w="med"/>
              </a:ln>
            </p:spPr>
          </p:cxnSp>
          <p:sp>
            <p:nvSpPr>
              <p:cNvPr id="11679" name="TextBox 38"/>
              <p:cNvSpPr/>
              <p:nvPr/>
            </p:nvSpPr>
            <p:spPr>
              <a:xfrm>
                <a:off x="6054120" y="2786760"/>
                <a:ext cx="854640" cy="3344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&lt;rpc&gt;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1680" name="Straight Arrow Connector 39"/>
              <p:cNvCxnSpPr/>
              <p:nvPr/>
            </p:nvCxnSpPr>
            <p:spPr>
              <a:xfrm flipH="1">
                <a:off x="4212720" y="3148920"/>
                <a:ext cx="5036760" cy="189000"/>
              </a:xfrm>
              <a:prstGeom prst="straightConnector1">
                <a:avLst/>
              </a:prstGeom>
              <a:ln w="34925">
                <a:solidFill>
                  <a:srgbClr val="000090"/>
                </a:solidFill>
                <a:tailEnd len="med" type="triangle" w="med"/>
              </a:ln>
            </p:spPr>
          </p:cxnSp>
          <p:sp>
            <p:nvSpPr>
              <p:cNvPr id="11681" name="TextBox 40"/>
              <p:cNvSpPr/>
              <p:nvPr/>
            </p:nvSpPr>
            <p:spPr>
              <a:xfrm>
                <a:off x="5875560" y="3117600"/>
                <a:ext cx="1532160" cy="334440"/>
              </a:xfrm>
              <a:prstGeom prst="rect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&lt;rpc-reply&gt;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82" name="Group 41"/>
            <p:cNvGrpSpPr/>
            <p:nvPr/>
          </p:nvGrpSpPr>
          <p:grpSpPr>
            <a:xfrm>
              <a:off x="4230000" y="3746160"/>
              <a:ext cx="5063400" cy="665640"/>
              <a:chOff x="4230000" y="3746160"/>
              <a:chExt cx="5063400" cy="665640"/>
            </a:xfrm>
          </p:grpSpPr>
          <p:cxnSp>
            <p:nvCxnSpPr>
              <p:cNvPr id="11683" name="Straight Arrow Connector 42"/>
              <p:cNvCxnSpPr/>
              <p:nvPr/>
            </p:nvCxnSpPr>
            <p:spPr>
              <a:xfrm>
                <a:off x="4257000" y="3840840"/>
                <a:ext cx="5036760" cy="189000"/>
              </a:xfrm>
              <a:prstGeom prst="straightConnector1">
                <a:avLst/>
              </a:prstGeom>
              <a:ln w="34925">
                <a:solidFill>
                  <a:srgbClr val="000090"/>
                </a:solidFill>
                <a:tailEnd len="med" type="triangle" w="med"/>
              </a:ln>
            </p:spPr>
          </p:cxnSp>
          <p:sp>
            <p:nvSpPr>
              <p:cNvPr id="11684" name="TextBox 43"/>
              <p:cNvSpPr/>
              <p:nvPr/>
            </p:nvSpPr>
            <p:spPr>
              <a:xfrm>
                <a:off x="6071400" y="3746160"/>
                <a:ext cx="854640" cy="3344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&lt;rpc&gt;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1685" name="Straight Arrow Connector 44"/>
              <p:cNvCxnSpPr/>
              <p:nvPr/>
            </p:nvCxnSpPr>
            <p:spPr>
              <a:xfrm flipH="1">
                <a:off x="4230000" y="4108680"/>
                <a:ext cx="5037120" cy="189000"/>
              </a:xfrm>
              <a:prstGeom prst="straightConnector1">
                <a:avLst/>
              </a:prstGeom>
              <a:ln w="34925">
                <a:solidFill>
                  <a:srgbClr val="000090"/>
                </a:solidFill>
                <a:tailEnd len="med" type="triangle" w="med"/>
              </a:ln>
            </p:spPr>
          </p:cxnSp>
          <p:sp>
            <p:nvSpPr>
              <p:cNvPr id="11686" name="TextBox 45"/>
              <p:cNvSpPr/>
              <p:nvPr/>
            </p:nvSpPr>
            <p:spPr>
              <a:xfrm>
                <a:off x="5892840" y="4077360"/>
                <a:ext cx="1532160" cy="334440"/>
              </a:xfrm>
              <a:prstGeom prst="rect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&lt;rpc-reply&gt;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87" name="Group 46"/>
            <p:cNvGrpSpPr/>
            <p:nvPr/>
          </p:nvGrpSpPr>
          <p:grpSpPr>
            <a:xfrm>
              <a:off x="4274280" y="5100120"/>
              <a:ext cx="5063400" cy="665640"/>
              <a:chOff x="4274280" y="5100120"/>
              <a:chExt cx="5063400" cy="665640"/>
            </a:xfrm>
          </p:grpSpPr>
          <p:cxnSp>
            <p:nvCxnSpPr>
              <p:cNvPr id="11688" name="Straight Arrow Connector 47"/>
              <p:cNvCxnSpPr/>
              <p:nvPr/>
            </p:nvCxnSpPr>
            <p:spPr>
              <a:xfrm>
                <a:off x="4301280" y="5194800"/>
                <a:ext cx="5036760" cy="189000"/>
              </a:xfrm>
              <a:prstGeom prst="straightConnector1">
                <a:avLst/>
              </a:prstGeom>
              <a:ln w="34925">
                <a:solidFill>
                  <a:srgbClr val="000090"/>
                </a:solidFill>
                <a:tailEnd len="med" type="triangle" w="med"/>
              </a:ln>
            </p:spPr>
          </p:cxnSp>
          <p:sp>
            <p:nvSpPr>
              <p:cNvPr id="11689" name="TextBox 48"/>
              <p:cNvSpPr/>
              <p:nvPr/>
            </p:nvSpPr>
            <p:spPr>
              <a:xfrm>
                <a:off x="6115680" y="5100120"/>
                <a:ext cx="854640" cy="3344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&lt;rpc&gt;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1690" name="Straight Arrow Connector 49"/>
              <p:cNvCxnSpPr/>
              <p:nvPr/>
            </p:nvCxnSpPr>
            <p:spPr>
              <a:xfrm flipH="1">
                <a:off x="4274280" y="5462280"/>
                <a:ext cx="5037120" cy="189000"/>
              </a:xfrm>
              <a:prstGeom prst="straightConnector1">
                <a:avLst/>
              </a:prstGeom>
              <a:ln w="34925">
                <a:solidFill>
                  <a:srgbClr val="000090"/>
                </a:solidFill>
                <a:tailEnd len="med" type="triangle" w="med"/>
              </a:ln>
            </p:spPr>
          </p:cxnSp>
          <p:sp>
            <p:nvSpPr>
              <p:cNvPr id="11691" name="TextBox 50"/>
              <p:cNvSpPr/>
              <p:nvPr/>
            </p:nvSpPr>
            <p:spPr>
              <a:xfrm>
                <a:off x="5937120" y="5431320"/>
                <a:ext cx="1532160" cy="334440"/>
              </a:xfrm>
              <a:prstGeom prst="rect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&lt;rpc-reply&gt;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92" name="Group 51"/>
            <p:cNvGrpSpPr/>
            <p:nvPr/>
          </p:nvGrpSpPr>
          <p:grpSpPr>
            <a:xfrm>
              <a:off x="4257000" y="4633200"/>
              <a:ext cx="5036400" cy="334440"/>
              <a:chOff x="4257000" y="4633200"/>
              <a:chExt cx="5036400" cy="334440"/>
            </a:xfrm>
          </p:grpSpPr>
          <p:cxnSp>
            <p:nvCxnSpPr>
              <p:cNvPr id="11693" name="Straight Arrow Connector 52"/>
              <p:cNvCxnSpPr/>
              <p:nvPr/>
            </p:nvCxnSpPr>
            <p:spPr>
              <a:xfrm flipH="1">
                <a:off x="4257000" y="4664520"/>
                <a:ext cx="5036760" cy="189000"/>
              </a:xfrm>
              <a:prstGeom prst="straightConnector1">
                <a:avLst/>
              </a:prstGeom>
              <a:ln w="34925">
                <a:solidFill>
                  <a:srgbClr val="000090"/>
                </a:solidFill>
                <a:tailEnd len="med" type="triangle" w="med"/>
              </a:ln>
            </p:spPr>
          </p:cxnSp>
          <p:sp>
            <p:nvSpPr>
              <p:cNvPr id="11694" name="TextBox 53"/>
              <p:cNvSpPr/>
              <p:nvPr/>
            </p:nvSpPr>
            <p:spPr>
              <a:xfrm>
                <a:off x="5772240" y="4633200"/>
                <a:ext cx="1826640" cy="334440"/>
              </a:xfrm>
              <a:prstGeom prst="rect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8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&lt;notification&gt;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95" name="Group 54"/>
            <p:cNvGrpSpPr/>
            <p:nvPr/>
          </p:nvGrpSpPr>
          <p:grpSpPr>
            <a:xfrm>
              <a:off x="8582760" y="2613600"/>
              <a:ext cx="399600" cy="3426120"/>
              <a:chOff x="8582760" y="2613600"/>
              <a:chExt cx="399600" cy="3426120"/>
            </a:xfrm>
          </p:grpSpPr>
          <p:sp>
            <p:nvSpPr>
              <p:cNvPr id="11696" name="TextBox 55"/>
              <p:cNvSpPr/>
              <p:nvPr/>
            </p:nvSpPr>
            <p:spPr>
              <a:xfrm rot="5400000">
                <a:off x="8590320" y="3395880"/>
                <a:ext cx="38124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…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7" name="TextBox 56"/>
              <p:cNvSpPr/>
              <p:nvPr/>
            </p:nvSpPr>
            <p:spPr>
              <a:xfrm rot="5400000">
                <a:off x="8589240" y="4242240"/>
                <a:ext cx="38124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…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8" name="TextBox 57"/>
              <p:cNvSpPr/>
              <p:nvPr/>
            </p:nvSpPr>
            <p:spPr>
              <a:xfrm rot="5400000">
                <a:off x="8594280" y="4853160"/>
                <a:ext cx="38124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…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9" name="TextBox 58"/>
              <p:cNvSpPr/>
              <p:nvPr/>
            </p:nvSpPr>
            <p:spPr>
              <a:xfrm rot="5400000">
                <a:off x="8594280" y="5651640"/>
                <a:ext cx="38124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…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0" name="TextBox 59"/>
              <p:cNvSpPr/>
              <p:nvPr/>
            </p:nvSpPr>
            <p:spPr>
              <a:xfrm rot="5400000">
                <a:off x="8592840" y="2606760"/>
                <a:ext cx="381240" cy="39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lang="en-US" sz="200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…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01" name="TextBox 60"/>
            <p:cNvSpPr/>
            <p:nvPr/>
          </p:nvSpPr>
          <p:spPr>
            <a:xfrm rot="5400000">
              <a:off x="4537440" y="4367880"/>
              <a:ext cx="3812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…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2" name="TextBox 61"/>
            <p:cNvSpPr/>
            <p:nvPr/>
          </p:nvSpPr>
          <p:spPr>
            <a:xfrm rot="5400000">
              <a:off x="4536360" y="4832280"/>
              <a:ext cx="3812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…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3" name="TextBox 62"/>
            <p:cNvSpPr/>
            <p:nvPr/>
          </p:nvSpPr>
          <p:spPr>
            <a:xfrm rot="5400000">
              <a:off x="4541400" y="5646600"/>
              <a:ext cx="3812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…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4" name="TextBox 63"/>
            <p:cNvSpPr/>
            <p:nvPr/>
          </p:nvSpPr>
          <p:spPr>
            <a:xfrm rot="5400000">
              <a:off x="4539960" y="3400200"/>
              <a:ext cx="3812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20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…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05" name="Group 65"/>
          <p:cNvGrpSpPr/>
          <p:nvPr/>
        </p:nvGrpSpPr>
        <p:grpSpPr>
          <a:xfrm>
            <a:off x="1543320" y="1680480"/>
            <a:ext cx="2435400" cy="1272600"/>
            <a:chOff x="1543320" y="1680480"/>
            <a:chExt cx="2435400" cy="1272600"/>
          </a:xfrm>
        </p:grpSpPr>
        <p:sp>
          <p:nvSpPr>
            <p:cNvPr id="11706" name="Freeform 66"/>
            <p:cNvSpPr/>
            <p:nvPr/>
          </p:nvSpPr>
          <p:spPr>
            <a:xfrm flipH="1">
              <a:off x="2193120" y="2124000"/>
              <a:ext cx="1785600" cy="829080"/>
            </a:xfrm>
            <a:custGeom>
              <a:avLst/>
              <a:gdLst>
                <a:gd name="textAreaLeft" fmla="*/ 360 w 1785600"/>
                <a:gd name="textAreaRight" fmla="*/ 1786320 w 1785600"/>
                <a:gd name="textAreaTop" fmla="*/ 0 h 829080"/>
                <a:gd name="textAreaBottom" fmla="*/ 829440 h 829080"/>
                <a:gd name="GluePoint1X" fmla="*/ 81411 w 1786022"/>
                <a:gd name="GluePoint1Y" fmla="*/ 393603 h 829414"/>
                <a:gd name="GluePoint2X" fmla="*/ 429371 w 1786022"/>
                <a:gd name="GluePoint2Y" fmla="*/ 0 h 829414"/>
                <a:gd name="GluePoint3X" fmla="*/ 1786022 w 1786022"/>
                <a:gd name="GluePoint3Y" fmla="*/ 325786 h 829414"/>
                <a:gd name="GluePoint4X" fmla="*/ 0 w 1786022"/>
                <a:gd name="GluePoint4Y" fmla="*/ 829414 h 829414"/>
                <a:gd name="GluePoint5X" fmla="*/ 81411 w 1786022"/>
                <a:gd name="GluePoint5Y" fmla="*/ 393603 h 8294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86022" h="829414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56000"/>
                  </a:srgbClr>
                </a:gs>
                <a:gs pos="100000">
                  <a:srgbClr val="D9D9D9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707" name="Oval 280"/>
            <p:cNvSpPr/>
            <p:nvPr/>
          </p:nvSpPr>
          <p:spPr>
            <a:xfrm>
              <a:off x="1543320" y="1680480"/>
              <a:ext cx="2047680" cy="77148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>
                  <a:lumMod val="65000"/>
                  <a:lumOff val="3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8" name="Text Box 276"/>
            <p:cNvSpPr/>
            <p:nvPr/>
          </p:nvSpPr>
          <p:spPr>
            <a:xfrm>
              <a:off x="1596960" y="1766160"/>
              <a:ext cx="1978200" cy="55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managing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server/controller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09" name="Group 69"/>
            <p:cNvGrpSpPr/>
            <p:nvPr/>
          </p:nvGrpSpPr>
          <p:grpSpPr>
            <a:xfrm>
              <a:off x="1740960" y="2242800"/>
              <a:ext cx="820080" cy="394920"/>
              <a:chOff x="1740960" y="2242800"/>
              <a:chExt cx="820080" cy="394920"/>
            </a:xfrm>
          </p:grpSpPr>
          <p:sp>
            <p:nvSpPr>
              <p:cNvPr id="11710" name="Can 70"/>
              <p:cNvSpPr/>
              <p:nvPr/>
            </p:nvSpPr>
            <p:spPr>
              <a:xfrm>
                <a:off x="1740960" y="2242800"/>
                <a:ext cx="820080" cy="39492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E7E6E6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11" name="Text Box 305"/>
              <p:cNvSpPr/>
              <p:nvPr/>
            </p:nvSpPr>
            <p:spPr>
              <a:xfrm>
                <a:off x="1867320" y="2315520"/>
                <a:ext cx="53928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A8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712" name="Group 84"/>
          <p:cNvGrpSpPr/>
          <p:nvPr/>
        </p:nvGrpSpPr>
        <p:grpSpPr>
          <a:xfrm>
            <a:off x="9675360" y="1613160"/>
            <a:ext cx="1614600" cy="1103760"/>
            <a:chOff x="9675360" y="1613160"/>
            <a:chExt cx="1614600" cy="1103760"/>
          </a:xfrm>
        </p:grpSpPr>
        <p:sp>
          <p:nvSpPr>
            <p:cNvPr id="11713" name="Freeform 85"/>
            <p:cNvSpPr/>
            <p:nvPr/>
          </p:nvSpPr>
          <p:spPr>
            <a:xfrm>
              <a:off x="9675360" y="1826640"/>
              <a:ext cx="1614600" cy="890280"/>
            </a:xfrm>
            <a:custGeom>
              <a:avLst/>
              <a:gdLst>
                <a:gd name="textAreaLeft" fmla="*/ 0 w 1614600"/>
                <a:gd name="textAreaRight" fmla="*/ 1614960 w 1614600"/>
                <a:gd name="textAreaTop" fmla="*/ 0 h 890280"/>
                <a:gd name="textAreaBottom" fmla="*/ 890640 h 890280"/>
                <a:gd name="GluePoint1X" fmla="*/ 0 w 1615044"/>
                <a:gd name="GluePoint1Y" fmla="*/ 641268 h 890650"/>
                <a:gd name="GluePoint2X" fmla="*/ 285007 w 1615044"/>
                <a:gd name="GluePoint2Y" fmla="*/ 0 h 890650"/>
                <a:gd name="GluePoint3X" fmla="*/ 1615044 w 1615044"/>
                <a:gd name="GluePoint3Y" fmla="*/ 83128 h 890650"/>
                <a:gd name="GluePoint4X" fmla="*/ 166254 w 1615044"/>
                <a:gd name="GluePoint4Y" fmla="*/ 890650 h 890650"/>
                <a:gd name="GluePoint5X" fmla="*/ 0 w 1615044"/>
                <a:gd name="GluePoint5Y" fmla="*/ 641268 h 8906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15044" h="890650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72000"/>
                  </a:srgbClr>
                </a:gs>
                <a:gs pos="99000">
                  <a:srgbClr val="F2F2F2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714" name="Oval 306"/>
            <p:cNvSpPr/>
            <p:nvPr/>
          </p:nvSpPr>
          <p:spPr>
            <a:xfrm>
              <a:off x="9969120" y="1613160"/>
              <a:ext cx="1293480" cy="54468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5" name="Text Box 302"/>
            <p:cNvSpPr/>
            <p:nvPr/>
          </p:nvSpPr>
          <p:spPr>
            <a:xfrm>
              <a:off x="10001520" y="1734120"/>
              <a:ext cx="62676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agent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16" name="Group 88"/>
            <p:cNvGrpSpPr/>
            <p:nvPr/>
          </p:nvGrpSpPr>
          <p:grpSpPr>
            <a:xfrm>
              <a:off x="10600200" y="1707840"/>
              <a:ext cx="527760" cy="344160"/>
              <a:chOff x="10600200" y="1707840"/>
              <a:chExt cx="527760" cy="344160"/>
            </a:xfrm>
          </p:grpSpPr>
          <p:sp>
            <p:nvSpPr>
              <p:cNvPr id="11717" name="Can 89"/>
              <p:cNvSpPr/>
              <p:nvPr/>
            </p:nvSpPr>
            <p:spPr>
              <a:xfrm>
                <a:off x="10649160" y="1707840"/>
                <a:ext cx="427320" cy="34416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E7E6E6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18" name="Text Box 305"/>
              <p:cNvSpPr/>
              <p:nvPr/>
            </p:nvSpPr>
            <p:spPr>
              <a:xfrm>
                <a:off x="10600200" y="1733040"/>
                <a:ext cx="527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A8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719" name="Group 950"/>
          <p:cNvGrpSpPr/>
          <p:nvPr/>
        </p:nvGrpSpPr>
        <p:grpSpPr>
          <a:xfrm>
            <a:off x="3574440" y="2299680"/>
            <a:ext cx="440640" cy="844920"/>
            <a:chOff x="3574440" y="2299680"/>
            <a:chExt cx="440640" cy="844920"/>
          </a:xfrm>
        </p:grpSpPr>
        <p:sp>
          <p:nvSpPr>
            <p:cNvPr id="11720" name="Freeform 951"/>
            <p:cNvSpPr/>
            <p:nvPr/>
          </p:nvSpPr>
          <p:spPr>
            <a:xfrm>
              <a:off x="3923640" y="2301120"/>
              <a:ext cx="87120" cy="80604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806040"/>
                <a:gd name="textAreaBottom" fmla="*/ 806400 h 806040"/>
                <a:gd name="GluePoint1X" fmla="*/ 6 w 354"/>
                <a:gd name="GluePoint1Y" fmla="*/ 0 h 2742"/>
                <a:gd name="GluePoint2X" fmla="*/ 30 w 354"/>
                <a:gd name="GluePoint2Y" fmla="*/ 46 h 2742"/>
                <a:gd name="GluePoint3X" fmla="*/ 30 w 354"/>
                <a:gd name="GluePoint3Y" fmla="*/ 354 h 2742"/>
                <a:gd name="GluePoint4X" fmla="*/ 0 w 354"/>
                <a:gd name="GluePoint4Y" fmla="*/ 371 h 2742"/>
                <a:gd name="GluePoint5X" fmla="*/ 6 w 354"/>
                <a:gd name="GluePoint5Y" fmla="*/ 0 h 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1" name="Rectangle 952"/>
            <p:cNvSpPr/>
            <p:nvPr/>
          </p:nvSpPr>
          <p:spPr>
            <a:xfrm>
              <a:off x="3596040" y="2299680"/>
              <a:ext cx="323280" cy="80568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2" name="Freeform 953"/>
            <p:cNvSpPr/>
            <p:nvPr/>
          </p:nvSpPr>
          <p:spPr>
            <a:xfrm>
              <a:off x="3939840" y="2349720"/>
              <a:ext cx="51840" cy="74592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745920"/>
                <a:gd name="textAreaBottom" fmla="*/ 746280 h 745920"/>
                <a:gd name="GluePoint1X" fmla="*/ 2 w 211"/>
                <a:gd name="GluePoint1Y" fmla="*/ 0 h 2537"/>
                <a:gd name="GluePoint2X" fmla="*/ 18 w 211"/>
                <a:gd name="GluePoint2Y" fmla="*/ 30 h 2537"/>
                <a:gd name="GluePoint3X" fmla="*/ 2 w 211"/>
                <a:gd name="GluePoint3Y" fmla="*/ 338 h 2537"/>
                <a:gd name="GluePoint4X" fmla="*/ 2 w 211"/>
                <a:gd name="GluePoint4Y" fmla="*/ 0 h 2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3" name="Freeform 954"/>
            <p:cNvSpPr/>
            <p:nvPr/>
          </p:nvSpPr>
          <p:spPr>
            <a:xfrm>
              <a:off x="3928320" y="2727000"/>
              <a:ext cx="81000" cy="6624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66240"/>
                <a:gd name="textAreaBottom" fmla="*/ 66600 h 66240"/>
                <a:gd name="GluePoint1X" fmla="*/ 2 w 328"/>
                <a:gd name="GluePoint1Y" fmla="*/ 0 h 226"/>
                <a:gd name="GluePoint2X" fmla="*/ 29 w 328"/>
                <a:gd name="GluePoint2Y" fmla="*/ 18 h 226"/>
                <a:gd name="GluePoint3X" fmla="*/ 29 w 328"/>
                <a:gd name="GluePoint3Y" fmla="*/ 32 h 226"/>
                <a:gd name="GluePoint4X" fmla="*/ 0 w 328"/>
                <a:gd name="GluePoint4Y" fmla="*/ 13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1600" rIns="90000" bIns="21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4" name="Rectangle 955"/>
            <p:cNvSpPr/>
            <p:nvPr/>
          </p:nvSpPr>
          <p:spPr>
            <a:xfrm>
              <a:off x="3596040" y="2391840"/>
              <a:ext cx="18468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25" name="Group 956"/>
            <p:cNvGrpSpPr/>
            <p:nvPr/>
          </p:nvGrpSpPr>
          <p:grpSpPr>
            <a:xfrm>
              <a:off x="3762720" y="2383560"/>
              <a:ext cx="178560" cy="52560"/>
              <a:chOff x="3762720" y="2383560"/>
              <a:chExt cx="178560" cy="52560"/>
            </a:xfrm>
          </p:grpSpPr>
          <p:sp>
            <p:nvSpPr>
              <p:cNvPr id="11726" name="AutoShape 957"/>
              <p:cNvSpPr/>
              <p:nvPr/>
            </p:nvSpPr>
            <p:spPr>
              <a:xfrm>
                <a:off x="3762720" y="2383560"/>
                <a:ext cx="178560" cy="525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7560" rIns="90000" bIns="-7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7" name="AutoShape 958"/>
              <p:cNvSpPr/>
              <p:nvPr/>
            </p:nvSpPr>
            <p:spPr>
              <a:xfrm>
                <a:off x="3765600" y="2388960"/>
                <a:ext cx="172080" cy="4176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480" rIns="90000" bIns="-154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28" name="Rectangle 959"/>
            <p:cNvSpPr/>
            <p:nvPr/>
          </p:nvSpPr>
          <p:spPr>
            <a:xfrm>
              <a:off x="3599280" y="2509200"/>
              <a:ext cx="18468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29" name="Group 960"/>
            <p:cNvGrpSpPr/>
            <p:nvPr/>
          </p:nvGrpSpPr>
          <p:grpSpPr>
            <a:xfrm>
              <a:off x="3762360" y="2497680"/>
              <a:ext cx="178560" cy="46800"/>
              <a:chOff x="3762360" y="2497680"/>
              <a:chExt cx="178560" cy="46800"/>
            </a:xfrm>
          </p:grpSpPr>
          <p:sp>
            <p:nvSpPr>
              <p:cNvPr id="11730" name="AutoShape 961"/>
              <p:cNvSpPr/>
              <p:nvPr/>
            </p:nvSpPr>
            <p:spPr>
              <a:xfrm>
                <a:off x="3762360" y="2497680"/>
                <a:ext cx="178560" cy="468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1880" rIns="90000" bIns="-118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1" name="AutoShape 962"/>
              <p:cNvSpPr/>
              <p:nvPr/>
            </p:nvSpPr>
            <p:spPr>
              <a:xfrm>
                <a:off x="3765600" y="2503440"/>
                <a:ext cx="172080" cy="360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9080" rIns="90000" bIns="-190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32" name="Rectangle 963"/>
            <p:cNvSpPr/>
            <p:nvPr/>
          </p:nvSpPr>
          <p:spPr>
            <a:xfrm>
              <a:off x="3599280" y="2626200"/>
              <a:ext cx="18468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33" name="Rectangle 964"/>
            <p:cNvSpPr/>
            <p:nvPr/>
          </p:nvSpPr>
          <p:spPr>
            <a:xfrm>
              <a:off x="3602160" y="2732400"/>
              <a:ext cx="184680" cy="16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8440" rIns="90000" bIns="-28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34" name="Group 965"/>
            <p:cNvGrpSpPr/>
            <p:nvPr/>
          </p:nvGrpSpPr>
          <p:grpSpPr>
            <a:xfrm>
              <a:off x="3759480" y="2729520"/>
              <a:ext cx="178560" cy="47160"/>
              <a:chOff x="3759480" y="2729520"/>
              <a:chExt cx="178560" cy="47160"/>
            </a:xfrm>
          </p:grpSpPr>
          <p:sp>
            <p:nvSpPr>
              <p:cNvPr id="11735" name="AutoShape 966"/>
              <p:cNvSpPr/>
              <p:nvPr/>
            </p:nvSpPr>
            <p:spPr>
              <a:xfrm>
                <a:off x="3759480" y="2729520"/>
                <a:ext cx="178560" cy="471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1520" rIns="90000" bIns="-115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6" name="AutoShape 967"/>
              <p:cNvSpPr/>
              <p:nvPr/>
            </p:nvSpPr>
            <p:spPr>
              <a:xfrm>
                <a:off x="3762720" y="2729520"/>
                <a:ext cx="172080" cy="414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5120" rIns="90000" bIns="-151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37" name="Freeform 968"/>
            <p:cNvSpPr/>
            <p:nvPr/>
          </p:nvSpPr>
          <p:spPr>
            <a:xfrm>
              <a:off x="3929760" y="2626200"/>
              <a:ext cx="81000" cy="6588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65880"/>
                <a:gd name="textAreaBottom" fmla="*/ 66240 h 65880"/>
                <a:gd name="GluePoint1X" fmla="*/ 2 w 328"/>
                <a:gd name="GluePoint1Y" fmla="*/ 0 h 226"/>
                <a:gd name="GluePoint2X" fmla="*/ 29 w 328"/>
                <a:gd name="GluePoint2Y" fmla="*/ 17 h 226"/>
                <a:gd name="GluePoint3X" fmla="*/ 29 w 328"/>
                <a:gd name="GluePoint3Y" fmla="*/ 30 h 226"/>
                <a:gd name="GluePoint4X" fmla="*/ 0 w 328"/>
                <a:gd name="GluePoint4Y" fmla="*/ 12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1240" rIns="90000" bIns="212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38" name="Group 969"/>
            <p:cNvGrpSpPr/>
            <p:nvPr/>
          </p:nvGrpSpPr>
          <p:grpSpPr>
            <a:xfrm>
              <a:off x="3759480" y="2617560"/>
              <a:ext cx="181440" cy="46800"/>
              <a:chOff x="3759480" y="2617560"/>
              <a:chExt cx="181440" cy="46800"/>
            </a:xfrm>
          </p:grpSpPr>
          <p:sp>
            <p:nvSpPr>
              <p:cNvPr id="11739" name="AutoShape 970"/>
              <p:cNvSpPr/>
              <p:nvPr/>
            </p:nvSpPr>
            <p:spPr>
              <a:xfrm>
                <a:off x="3759480" y="2617560"/>
                <a:ext cx="181440" cy="468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1880" rIns="90000" bIns="-118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0" name="AutoShape 971"/>
              <p:cNvSpPr/>
              <p:nvPr/>
            </p:nvSpPr>
            <p:spPr>
              <a:xfrm>
                <a:off x="3762360" y="2623320"/>
                <a:ext cx="178560" cy="360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9080" rIns="90000" bIns="-1908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41" name="Rectangle 972"/>
            <p:cNvSpPr/>
            <p:nvPr/>
          </p:nvSpPr>
          <p:spPr>
            <a:xfrm>
              <a:off x="3916800" y="2299680"/>
              <a:ext cx="21240" cy="80568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2" name="Freeform 973"/>
            <p:cNvSpPr/>
            <p:nvPr/>
          </p:nvSpPr>
          <p:spPr>
            <a:xfrm>
              <a:off x="3936960" y="2503800"/>
              <a:ext cx="73080" cy="74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74880"/>
                <a:gd name="textAreaBottom" fmla="*/ 75240 h 74880"/>
                <a:gd name="GluePoint1X" fmla="*/ 2 w 296"/>
                <a:gd name="GluePoint1Y" fmla="*/ 0 h 256"/>
                <a:gd name="GluePoint2X" fmla="*/ 26 w 296"/>
                <a:gd name="GluePoint2Y" fmla="*/ 18 h 256"/>
                <a:gd name="GluePoint3X" fmla="*/ 26 w 296"/>
                <a:gd name="GluePoint3Y" fmla="*/ 34 h 256"/>
                <a:gd name="GluePoint4X" fmla="*/ 0 w 296"/>
                <a:gd name="GluePoint4Y" fmla="*/ 12 h 256"/>
                <a:gd name="GluePoint5X" fmla="*/ 2 w 296"/>
                <a:gd name="GluePoint5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0240" rIns="90000" bIns="302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3" name="Freeform 974"/>
            <p:cNvSpPr/>
            <p:nvPr/>
          </p:nvSpPr>
          <p:spPr>
            <a:xfrm>
              <a:off x="3938040" y="2388240"/>
              <a:ext cx="75240" cy="8424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84240"/>
                <a:gd name="textAreaBottom" fmla="*/ 84600 h 84240"/>
                <a:gd name="GluePoint1X" fmla="*/ 0 w 304"/>
                <a:gd name="GluePoint1Y" fmla="*/ 0 h 288"/>
                <a:gd name="GluePoint2X" fmla="*/ 27 w 304"/>
                <a:gd name="GluePoint2Y" fmla="*/ 23 h 288"/>
                <a:gd name="GluePoint3X" fmla="*/ 25 w 304"/>
                <a:gd name="GluePoint3Y" fmla="*/ 39 h 288"/>
                <a:gd name="GluePoint4X" fmla="*/ 2 w 304"/>
                <a:gd name="GluePoint4Y" fmla="*/ 17 h 288"/>
                <a:gd name="GluePoint5X" fmla="*/ 0 w 304"/>
                <a:gd name="GluePoint5Y" fmla="*/ 0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9600" rIns="90000" bIns="39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4" name="Oval 975"/>
            <p:cNvSpPr/>
            <p:nvPr/>
          </p:nvSpPr>
          <p:spPr>
            <a:xfrm>
              <a:off x="3999960" y="3069720"/>
              <a:ext cx="15120" cy="3312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1240" rIns="90000" bIns="-212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5" name="Freeform 976"/>
            <p:cNvSpPr/>
            <p:nvPr/>
          </p:nvSpPr>
          <p:spPr>
            <a:xfrm>
              <a:off x="3934080" y="3070800"/>
              <a:ext cx="75600" cy="7020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70200"/>
                <a:gd name="textAreaBottom" fmla="*/ 70560 h 70200"/>
                <a:gd name="GluePoint1X" fmla="*/ 0 w 306"/>
                <a:gd name="GluePoint1Y" fmla="*/ 15 h 240"/>
                <a:gd name="GluePoint2X" fmla="*/ 2 w 306"/>
                <a:gd name="GluePoint2Y" fmla="*/ 33 h 240"/>
                <a:gd name="GluePoint3X" fmla="*/ 27 w 306"/>
                <a:gd name="GluePoint3Y" fmla="*/ 15 h 240"/>
                <a:gd name="GluePoint4X" fmla="*/ 26 w 306"/>
                <a:gd name="GluePoint4Y" fmla="*/ 0 h 240"/>
                <a:gd name="GluePoint5X" fmla="*/ 0 w 306"/>
                <a:gd name="GluePoint5Y" fmla="*/ 15 h 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5560" rIns="90000" bIns="255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6" name="AutoShape 977"/>
            <p:cNvSpPr/>
            <p:nvPr/>
          </p:nvSpPr>
          <p:spPr>
            <a:xfrm>
              <a:off x="3574440" y="3092040"/>
              <a:ext cx="369720" cy="5256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7560" rIns="90000" bIns="-7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7" name="AutoShape 978"/>
            <p:cNvSpPr/>
            <p:nvPr/>
          </p:nvSpPr>
          <p:spPr>
            <a:xfrm>
              <a:off x="3596040" y="3106080"/>
              <a:ext cx="329400" cy="2736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25560" rIns="90000" bIns="-255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8" name="Oval 979"/>
            <p:cNvSpPr/>
            <p:nvPr/>
          </p:nvSpPr>
          <p:spPr>
            <a:xfrm>
              <a:off x="3626640" y="2988720"/>
              <a:ext cx="48960" cy="496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9720" rIns="90000" bIns="-97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9" name="Oval 980"/>
            <p:cNvSpPr/>
            <p:nvPr/>
          </p:nvSpPr>
          <p:spPr>
            <a:xfrm>
              <a:off x="3682440" y="2988720"/>
              <a:ext cx="48960" cy="4968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9720" rIns="90000" bIns="-9720" anchor="ctr">
              <a:noAutofit/>
            </a:bodyPr>
            <a:p>
              <a:endParaRPr lang="en-US" sz="1800" b="0" u="none" strike="noStrike">
                <a:solidFill>
                  <a:srgbClr val="FF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0" name="Oval 981"/>
            <p:cNvSpPr/>
            <p:nvPr/>
          </p:nvSpPr>
          <p:spPr>
            <a:xfrm>
              <a:off x="3734640" y="2988720"/>
              <a:ext cx="48960" cy="496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9720" rIns="90000" bIns="-97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1" name="Rectangle 982"/>
            <p:cNvSpPr/>
            <p:nvPr/>
          </p:nvSpPr>
          <p:spPr>
            <a:xfrm>
              <a:off x="3861360" y="2796480"/>
              <a:ext cx="24480" cy="26748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52" name="Group 101"/>
          <p:cNvGrpSpPr/>
          <p:nvPr/>
        </p:nvGrpSpPr>
        <p:grpSpPr>
          <a:xfrm>
            <a:off x="9304560" y="2369520"/>
            <a:ext cx="753480" cy="373320"/>
            <a:chOff x="9304560" y="2369520"/>
            <a:chExt cx="753480" cy="373320"/>
          </a:xfrm>
        </p:grpSpPr>
        <p:sp>
          <p:nvSpPr>
            <p:cNvPr id="11753" name="Freeform 130"/>
            <p:cNvSpPr/>
            <p:nvPr/>
          </p:nvSpPr>
          <p:spPr>
            <a:xfrm>
              <a:off x="9304560" y="2498760"/>
              <a:ext cx="753480" cy="244080"/>
            </a:xfrm>
            <a:custGeom>
              <a:avLst/>
              <a:gdLst>
                <a:gd name="textAreaLeft" fmla="*/ 0 w 753480"/>
                <a:gd name="textAreaRight" fmla="*/ 753840 w 753480"/>
                <a:gd name="textAreaTop" fmla="*/ 0 h 244080"/>
                <a:gd name="textAreaBottom" fmla="*/ 244440 h 24408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4" name="Oval 131"/>
            <p:cNvSpPr/>
            <p:nvPr/>
          </p:nvSpPr>
          <p:spPr>
            <a:xfrm>
              <a:off x="9304920" y="2369520"/>
              <a:ext cx="752760" cy="24156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55" name="Group 132"/>
            <p:cNvGrpSpPr/>
            <p:nvPr/>
          </p:nvGrpSpPr>
          <p:grpSpPr>
            <a:xfrm>
              <a:off x="9416160" y="2400120"/>
              <a:ext cx="529920" cy="177480"/>
              <a:chOff x="9416160" y="2400120"/>
              <a:chExt cx="529920" cy="177480"/>
            </a:xfrm>
          </p:grpSpPr>
          <p:sp>
            <p:nvSpPr>
              <p:cNvPr id="11756" name="Freeform 133"/>
              <p:cNvSpPr/>
              <p:nvPr/>
            </p:nvSpPr>
            <p:spPr>
              <a:xfrm>
                <a:off x="9430920" y="2400120"/>
                <a:ext cx="501120" cy="99000"/>
              </a:xfrm>
              <a:custGeom>
                <a:avLst/>
                <a:gdLst>
                  <a:gd name="textAreaLeft" fmla="*/ 0 w 501120"/>
                  <a:gd name="textAreaRight" fmla="*/ 501480 w 501120"/>
                  <a:gd name="textAreaTop" fmla="*/ 0 h 99000"/>
                  <a:gd name="textAreaBottom" fmla="*/ 99360 h 9900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57" name="Freeform 134"/>
              <p:cNvSpPr/>
              <p:nvPr/>
            </p:nvSpPr>
            <p:spPr>
              <a:xfrm>
                <a:off x="9759240" y="2485440"/>
                <a:ext cx="186840" cy="85320"/>
              </a:xfrm>
              <a:custGeom>
                <a:avLst/>
                <a:gdLst>
                  <a:gd name="textAreaLeft" fmla="*/ 0 w 186840"/>
                  <a:gd name="textAreaRight" fmla="*/ 187200 w 186840"/>
                  <a:gd name="textAreaTop" fmla="*/ 0 h 85320"/>
                  <a:gd name="textAreaBottom" fmla="*/ 85680 h 8532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0680" rIns="90000" bIns="40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58" name="Freeform 135"/>
              <p:cNvSpPr/>
              <p:nvPr/>
            </p:nvSpPr>
            <p:spPr>
              <a:xfrm>
                <a:off x="9416160" y="2485440"/>
                <a:ext cx="183600" cy="84240"/>
              </a:xfrm>
              <a:custGeom>
                <a:avLst/>
                <a:gdLst>
                  <a:gd name="textAreaLeft" fmla="*/ 0 w 183600"/>
                  <a:gd name="textAreaRight" fmla="*/ 183960 w 183600"/>
                  <a:gd name="textAreaTop" fmla="*/ 0 h 84240"/>
                  <a:gd name="textAreaBottom" fmla="*/ 84600 h 8424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39600" rIns="90000" bIns="396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59" name="Freeform 136"/>
              <p:cNvSpPr/>
              <p:nvPr/>
            </p:nvSpPr>
            <p:spPr>
              <a:xfrm>
                <a:off x="9480240" y="2443320"/>
                <a:ext cx="399600" cy="134280"/>
              </a:xfrm>
              <a:custGeom>
                <a:avLst/>
                <a:gdLst>
                  <a:gd name="textAreaLeft" fmla="*/ 0 w 399600"/>
                  <a:gd name="textAreaRight" fmla="*/ 399960 w 399600"/>
                  <a:gd name="textAreaTop" fmla="*/ 0 h 134280"/>
                  <a:gd name="textAreaBottom" fmla="*/ 134640 h 13428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979" dur="indefinite" restart="never" nodeType="tmRoot">
          <p:childTnLst>
            <p:seq>
              <p:cTn id="2980" dur="indefinite" nodeType="mainSeq">
                <p:childTnLst>
                  <p:par>
                    <p:cTn id="2981" fill="hold">
                      <p:stCondLst>
                        <p:cond delay="indefinite"/>
                      </p:stCondLst>
                      <p:childTnLst>
                        <p:par>
                          <p:cTn id="2982" fill="hold">
                            <p:stCondLst>
                              <p:cond delay="0"/>
                            </p:stCondLst>
                            <p:childTnLst>
                              <p:par>
                                <p:cTn id="298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85" dur="500"/>
                                        <p:tgtEl>
                                          <p:spTgt spid="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6" fill="hold">
                      <p:stCondLst>
                        <p:cond delay="indefinite"/>
                      </p:stCondLst>
                      <p:childTnLst>
                        <p:par>
                          <p:cTn id="2987" fill="hold">
                            <p:stCondLst>
                              <p:cond delay="0"/>
                            </p:stCondLst>
                            <p:childTnLst>
                              <p:par>
                                <p:cTn id="2988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990" dur="500"/>
                                        <p:tgtEl>
                                          <p:spTgt spid="1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1" fill="hold">
                      <p:stCondLst>
                        <p:cond delay="indefinite"/>
                      </p:stCondLst>
                      <p:childTnLst>
                        <p:par>
                          <p:cTn id="2992" fill="hold">
                            <p:stCondLst>
                              <p:cond delay="0"/>
                            </p:stCondLst>
                            <p:childTnLst>
                              <p:par>
                                <p:cTn id="299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995" dur="500"/>
                                        <p:tgtEl>
                                          <p:spTgt spid="1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0" name="Rectangle 5"/>
          <p:cNvSpPr/>
          <p:nvPr/>
        </p:nvSpPr>
        <p:spPr>
          <a:xfrm>
            <a:off x="983520" y="1551600"/>
            <a:ext cx="11000160" cy="4447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61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Selected NETCONF Operations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762" name="PlaceHolder 2"/>
          <p:cNvSpPr>
            <a:spLocks noGrp="1"/>
          </p:cNvSpPr>
          <p:nvPr>
            <p:ph type="sldNum" idx="10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2544D84D-B966-4B42-A4AC-2BF927C6E3EE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3" name="TextBox 1"/>
          <p:cNvSpPr/>
          <p:nvPr/>
        </p:nvSpPr>
        <p:spPr>
          <a:xfrm>
            <a:off x="1053000" y="1659240"/>
            <a:ext cx="10737000" cy="46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000160" indent="-1932120"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NETCONF              Operation Description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35200" indent="-26352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&lt;get-config&gt;               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Retrieve all or part of a given configuration. A device may have multiple configurations.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35200" indent="-2635200" defTabSz="914400"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&lt;get&gt;                           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Retrieve all or part of both configuration state and operational state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35200" indent="-2635200" defTabSz="914400"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&lt;edit-config&gt;             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Change specified (possibly running) configuration at managed device. Managed device &lt;rpc-reply&gt; contains &lt;ok&gt;  or &lt;rpcerror&gt; with rollback.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35200" indent="-2635200" defTabSz="914400"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&lt;lock&gt;, &lt;unlock&gt;       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Lock (unlock) configuration datastore at managed device (to lock out NETCONF, SNMP, or CLIs commands from other sources).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35200" indent="-2635200" defTabSz="914400"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&lt;create-subscription&gt;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  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Enable event notification subscription from managed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35200" indent="-26352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&lt;notification&gt;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64" name="Straight Connector 7"/>
          <p:cNvCxnSpPr/>
          <p:nvPr/>
        </p:nvCxnSpPr>
        <p:spPr>
          <a:xfrm>
            <a:off x="983520" y="2188800"/>
            <a:ext cx="10986840" cy="36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cxnSp>
        <p:nvCxnSpPr>
          <p:cNvPr id="11765" name="Straight Connector 9"/>
          <p:cNvCxnSpPr/>
          <p:nvPr/>
        </p:nvCxnSpPr>
        <p:spPr>
          <a:xfrm>
            <a:off x="3546720" y="1551600"/>
            <a:ext cx="360" cy="446148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6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Sample NETCONF RPC message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767" name="PlaceHolder 2"/>
          <p:cNvSpPr>
            <a:spLocks noGrp="1"/>
          </p:cNvSpPr>
          <p:nvPr>
            <p:ph type="sldNum" idx="10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858B1EBB-F262-47F3-AE5D-E13D71704C82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112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68" name="Picture 6"/>
          <p:cNvPicPr/>
          <p:nvPr/>
        </p:nvPicPr>
        <p:blipFill>
          <a:blip r:embed="rId1"/>
          <a:stretch/>
        </p:blipFill>
        <p:spPr>
          <a:xfrm>
            <a:off x="1369800" y="1385280"/>
            <a:ext cx="788616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69" name="TextBox 8"/>
          <p:cNvSpPr/>
          <p:nvPr/>
        </p:nvSpPr>
        <p:spPr>
          <a:xfrm>
            <a:off x="4821480" y="1648800"/>
            <a:ext cx="22154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 note message 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0" name="TextBox 10"/>
          <p:cNvSpPr/>
          <p:nvPr/>
        </p:nvSpPr>
        <p:spPr>
          <a:xfrm>
            <a:off x="4197960" y="2770920"/>
            <a:ext cx="42854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change the running configuration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1" name="TextBox 11"/>
          <p:cNvSpPr/>
          <p:nvPr/>
        </p:nvSpPr>
        <p:spPr>
          <a:xfrm>
            <a:off x="7010280" y="4364280"/>
            <a:ext cx="56282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change MTU of Ethernet 0/0 interface to 1500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2" name="TextBox 12"/>
          <p:cNvSpPr/>
          <p:nvPr/>
        </p:nvSpPr>
        <p:spPr>
          <a:xfrm>
            <a:off x="4197960" y="2244600"/>
            <a:ext cx="29466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A8"/>
                </a:solidFill>
                <a:effectLst/>
                <a:uFillTx/>
                <a:latin typeface="Calibri"/>
              </a:rPr>
              <a:t>change a configuration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996" dur="indefinite" restart="never" nodeType="tmRoot">
          <p:childTnLst>
            <p:seq>
              <p:cTn id="2997" dur="indefinite" nodeType="mainSeq">
                <p:childTnLst>
                  <p:par>
                    <p:cTn id="2998" fill="hold">
                      <p:stCondLst>
                        <p:cond delay="indefinite"/>
                      </p:stCondLst>
                      <p:childTnLst>
                        <p:par>
                          <p:cTn id="2999" fill="hold">
                            <p:stCondLst>
                              <p:cond delay="0"/>
                            </p:stCondLst>
                            <p:childTnLst>
                              <p:par>
                                <p:cTn id="300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02" dur="500"/>
                                        <p:tgtEl>
                                          <p:spTgt spid="1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3" fill="hold">
                      <p:stCondLst>
                        <p:cond delay="indefinite"/>
                      </p:stCondLst>
                      <p:childTnLst>
                        <p:par>
                          <p:cTn id="3004" fill="hold">
                            <p:stCondLst>
                              <p:cond delay="0"/>
                            </p:stCondLst>
                            <p:childTnLst>
                              <p:par>
                                <p:cTn id="300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07" dur="500"/>
                                        <p:tgtEl>
                                          <p:spTgt spid="1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8" fill="hold">
                      <p:stCondLst>
                        <p:cond delay="indefinite"/>
                      </p:stCondLst>
                      <p:childTnLst>
                        <p:par>
                          <p:cTn id="3009" fill="hold">
                            <p:stCondLst>
                              <p:cond delay="0"/>
                            </p:stCondLst>
                            <p:childTnLst>
                              <p:par>
                                <p:cTn id="30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12" dur="500"/>
                                        <p:tgtEl>
                                          <p:spTgt spid="1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3" fill="hold">
                      <p:stCondLst>
                        <p:cond delay="indefinite"/>
                      </p:stCondLst>
                      <p:childTnLst>
                        <p:par>
                          <p:cTn id="3014" fill="hold">
                            <p:stCondLst>
                              <p:cond delay="0"/>
                            </p:stCondLst>
                            <p:childTnLst>
                              <p:par>
                                <p:cTn id="301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17" dur="500"/>
                                        <p:tgtEl>
                                          <p:spTgt spid="1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3" name="PlaceHolder 1"/>
          <p:cNvSpPr>
            <a:spLocks noGrp="1"/>
          </p:cNvSpPr>
          <p:nvPr>
            <p:ph/>
          </p:nvPr>
        </p:nvSpPr>
        <p:spPr>
          <a:xfrm>
            <a:off x="855360" y="1391400"/>
            <a:ext cx="6376320" cy="517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352440" indent="-222120" algn="l" defTabSz="914400">
              <a:lnSpc>
                <a:spcPct val="10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modeling language used to specify structure, syntax, semantics of NETCONF network management data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10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built-in data types, like SMI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XML document describing device, capabilities can be generated from YANG description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algn="l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can express constraints among data that must be satisfied by a valid NETCONF configuration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lvl="1" indent="-231840" algn="l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ensure NETCONF configurations satisfy correctness, consistency constraints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74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YANG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775" name="PlaceHolder 3"/>
          <p:cNvSpPr>
            <a:spLocks noGrp="1"/>
          </p:cNvSpPr>
          <p:nvPr>
            <p:ph type="sldNum" idx="10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461933F4-B1BB-415B-9C0B-85EB083E33A5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776" name="Group 16"/>
          <p:cNvGrpSpPr/>
          <p:nvPr/>
        </p:nvGrpSpPr>
        <p:grpSpPr>
          <a:xfrm>
            <a:off x="9663840" y="5371920"/>
            <a:ext cx="682920" cy="378000"/>
            <a:chOff x="9663840" y="5371920"/>
            <a:chExt cx="682920" cy="378000"/>
          </a:xfrm>
        </p:grpSpPr>
        <p:sp>
          <p:nvSpPr>
            <p:cNvPr id="11777" name="Freeform 84"/>
            <p:cNvSpPr/>
            <p:nvPr/>
          </p:nvSpPr>
          <p:spPr>
            <a:xfrm>
              <a:off x="9663840" y="5502960"/>
              <a:ext cx="682920" cy="246960"/>
            </a:xfrm>
            <a:custGeom>
              <a:avLst/>
              <a:gdLst>
                <a:gd name="textAreaLeft" fmla="*/ 0 w 682920"/>
                <a:gd name="textAreaRight" fmla="*/ 683280 w 682920"/>
                <a:gd name="textAreaTop" fmla="*/ 0 h 246960"/>
                <a:gd name="textAreaBottom" fmla="*/ 247320 h 2469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8" name="Oval 85"/>
            <p:cNvSpPr/>
            <p:nvPr/>
          </p:nvSpPr>
          <p:spPr>
            <a:xfrm>
              <a:off x="9664200" y="5371920"/>
              <a:ext cx="681840" cy="2448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79" name="Group 86"/>
            <p:cNvGrpSpPr/>
            <p:nvPr/>
          </p:nvGrpSpPr>
          <p:grpSpPr>
            <a:xfrm>
              <a:off x="9765000" y="5402880"/>
              <a:ext cx="479880" cy="179640"/>
              <a:chOff x="9765000" y="5402880"/>
              <a:chExt cx="479880" cy="179640"/>
            </a:xfrm>
          </p:grpSpPr>
          <p:sp>
            <p:nvSpPr>
              <p:cNvPr id="11780" name="Freeform 87"/>
              <p:cNvSpPr/>
              <p:nvPr/>
            </p:nvSpPr>
            <p:spPr>
              <a:xfrm>
                <a:off x="9778320" y="5402880"/>
                <a:ext cx="453960" cy="100440"/>
              </a:xfrm>
              <a:custGeom>
                <a:avLst/>
                <a:gdLst>
                  <a:gd name="textAreaLeft" fmla="*/ 0 w 453960"/>
                  <a:gd name="textAreaRight" fmla="*/ 454320 w 453960"/>
                  <a:gd name="textAreaTop" fmla="*/ 0 h 100440"/>
                  <a:gd name="textAreaBottom" fmla="*/ 100800 h 10044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81" name="Freeform 88"/>
              <p:cNvSpPr/>
              <p:nvPr/>
            </p:nvSpPr>
            <p:spPr>
              <a:xfrm>
                <a:off x="10075680" y="5489280"/>
                <a:ext cx="169200" cy="86400"/>
              </a:xfrm>
              <a:custGeom>
                <a:avLst/>
                <a:gdLst>
                  <a:gd name="textAreaLeft" fmla="*/ 0 w 169200"/>
                  <a:gd name="textAreaRight" fmla="*/ 169560 w 169200"/>
                  <a:gd name="textAreaTop" fmla="*/ 0 h 86400"/>
                  <a:gd name="textAreaBottom" fmla="*/ 86760 h 8640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1760" rIns="90000" bIns="4176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82" name="Freeform 89"/>
              <p:cNvSpPr/>
              <p:nvPr/>
            </p:nvSpPr>
            <p:spPr>
              <a:xfrm>
                <a:off x="9765000" y="5489280"/>
                <a:ext cx="166320" cy="85320"/>
              </a:xfrm>
              <a:custGeom>
                <a:avLst/>
                <a:gdLst>
                  <a:gd name="textAreaLeft" fmla="*/ 0 w 166320"/>
                  <a:gd name="textAreaRight" fmla="*/ 166680 w 166320"/>
                  <a:gd name="textAreaTop" fmla="*/ 0 h 85320"/>
                  <a:gd name="textAreaBottom" fmla="*/ 85680 h 853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0680" rIns="90000" bIns="4068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83" name="Freeform 90"/>
              <p:cNvSpPr/>
              <p:nvPr/>
            </p:nvSpPr>
            <p:spPr>
              <a:xfrm>
                <a:off x="9822960" y="5446800"/>
                <a:ext cx="361800" cy="135720"/>
              </a:xfrm>
              <a:custGeom>
                <a:avLst/>
                <a:gdLst>
                  <a:gd name="textAreaLeft" fmla="*/ 0 w 361800"/>
                  <a:gd name="textAreaRight" fmla="*/ 362160 w 361800"/>
                  <a:gd name="textAreaTop" fmla="*/ 0 h 135720"/>
                  <a:gd name="textAreaBottom" fmla="*/ 136080 h 1357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11784" name="Group 19"/>
          <p:cNvGrpSpPr/>
          <p:nvPr/>
        </p:nvGrpSpPr>
        <p:grpSpPr>
          <a:xfrm>
            <a:off x="8013960" y="4941000"/>
            <a:ext cx="1784160" cy="783000"/>
            <a:chOff x="8013960" y="4941000"/>
            <a:chExt cx="1784160" cy="783000"/>
          </a:xfrm>
        </p:grpSpPr>
        <p:sp>
          <p:nvSpPr>
            <p:cNvPr id="11785" name="Freeform 78"/>
            <p:cNvSpPr/>
            <p:nvPr/>
          </p:nvSpPr>
          <p:spPr>
            <a:xfrm flipH="1">
              <a:off x="8409240" y="5071320"/>
              <a:ext cx="1388880" cy="652680"/>
            </a:xfrm>
            <a:custGeom>
              <a:avLst/>
              <a:gdLst>
                <a:gd name="textAreaLeft" fmla="*/ 360 w 1388880"/>
                <a:gd name="textAreaRight" fmla="*/ 1389600 w 1388880"/>
                <a:gd name="textAreaTop" fmla="*/ 0 h 652680"/>
                <a:gd name="textAreaBottom" fmla="*/ 653040 h 652680"/>
                <a:gd name="GluePoint1X" fmla="*/ 59377 w 1389414"/>
                <a:gd name="GluePoint1Y" fmla="*/ 415637 h 653144"/>
                <a:gd name="GluePoint2X" fmla="*/ 605641 w 1389414"/>
                <a:gd name="GluePoint2Y" fmla="*/ 0 h 653144"/>
                <a:gd name="GluePoint3X" fmla="*/ 1389414 w 1389414"/>
                <a:gd name="GluePoint3Y" fmla="*/ 391887 h 653144"/>
                <a:gd name="GluePoint4X" fmla="*/ 0 w 1389414"/>
                <a:gd name="GluePoint4Y" fmla="*/ 653144 h 653144"/>
                <a:gd name="GluePoint5X" fmla="*/ 59377 w 1389414"/>
                <a:gd name="GluePoint5Y" fmla="*/ 415637 h 653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89414" h="653144">
                  <a:moveTo>
                    <a:pt x="59377" y="415637"/>
                  </a:moveTo>
                  <a:cubicBezTo>
                    <a:pt x="285008" y="332510"/>
                    <a:pt x="320635" y="320634"/>
                    <a:pt x="605641" y="0"/>
                  </a:cubicBezTo>
                  <a:lnTo>
                    <a:pt x="1389414" y="391887"/>
                  </a:lnTo>
                  <a:cubicBezTo>
                    <a:pt x="395845" y="482932"/>
                    <a:pt x="601683" y="407720"/>
                    <a:pt x="0" y="653144"/>
                  </a:cubicBezTo>
                  <a:lnTo>
                    <a:pt x="59377" y="415637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99000">
                  <a:srgbClr val="BFBFBF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786" name="Oval 306"/>
            <p:cNvSpPr/>
            <p:nvPr/>
          </p:nvSpPr>
          <p:spPr>
            <a:xfrm>
              <a:off x="8013960" y="4941000"/>
              <a:ext cx="1293480" cy="54468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7" name="Text Box 302"/>
            <p:cNvSpPr/>
            <p:nvPr/>
          </p:nvSpPr>
          <p:spPr>
            <a:xfrm>
              <a:off x="8046360" y="5061960"/>
              <a:ext cx="62676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agent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88" name="Group 81"/>
            <p:cNvGrpSpPr/>
            <p:nvPr/>
          </p:nvGrpSpPr>
          <p:grpSpPr>
            <a:xfrm>
              <a:off x="8645400" y="5036040"/>
              <a:ext cx="527760" cy="344160"/>
              <a:chOff x="8645400" y="5036040"/>
              <a:chExt cx="527760" cy="344160"/>
            </a:xfrm>
          </p:grpSpPr>
          <p:sp>
            <p:nvSpPr>
              <p:cNvPr id="11789" name="Can 82"/>
              <p:cNvSpPr/>
              <p:nvPr/>
            </p:nvSpPr>
            <p:spPr>
              <a:xfrm>
                <a:off x="8694360" y="5036040"/>
                <a:ext cx="427320" cy="34416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E7E6E6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90" name="Text Box 305"/>
              <p:cNvSpPr/>
              <p:nvPr/>
            </p:nvSpPr>
            <p:spPr>
              <a:xfrm>
                <a:off x="8645400" y="5060880"/>
                <a:ext cx="52776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A8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791" name="Group 1"/>
          <p:cNvGrpSpPr/>
          <p:nvPr/>
        </p:nvGrpSpPr>
        <p:grpSpPr>
          <a:xfrm>
            <a:off x="8876880" y="1455480"/>
            <a:ext cx="2432160" cy="1420920"/>
            <a:chOff x="8876880" y="1455480"/>
            <a:chExt cx="2432160" cy="1420920"/>
          </a:xfrm>
        </p:grpSpPr>
        <p:sp>
          <p:nvSpPr>
            <p:cNvPr id="11792" name="Freeform 21"/>
            <p:cNvSpPr/>
            <p:nvPr/>
          </p:nvSpPr>
          <p:spPr>
            <a:xfrm flipH="1">
              <a:off x="9278280" y="2107800"/>
              <a:ext cx="1600200" cy="585000"/>
            </a:xfrm>
            <a:custGeom>
              <a:avLst/>
              <a:gdLst>
                <a:gd name="textAreaLeft" fmla="*/ -360 w 1600200"/>
                <a:gd name="textAreaRight" fmla="*/ 1600200 w 1600200"/>
                <a:gd name="textAreaTop" fmla="*/ 0 h 585000"/>
                <a:gd name="textAreaBottom" fmla="*/ 585360 h 585000"/>
                <a:gd name="GluePoint1X" fmla="*/ 41393 w 1463851"/>
                <a:gd name="GluePoint1Y" fmla="*/ 206474 h 585409"/>
                <a:gd name="GluePoint2X" fmla="*/ 299240 w 1463851"/>
                <a:gd name="GluePoint2Y" fmla="*/ 0 h 585409"/>
                <a:gd name="GluePoint3X" fmla="*/ 1463851 w 1463851"/>
                <a:gd name="GluePoint3Y" fmla="*/ 83572 h 585409"/>
                <a:gd name="GluePoint4X" fmla="*/ 0 w 1463851"/>
                <a:gd name="GluePoint4Y" fmla="*/ 585409 h 585409"/>
                <a:gd name="GluePoint5X" fmla="*/ 41393 w 1463851"/>
                <a:gd name="GluePoint5Y" fmla="*/ 206474 h 585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63851" h="585409">
                  <a:moveTo>
                    <a:pt x="41393" y="206474"/>
                  </a:moveTo>
                  <a:cubicBezTo>
                    <a:pt x="186988" y="162723"/>
                    <a:pt x="239468" y="114212"/>
                    <a:pt x="299240" y="0"/>
                  </a:cubicBezTo>
                  <a:cubicBezTo>
                    <a:pt x="766287" y="135093"/>
                    <a:pt x="734070" y="180625"/>
                    <a:pt x="1463851" y="83572"/>
                  </a:cubicBezTo>
                  <a:cubicBezTo>
                    <a:pt x="672235" y="284786"/>
                    <a:pt x="601683" y="339985"/>
                    <a:pt x="0" y="585409"/>
                  </a:cubicBezTo>
                  <a:lnTo>
                    <a:pt x="41393" y="206474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68000"/>
                  </a:srgbClr>
                </a:gs>
                <a:gs pos="99000">
                  <a:srgbClr val="BFBFBF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793" name="Oval 280"/>
            <p:cNvSpPr/>
            <p:nvPr/>
          </p:nvSpPr>
          <p:spPr>
            <a:xfrm>
              <a:off x="8876880" y="1564200"/>
              <a:ext cx="1852920" cy="6843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0000">
                  <a:lumMod val="65000"/>
                  <a:lumOff val="3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94" name="Text Box 276"/>
            <p:cNvSpPr/>
            <p:nvPr/>
          </p:nvSpPr>
          <p:spPr>
            <a:xfrm>
              <a:off x="8898840" y="1606680"/>
              <a:ext cx="1795320" cy="78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managing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server/controller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95" name="Group 24"/>
            <p:cNvGrpSpPr/>
            <p:nvPr/>
          </p:nvGrpSpPr>
          <p:grpSpPr>
            <a:xfrm>
              <a:off x="10261080" y="1455480"/>
              <a:ext cx="896760" cy="394920"/>
              <a:chOff x="10261080" y="1455480"/>
              <a:chExt cx="896760" cy="394920"/>
            </a:xfrm>
          </p:grpSpPr>
          <p:sp>
            <p:nvSpPr>
              <p:cNvPr id="11796" name="Can 69"/>
              <p:cNvSpPr/>
              <p:nvPr/>
            </p:nvSpPr>
            <p:spPr>
              <a:xfrm>
                <a:off x="10261080" y="1455480"/>
                <a:ext cx="896760" cy="394920"/>
              </a:xfrm>
              <a:prstGeom prst="can">
                <a:avLst>
                  <a:gd name="adj" fmla="val 2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E7E6E6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797" name="Text Box 305"/>
              <p:cNvSpPr/>
              <p:nvPr/>
            </p:nvSpPr>
            <p:spPr>
              <a:xfrm>
                <a:off x="10399320" y="1528560"/>
                <a:ext cx="589680" cy="30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400" b="0" u="none" strike="noStrike">
                    <a:solidFill>
                      <a:srgbClr val="0000A8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798" name="Group 906"/>
            <p:cNvGrpSpPr/>
            <p:nvPr/>
          </p:nvGrpSpPr>
          <p:grpSpPr>
            <a:xfrm>
              <a:off x="10839600" y="2011680"/>
              <a:ext cx="469440" cy="864720"/>
              <a:chOff x="10839600" y="2011680"/>
              <a:chExt cx="469440" cy="864720"/>
            </a:xfrm>
          </p:grpSpPr>
          <p:sp>
            <p:nvSpPr>
              <p:cNvPr id="11799" name="Freeform 907"/>
              <p:cNvSpPr/>
              <p:nvPr/>
            </p:nvSpPr>
            <p:spPr>
              <a:xfrm>
                <a:off x="11211480" y="2013120"/>
                <a:ext cx="92880" cy="825480"/>
              </a:xfrm>
              <a:custGeom>
                <a:avLst/>
                <a:gdLst>
                  <a:gd name="textAreaLeft" fmla="*/ 0 w 92880"/>
                  <a:gd name="textAreaRight" fmla="*/ 93240 w 92880"/>
                  <a:gd name="textAreaTop" fmla="*/ 0 h 825480"/>
                  <a:gd name="textAreaBottom" fmla="*/ 825840 h 825480"/>
                  <a:gd name="GluePoint1X" fmla="*/ 21 w 354"/>
                  <a:gd name="GluePoint1Y" fmla="*/ 0 h 2742"/>
                  <a:gd name="GluePoint2X" fmla="*/ 116 w 354"/>
                  <a:gd name="GluePoint2Y" fmla="*/ 137 h 2742"/>
                  <a:gd name="GluePoint3X" fmla="*/ 114 w 354"/>
                  <a:gd name="GluePoint3Y" fmla="*/ 1057 h 2742"/>
                  <a:gd name="GluePoint4X" fmla="*/ 0 w 354"/>
                  <a:gd name="GluePoint4Y" fmla="*/ 1105 h 2742"/>
                  <a:gd name="GluePoint5X" fmla="*/ 21 w 354"/>
                  <a:gd name="GluePoint5Y" fmla="*/ 0 h 27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0" name="Rectangle 908"/>
              <p:cNvSpPr/>
              <p:nvPr/>
            </p:nvSpPr>
            <p:spPr>
              <a:xfrm>
                <a:off x="10862280" y="2011680"/>
                <a:ext cx="343440" cy="82476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1" name="Freeform 909"/>
              <p:cNvSpPr/>
              <p:nvPr/>
            </p:nvSpPr>
            <p:spPr>
              <a:xfrm>
                <a:off x="11228760" y="2062440"/>
                <a:ext cx="55440" cy="763560"/>
              </a:xfrm>
              <a:custGeom>
                <a:avLst/>
                <a:gdLst>
                  <a:gd name="textAreaLeft" fmla="*/ 0 w 55440"/>
                  <a:gd name="textAreaRight" fmla="*/ 55800 w 55440"/>
                  <a:gd name="textAreaTop" fmla="*/ 0 h 763560"/>
                  <a:gd name="textAreaBottom" fmla="*/ 763920 h 763560"/>
                  <a:gd name="GluePoint1X" fmla="*/ 2 w 211"/>
                  <a:gd name="GluePoint1Y" fmla="*/ 0 h 2537"/>
                  <a:gd name="GluePoint2X" fmla="*/ 70 w 211"/>
                  <a:gd name="GluePoint2Y" fmla="*/ 88 h 2537"/>
                  <a:gd name="GluePoint3X" fmla="*/ 2 w 211"/>
                  <a:gd name="GluePoint3Y" fmla="*/ 1007 h 2537"/>
                  <a:gd name="GluePoint4X" fmla="*/ 2 w 211"/>
                  <a:gd name="GluePoint4Y" fmla="*/ 0 h 25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2" name="Freeform 910"/>
              <p:cNvSpPr/>
              <p:nvPr/>
            </p:nvSpPr>
            <p:spPr>
              <a:xfrm>
                <a:off x="11216880" y="2449080"/>
                <a:ext cx="86400" cy="6804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68040"/>
                  <a:gd name="textAreaBottom" fmla="*/ 68400 h 68040"/>
                  <a:gd name="GluePoint1X" fmla="*/ 2 w 328"/>
                  <a:gd name="GluePoint1Y" fmla="*/ 0 h 226"/>
                  <a:gd name="GluePoint2X" fmla="*/ 109 w 328"/>
                  <a:gd name="GluePoint2Y" fmla="*/ 52 h 226"/>
                  <a:gd name="GluePoint3X" fmla="*/ 108 w 328"/>
                  <a:gd name="GluePoint3Y" fmla="*/ 92 h 226"/>
                  <a:gd name="GluePoint4X" fmla="*/ 0 w 328"/>
                  <a:gd name="GluePoint4Y" fmla="*/ 41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3400" rIns="90000" bIns="2340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3" name="Rectangle 911"/>
              <p:cNvSpPr/>
              <p:nvPr/>
            </p:nvSpPr>
            <p:spPr>
              <a:xfrm>
                <a:off x="10864080" y="2106720"/>
                <a:ext cx="19476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804" name="Group 912"/>
              <p:cNvGrpSpPr/>
              <p:nvPr/>
            </p:nvGrpSpPr>
            <p:grpSpPr>
              <a:xfrm>
                <a:off x="11040840" y="2096640"/>
                <a:ext cx="190800" cy="47160"/>
                <a:chOff x="11040840" y="2096640"/>
                <a:chExt cx="190800" cy="47160"/>
              </a:xfrm>
            </p:grpSpPr>
            <p:sp>
              <p:nvSpPr>
                <p:cNvPr id="11805" name="AutoShape 913"/>
                <p:cNvSpPr/>
                <p:nvPr/>
              </p:nvSpPr>
              <p:spPr>
                <a:xfrm>
                  <a:off x="11040840" y="2096640"/>
                  <a:ext cx="190800" cy="471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520" rIns="90000" bIns="-115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06" name="AutoShape 914"/>
                <p:cNvSpPr/>
                <p:nvPr/>
              </p:nvSpPr>
              <p:spPr>
                <a:xfrm>
                  <a:off x="11045160" y="2103840"/>
                  <a:ext cx="182520" cy="378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000" rIns="90000" bIns="-1800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807" name="Rectangle 915"/>
              <p:cNvSpPr/>
              <p:nvPr/>
            </p:nvSpPr>
            <p:spPr>
              <a:xfrm>
                <a:off x="10868040" y="2225160"/>
                <a:ext cx="19476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808" name="Group 916"/>
              <p:cNvGrpSpPr/>
              <p:nvPr/>
            </p:nvGrpSpPr>
            <p:grpSpPr>
              <a:xfrm>
                <a:off x="11039040" y="2215800"/>
                <a:ext cx="192600" cy="47160"/>
                <a:chOff x="11039040" y="2215800"/>
                <a:chExt cx="192600" cy="47160"/>
              </a:xfrm>
            </p:grpSpPr>
            <p:sp>
              <p:nvSpPr>
                <p:cNvPr id="11809" name="AutoShape 917"/>
                <p:cNvSpPr/>
                <p:nvPr/>
              </p:nvSpPr>
              <p:spPr>
                <a:xfrm>
                  <a:off x="11039040" y="2215800"/>
                  <a:ext cx="192600" cy="471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1520" rIns="90000" bIns="-115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10" name="AutoShape 918"/>
                <p:cNvSpPr/>
                <p:nvPr/>
              </p:nvSpPr>
              <p:spPr>
                <a:xfrm>
                  <a:off x="11043000" y="2220120"/>
                  <a:ext cx="184320" cy="374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360" rIns="90000" bIns="-1836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811" name="Rectangle 919"/>
              <p:cNvSpPr/>
              <p:nvPr/>
            </p:nvSpPr>
            <p:spPr>
              <a:xfrm>
                <a:off x="10864080" y="2348280"/>
                <a:ext cx="19656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2" name="Rectangle 920"/>
              <p:cNvSpPr/>
              <p:nvPr/>
            </p:nvSpPr>
            <p:spPr>
              <a:xfrm>
                <a:off x="10868040" y="2455200"/>
                <a:ext cx="196560" cy="162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8440" rIns="90000" bIns="-284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813" name="Group 921"/>
              <p:cNvGrpSpPr/>
              <p:nvPr/>
            </p:nvGrpSpPr>
            <p:grpSpPr>
              <a:xfrm>
                <a:off x="11035080" y="2445480"/>
                <a:ext cx="192600" cy="54360"/>
                <a:chOff x="11035080" y="2445480"/>
                <a:chExt cx="192600" cy="54360"/>
              </a:xfrm>
            </p:grpSpPr>
            <p:sp>
              <p:nvSpPr>
                <p:cNvPr id="11814" name="AutoShape 922"/>
                <p:cNvSpPr/>
                <p:nvPr/>
              </p:nvSpPr>
              <p:spPr>
                <a:xfrm>
                  <a:off x="11035080" y="2445480"/>
                  <a:ext cx="192600" cy="5436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6480" rIns="90000" bIns="-648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15" name="AutoShape 923"/>
                <p:cNvSpPr/>
                <p:nvPr/>
              </p:nvSpPr>
              <p:spPr>
                <a:xfrm>
                  <a:off x="11039040" y="2452680"/>
                  <a:ext cx="184680" cy="446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3320" rIns="90000" bIns="-1332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816" name="Freeform 924"/>
              <p:cNvSpPr/>
              <p:nvPr/>
            </p:nvSpPr>
            <p:spPr>
              <a:xfrm>
                <a:off x="11217960" y="2345760"/>
                <a:ext cx="86400" cy="6768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67680"/>
                  <a:gd name="textAreaBottom" fmla="*/ 68040 h 67680"/>
                  <a:gd name="GluePoint1X" fmla="*/ 2 w 328"/>
                  <a:gd name="GluePoint1Y" fmla="*/ 0 h 226"/>
                  <a:gd name="GluePoint2X" fmla="*/ 109 w 328"/>
                  <a:gd name="GluePoint2Y" fmla="*/ 51 h 226"/>
                  <a:gd name="GluePoint3X" fmla="*/ 108 w 328"/>
                  <a:gd name="GluePoint3Y" fmla="*/ 90 h 226"/>
                  <a:gd name="GluePoint4X" fmla="*/ 0 w 328"/>
                  <a:gd name="GluePoint4Y" fmla="*/ 39 h 226"/>
                  <a:gd name="GluePoint5X" fmla="*/ 2 w 328"/>
                  <a:gd name="GluePoint5Y" fmla="*/ 0 h 2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3040" rIns="90000" bIns="2304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817" name="Group 925"/>
              <p:cNvGrpSpPr/>
              <p:nvPr/>
            </p:nvGrpSpPr>
            <p:grpSpPr>
              <a:xfrm>
                <a:off x="11036880" y="2336400"/>
                <a:ext cx="188640" cy="49320"/>
                <a:chOff x="11036880" y="2336400"/>
                <a:chExt cx="188640" cy="49320"/>
              </a:xfrm>
            </p:grpSpPr>
            <p:sp>
              <p:nvSpPr>
                <p:cNvPr id="11818" name="AutoShape 926"/>
                <p:cNvSpPr/>
                <p:nvPr/>
              </p:nvSpPr>
              <p:spPr>
                <a:xfrm>
                  <a:off x="11036880" y="2336400"/>
                  <a:ext cx="188640" cy="493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0080" rIns="90000" bIns="-1008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19" name="AutoShape 927"/>
                <p:cNvSpPr/>
                <p:nvPr/>
              </p:nvSpPr>
              <p:spPr>
                <a:xfrm>
                  <a:off x="11041200" y="2341080"/>
                  <a:ext cx="182520" cy="374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8360" rIns="90000" bIns="-18360" anchor="ctr">
                  <a:noAutofit/>
                </a:bodyPr>
                <a:p>
                  <a:endPara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820" name="Rectangle 928"/>
              <p:cNvSpPr/>
              <p:nvPr/>
            </p:nvSpPr>
            <p:spPr>
              <a:xfrm>
                <a:off x="11205360" y="2011680"/>
                <a:ext cx="21960" cy="82728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1" name="Freeform 929"/>
              <p:cNvSpPr/>
              <p:nvPr/>
            </p:nvSpPr>
            <p:spPr>
              <a:xfrm>
                <a:off x="11225880" y="2220480"/>
                <a:ext cx="77760" cy="766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6680"/>
                  <a:gd name="textAreaBottom" fmla="*/ 77040 h 76680"/>
                  <a:gd name="GluePoint1X" fmla="*/ 2 w 296"/>
                  <a:gd name="GluePoint1Y" fmla="*/ 0 h 256"/>
                  <a:gd name="GluePoint2X" fmla="*/ 96 w 296"/>
                  <a:gd name="GluePoint2Y" fmla="*/ 57 h 256"/>
                  <a:gd name="GluePoint3X" fmla="*/ 98 w 296"/>
                  <a:gd name="GluePoint3Y" fmla="*/ 102 h 256"/>
                  <a:gd name="GluePoint4X" fmla="*/ 0 w 296"/>
                  <a:gd name="GluePoint4Y" fmla="*/ 39 h 256"/>
                  <a:gd name="GluePoint5X" fmla="*/ 2 w 296"/>
                  <a:gd name="GluePoint5Y" fmla="*/ 0 h 25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2040" rIns="90000" bIns="3204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2" name="Freeform 930"/>
              <p:cNvSpPr/>
              <p:nvPr/>
            </p:nvSpPr>
            <p:spPr>
              <a:xfrm>
                <a:off x="11226960" y="2102400"/>
                <a:ext cx="79920" cy="8640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86400"/>
                  <a:gd name="textAreaBottom" fmla="*/ 86760 h 86400"/>
                  <a:gd name="GluePoint1X" fmla="*/ 0 w 304"/>
                  <a:gd name="GluePoint1Y" fmla="*/ 0 h 288"/>
                  <a:gd name="GluePoint2X" fmla="*/ 101 w 304"/>
                  <a:gd name="GluePoint2Y" fmla="*/ 66 h 288"/>
                  <a:gd name="GluePoint3X" fmla="*/ 95 w 304"/>
                  <a:gd name="GluePoint3Y" fmla="*/ 116 h 288"/>
                  <a:gd name="GluePoint4X" fmla="*/ 2 w 304"/>
                  <a:gd name="GluePoint4Y" fmla="*/ 50 h 288"/>
                  <a:gd name="GluePoint5X" fmla="*/ 0 w 304"/>
                  <a:gd name="GluePoint5Y" fmla="*/ 0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1760" rIns="90000" bIns="4176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3" name="Oval 931"/>
              <p:cNvSpPr/>
              <p:nvPr/>
            </p:nvSpPr>
            <p:spPr>
              <a:xfrm>
                <a:off x="11293200" y="2798640"/>
                <a:ext cx="15840" cy="34920"/>
              </a:xfrm>
              <a:prstGeom prst="ellipse">
                <a:avLst/>
              </a:pr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0160" rIns="90000" bIns="-2016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4" name="Freeform 932"/>
              <p:cNvSpPr/>
              <p:nvPr/>
            </p:nvSpPr>
            <p:spPr>
              <a:xfrm>
                <a:off x="11222640" y="2800800"/>
                <a:ext cx="80280" cy="7200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2000"/>
                  <a:gd name="textAreaBottom" fmla="*/ 72360 h 72000"/>
                  <a:gd name="GluePoint1X" fmla="*/ 0 w 306"/>
                  <a:gd name="GluePoint1Y" fmla="*/ 43 h 240"/>
                  <a:gd name="GluePoint2X" fmla="*/ 2 w 306"/>
                  <a:gd name="GluePoint2Y" fmla="*/ 97 h 240"/>
                  <a:gd name="GluePoint3X" fmla="*/ 101 w 306"/>
                  <a:gd name="GluePoint3Y" fmla="*/ 44 h 240"/>
                  <a:gd name="GluePoint4X" fmla="*/ 98 w 306"/>
                  <a:gd name="GluePoint4Y" fmla="*/ 0 h 240"/>
                  <a:gd name="GluePoint5X" fmla="*/ 0 w 306"/>
                  <a:gd name="GluePoint5Y" fmla="*/ 43 h 2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7360" rIns="90000" bIns="27360" anchor="t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5" name="AutoShape 933"/>
              <p:cNvSpPr/>
              <p:nvPr/>
            </p:nvSpPr>
            <p:spPr>
              <a:xfrm>
                <a:off x="10839600" y="2824920"/>
                <a:ext cx="394200" cy="514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8640" rIns="90000" bIns="-86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6" name="AutoShape 934"/>
              <p:cNvSpPr/>
              <p:nvPr/>
            </p:nvSpPr>
            <p:spPr>
              <a:xfrm>
                <a:off x="10862280" y="2836440"/>
                <a:ext cx="351360" cy="2808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/>
              </a:gra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24840" rIns="90000" bIns="-248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7" name="Oval 935"/>
              <p:cNvSpPr/>
              <p:nvPr/>
            </p:nvSpPr>
            <p:spPr>
              <a:xfrm>
                <a:off x="10894680" y="2718000"/>
                <a:ext cx="52200" cy="4932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10080" rIns="90000" bIns="-1008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8" name="Oval 936"/>
              <p:cNvSpPr/>
              <p:nvPr/>
            </p:nvSpPr>
            <p:spPr>
              <a:xfrm>
                <a:off x="10953360" y="2718000"/>
                <a:ext cx="52200" cy="51480"/>
              </a:xfrm>
              <a:prstGeom prst="ellipse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8640" rIns="90000" bIns="-8640" anchor="ctr">
                <a:noAutofit/>
              </a:bodyPr>
              <a:p>
                <a:endPara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9" name="Oval 937"/>
              <p:cNvSpPr/>
              <p:nvPr/>
            </p:nvSpPr>
            <p:spPr>
              <a:xfrm>
                <a:off x="11012400" y="2715840"/>
                <a:ext cx="50400" cy="51480"/>
              </a:xfrm>
              <a:prstGeom prst="ellipse">
                <a:avLst/>
              </a:prstGeom>
              <a:solidFill>
                <a:srgbClr val="33CC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8640" rIns="90000" bIns="-864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30" name="Rectangle 938"/>
              <p:cNvSpPr/>
              <p:nvPr/>
            </p:nvSpPr>
            <p:spPr>
              <a:xfrm>
                <a:off x="11142720" y="2519280"/>
                <a:ext cx="28080" cy="27468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831" name="Right Arrow 124"/>
          <p:cNvSpPr/>
          <p:nvPr/>
        </p:nvSpPr>
        <p:spPr>
          <a:xfrm rot="6715800">
            <a:off x="9312120" y="3959280"/>
            <a:ext cx="2359440" cy="3441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6F8FC"/>
              </a:gs>
              <a:gs pos="35000">
                <a:srgbClr val="DAE3F3"/>
              </a:gs>
              <a:gs pos="68000">
                <a:srgbClr val="ABC0E4"/>
              </a:gs>
              <a:gs pos="100000">
                <a:srgbClr val="0000A8"/>
              </a:gs>
            </a:gsLst>
            <a:lin ang="671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32" name="TextBox 130"/>
          <p:cNvSpPr/>
          <p:nvPr/>
        </p:nvSpPr>
        <p:spPr>
          <a:xfrm>
            <a:off x="7426080" y="2626200"/>
            <a:ext cx="2402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NETCONF RPC message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833" name="Group 172"/>
          <p:cNvGrpSpPr/>
          <p:nvPr/>
        </p:nvGrpSpPr>
        <p:grpSpPr>
          <a:xfrm>
            <a:off x="7477920" y="2992680"/>
            <a:ext cx="2777760" cy="1371600"/>
            <a:chOff x="7477920" y="2992680"/>
            <a:chExt cx="2777760" cy="1371600"/>
          </a:xfrm>
        </p:grpSpPr>
        <p:sp>
          <p:nvSpPr>
            <p:cNvPr id="11834" name="Rectangle 131"/>
            <p:cNvSpPr/>
            <p:nvPr/>
          </p:nvSpPr>
          <p:spPr>
            <a:xfrm>
              <a:off x="7536960" y="2992680"/>
              <a:ext cx="2368800" cy="872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835" name="TextBox 129"/>
            <p:cNvSpPr/>
            <p:nvPr/>
          </p:nvSpPr>
          <p:spPr>
            <a:xfrm>
              <a:off x="7550640" y="3006360"/>
              <a:ext cx="2402280" cy="112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&lt;edit-config&gt;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  YANG-generated XML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</a:rPr>
                <a:t>&lt;/edit-config&gt;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6" name="Freeform 133"/>
            <p:cNvSpPr/>
            <p:nvPr/>
          </p:nvSpPr>
          <p:spPr>
            <a:xfrm flipH="1">
              <a:off x="7477920" y="3058920"/>
              <a:ext cx="2777760" cy="1305360"/>
            </a:xfrm>
            <a:custGeom>
              <a:avLst/>
              <a:gdLst>
                <a:gd name="textAreaLeft" fmla="*/ 360 w 2777760"/>
                <a:gd name="textAreaRight" fmla="*/ 2778480 w 2777760"/>
                <a:gd name="textAreaTop" fmla="*/ 0 h 1305360"/>
                <a:gd name="textAreaBottom" fmla="*/ 1305720 h 1305360"/>
                <a:gd name="GluePoint1X" fmla="*/ 3375 w 2541010"/>
                <a:gd name="GluePoint1Y" fmla="*/ 926911 h 1305846"/>
                <a:gd name="GluePoint2X" fmla="*/ 337258 w 2541010"/>
                <a:gd name="GluePoint2Y" fmla="*/ 0 h 1305846"/>
                <a:gd name="GluePoint3X" fmla="*/ 2541010 w 2541010"/>
                <a:gd name="GluePoint3Y" fmla="*/ 804009 h 1305846"/>
                <a:gd name="GluePoint4X" fmla="*/ 0 w 2541010"/>
                <a:gd name="GluePoint4Y" fmla="*/ 1305846 h 1305846"/>
                <a:gd name="GluePoint5X" fmla="*/ 3375 w 2541010"/>
                <a:gd name="GluePoint5Y" fmla="*/ 926911 h 13058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41010" h="1305846">
                  <a:moveTo>
                    <a:pt x="3375" y="926911"/>
                  </a:moveTo>
                  <a:cubicBezTo>
                    <a:pt x="148970" y="883160"/>
                    <a:pt x="277486" y="114212"/>
                    <a:pt x="337258" y="0"/>
                  </a:cubicBezTo>
                  <a:cubicBezTo>
                    <a:pt x="221372" y="1035639"/>
                    <a:pt x="455275" y="804080"/>
                    <a:pt x="2541010" y="804009"/>
                  </a:cubicBezTo>
                  <a:cubicBezTo>
                    <a:pt x="1749394" y="1005223"/>
                    <a:pt x="601683" y="1060422"/>
                    <a:pt x="0" y="1305846"/>
                  </a:cubicBezTo>
                  <a:lnTo>
                    <a:pt x="3375" y="926911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68000"/>
                  </a:srgbClr>
                </a:gs>
                <a:gs pos="99000">
                  <a:srgbClr val="BFBFBF"/>
                </a:gs>
              </a:gsLst>
              <a:lin ang="10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837" name="Group 201"/>
          <p:cNvGrpSpPr/>
          <p:nvPr/>
        </p:nvGrpSpPr>
        <p:grpSpPr>
          <a:xfrm>
            <a:off x="10127520" y="3879360"/>
            <a:ext cx="587520" cy="741240"/>
            <a:chOff x="10127520" y="3879360"/>
            <a:chExt cx="587520" cy="741240"/>
          </a:xfrm>
        </p:grpSpPr>
        <p:sp>
          <p:nvSpPr>
            <p:cNvPr id="11838" name="Freeform 126"/>
            <p:cNvSpPr/>
            <p:nvPr/>
          </p:nvSpPr>
          <p:spPr>
            <a:xfrm>
              <a:off x="10127520" y="3879360"/>
              <a:ext cx="455040" cy="741240"/>
            </a:xfrm>
            <a:custGeom>
              <a:avLst/>
              <a:gdLst>
                <a:gd name="textAreaLeft" fmla="*/ 0 w 455040"/>
                <a:gd name="textAreaRight" fmla="*/ 455400 w 455040"/>
                <a:gd name="textAreaTop" fmla="*/ 0 h 741240"/>
                <a:gd name="textAreaBottom" fmla="*/ 741600 h 741240"/>
                <a:gd name="GluePoint1X" fmla="*/ 0 w 966787"/>
                <a:gd name="GluePoint1Y" fmla="*/ 0 h 2138362"/>
                <a:gd name="GluePoint2X" fmla="*/ 0 w 966787"/>
                <a:gd name="GluePoint2Y" fmla="*/ 1190625 h 2138362"/>
                <a:gd name="GluePoint3X" fmla="*/ 966787 w 966787"/>
                <a:gd name="GluePoint3Y" fmla="*/ 2138362 h 2138362"/>
                <a:gd name="GluePoint4X" fmla="*/ 962025 w 966787"/>
                <a:gd name="GluePoint4Y" fmla="*/ 742950 h 2138362"/>
                <a:gd name="GluePoint5X" fmla="*/ 0 w 966787"/>
                <a:gd name="GluePoint5Y" fmla="*/ 0 h 21383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839" name="Freeform 127"/>
            <p:cNvSpPr/>
            <p:nvPr/>
          </p:nvSpPr>
          <p:spPr>
            <a:xfrm>
              <a:off x="10127520" y="3883320"/>
              <a:ext cx="585000" cy="266400"/>
            </a:xfrm>
            <a:custGeom>
              <a:avLst/>
              <a:gdLst>
                <a:gd name="textAreaLeft" fmla="*/ 0 w 585000"/>
                <a:gd name="textAreaRight" fmla="*/ 585360 w 585000"/>
                <a:gd name="textAreaTop" fmla="*/ 0 h 266400"/>
                <a:gd name="textAreaBottom" fmla="*/ 266760 h 266400"/>
                <a:gd name="GluePoint1X" fmla="*/ 243561 w 1248448"/>
                <a:gd name="GluePoint1Y" fmla="*/ 573 h 758069"/>
                <a:gd name="GluePoint2X" fmla="*/ 0 w 1248448"/>
                <a:gd name="GluePoint2Y" fmla="*/ 0 h 758069"/>
                <a:gd name="GluePoint3X" fmla="*/ 962698 w 1248448"/>
                <a:gd name="GluePoint3Y" fmla="*/ 753308 h 758069"/>
                <a:gd name="GluePoint4X" fmla="*/ 1248448 w 1248448"/>
                <a:gd name="GluePoint4Y" fmla="*/ 758069 h 758069"/>
                <a:gd name="GluePoint5X" fmla="*/ 243561 w 1248448"/>
                <a:gd name="GluePoint5Y" fmla="*/ 573 h 75806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840" name="Rectangle 128"/>
            <p:cNvSpPr/>
            <p:nvPr/>
          </p:nvSpPr>
          <p:spPr>
            <a:xfrm>
              <a:off x="10576440" y="4146120"/>
              <a:ext cx="138600" cy="4726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841" name="Group 184"/>
          <p:cNvGrpSpPr/>
          <p:nvPr/>
        </p:nvGrpSpPr>
        <p:grpSpPr>
          <a:xfrm>
            <a:off x="9157680" y="1889280"/>
            <a:ext cx="3069360" cy="3181320"/>
            <a:chOff x="9157680" y="1889280"/>
            <a:chExt cx="3069360" cy="3181320"/>
          </a:xfrm>
        </p:grpSpPr>
        <p:sp>
          <p:nvSpPr>
            <p:cNvPr id="11842" name="TextBox 173"/>
            <p:cNvSpPr/>
            <p:nvPr/>
          </p:nvSpPr>
          <p:spPr>
            <a:xfrm>
              <a:off x="10937160" y="3537360"/>
              <a:ext cx="1289880" cy="63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YANG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0000A8"/>
                  </a:solidFill>
                  <a:effectLst/>
                  <a:uFillTx/>
                  <a:latin typeface="Calibri"/>
                </a:rPr>
                <a:t>generated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843" name="Straight Arrow Connector 175"/>
            <p:cNvCxnSpPr>
              <a:endCxn id="11794" idx="3"/>
            </p:cNvCxnSpPr>
            <p:nvPr/>
          </p:nvCxnSpPr>
          <p:spPr>
            <a:xfrm flipH="1" flipV="1">
              <a:off x="10694160" y="1889280"/>
              <a:ext cx="306360" cy="1851480"/>
            </a:xfrm>
            <a:prstGeom prst="straightConnector1">
              <a:avLst/>
            </a:prstGeom>
            <a:ln w="12700">
              <a:solidFill>
                <a:srgbClr val="4472C4"/>
              </a:solidFill>
              <a:tailEnd len="med" type="triangle" w="med"/>
            </a:ln>
          </p:spPr>
        </p:cxnSp>
        <p:cxnSp>
          <p:nvCxnSpPr>
            <p:cNvPr id="11844" name="Straight Arrow Connector 176"/>
            <p:cNvCxnSpPr/>
            <p:nvPr/>
          </p:nvCxnSpPr>
          <p:spPr>
            <a:xfrm flipH="1">
              <a:off x="9157680" y="3743280"/>
              <a:ext cx="1843920" cy="1327680"/>
            </a:xfrm>
            <a:prstGeom prst="straightConnector1">
              <a:avLst/>
            </a:prstGeom>
            <a:ln w="12700">
              <a:solidFill>
                <a:srgbClr val="4472C4"/>
              </a:solidFill>
              <a:tailEnd len="med" type="triangle" w="med"/>
            </a:ln>
          </p:spPr>
        </p:cxnSp>
        <p:cxnSp>
          <p:nvCxnSpPr>
            <p:cNvPr id="11845" name="Straight Arrow Connector 179"/>
            <p:cNvCxnSpPr/>
            <p:nvPr/>
          </p:nvCxnSpPr>
          <p:spPr>
            <a:xfrm flipH="1" flipV="1">
              <a:off x="9754560" y="3416760"/>
              <a:ext cx="1240560" cy="323640"/>
            </a:xfrm>
            <a:prstGeom prst="straightConnector1">
              <a:avLst/>
            </a:prstGeom>
            <a:ln w="12700">
              <a:solidFill>
                <a:srgbClr val="4472C4"/>
              </a:solidFill>
              <a:tailEnd len="med" type="triangle" w="med"/>
            </a:ln>
          </p:spPr>
        </p:cxn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018" dur="indefinite" restart="never" nodeType="tmRoot">
          <p:childTnLst>
            <p:seq>
              <p:cTn id="3019" dur="indefinite" nodeType="mainSeq">
                <p:childTnLst>
                  <p:par>
                    <p:cTn id="3020" fill="hold">
                      <p:stCondLst>
                        <p:cond delay="indefinite"/>
                      </p:stCondLst>
                      <p:childTnLst>
                        <p:par>
                          <p:cTn id="3021" fill="hold">
                            <p:stCondLst>
                              <p:cond delay="0"/>
                            </p:stCondLst>
                            <p:childTnLst>
                              <p:par>
                                <p:cTn id="302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24" dur="500"/>
                                        <p:tgtEl>
                                          <p:spTgt spid="11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27" dur="500"/>
                                        <p:tgtEl>
                                          <p:spTgt spid="11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8" fill="hold">
                      <p:stCondLst>
                        <p:cond delay="indefinite"/>
                      </p:stCondLst>
                      <p:childTnLst>
                        <p:par>
                          <p:cTn id="3029" fill="hold">
                            <p:stCondLst>
                              <p:cond delay="0"/>
                            </p:stCondLst>
                            <p:childTnLst>
                              <p:par>
                                <p:cTn id="303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32" dur="500"/>
                                        <p:tgtEl>
                                          <p:spTgt spid="11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3" fill="hold">
                      <p:stCondLst>
                        <p:cond delay="indefinite"/>
                      </p:stCondLst>
                      <p:childTnLst>
                        <p:par>
                          <p:cTn id="3034" fill="hold">
                            <p:stCondLst>
                              <p:cond delay="0"/>
                            </p:stCondLst>
                            <p:childTnLst>
                              <p:par>
                                <p:cTn id="303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37" dur="500"/>
                                        <p:tgtEl>
                                          <p:spTgt spid="1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8" fill="hold">
                      <p:stCondLst>
                        <p:cond delay="indefinite"/>
                      </p:stCondLst>
                      <p:childTnLst>
                        <p:par>
                          <p:cTn id="3039" fill="hold">
                            <p:stCondLst>
                              <p:cond delay="0"/>
                            </p:stCondLst>
                            <p:childTnLst>
                              <p:par>
                                <p:cTn id="304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42" dur="500"/>
                                        <p:tgtEl>
                                          <p:spTgt spid="11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45" dur="500"/>
                                        <p:tgtEl>
                                          <p:spTgt spid="117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6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layer:  </a:t>
            </a:r>
            <a:r>
              <a:rPr lang="en-US" sz="4400" b="1" u="none" strike="noStrike">
                <a:solidFill>
                  <a:srgbClr val="0000A8"/>
                </a:solidFill>
                <a:effectLst/>
                <a:uFillTx/>
                <a:latin typeface="Calibri Light"/>
              </a:rPr>
              <a:t>Summary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847" name="PlaceHolder 2"/>
          <p:cNvSpPr>
            <a:spLocks noGrp="1"/>
          </p:cNvSpPr>
          <p:nvPr>
            <p:ph type="sldNum" idx="10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3D1B656E-E503-433D-9787-B4BAAAED057A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117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8" name="Rectangle 3"/>
          <p:cNvSpPr/>
          <p:nvPr/>
        </p:nvSpPr>
        <p:spPr>
          <a:xfrm>
            <a:off x="1008360" y="1307160"/>
            <a:ext cx="9385200" cy="45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33984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we’ve learned a lot!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approaches to network control plane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345960" defTabSz="914400">
              <a:lnSpc>
                <a:spcPct val="90000"/>
              </a:lnSpc>
              <a:spcBef>
                <a:spcPts val="499"/>
              </a:spcBef>
              <a:buClr>
                <a:srgbClr val="00009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per-router control (traditional)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345960" defTabSz="914400">
              <a:lnSpc>
                <a:spcPct val="90000"/>
              </a:lnSpc>
              <a:spcBef>
                <a:spcPts val="499"/>
              </a:spcBef>
              <a:buClr>
                <a:srgbClr val="00009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logically centralized control (software defined networking)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traditional routing algorithms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implementation in Internet: OSPF , BGP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SDN controllers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95160" lvl="1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implementation in practice: ODL, ONOS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Internet Control Message Protocol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network management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9" name="TextBox 8"/>
          <p:cNvSpPr/>
          <p:nvPr/>
        </p:nvSpPr>
        <p:spPr>
          <a:xfrm>
            <a:off x="1021680" y="5643360"/>
            <a:ext cx="342396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i="1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next stop:  link layer!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046" dur="indefinite" restart="never" nodeType="tmRoot">
          <p:childTnLst>
            <p:seq>
              <p:cTn id="3047" dur="indefinite" nodeType="mainSeq">
                <p:childTnLst>
                  <p:par>
                    <p:cTn id="3048" fill="hold">
                      <p:stCondLst>
                        <p:cond delay="indefinite"/>
                      </p:stCondLst>
                      <p:childTnLst>
                        <p:par>
                          <p:cTn id="3049" fill="hold">
                            <p:stCondLst>
                              <p:cond delay="0"/>
                            </p:stCondLst>
                            <p:childTnLst>
                              <p:par>
                                <p:cTn id="305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52" dur="500"/>
                                        <p:tgtEl>
                                          <p:spTgt spid="11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55" dur="500"/>
                                        <p:tgtEl>
                                          <p:spTgt spid="11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58" dur="500"/>
                                        <p:tgtEl>
                                          <p:spTgt spid="118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9" fill="hold">
                      <p:stCondLst>
                        <p:cond delay="indefinite"/>
                      </p:stCondLst>
                      <p:childTnLst>
                        <p:par>
                          <p:cTn id="3060" fill="hold">
                            <p:stCondLst>
                              <p:cond delay="0"/>
                            </p:stCondLst>
                            <p:childTnLst>
                              <p:par>
                                <p:cTn id="306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63" dur="500"/>
                                        <p:tgtEl>
                                          <p:spTgt spid="118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4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66" dur="500"/>
                                        <p:tgtEl>
                                          <p:spTgt spid="118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7" fill="hold">
                      <p:stCondLst>
                        <p:cond delay="indefinite"/>
                      </p:stCondLst>
                      <p:childTnLst>
                        <p:par>
                          <p:cTn id="3068" fill="hold">
                            <p:stCondLst>
                              <p:cond delay="0"/>
                            </p:stCondLst>
                            <p:childTnLst>
                              <p:par>
                                <p:cTn id="3069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71" dur="500"/>
                                        <p:tgtEl>
                                          <p:spTgt spid="118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74" dur="500"/>
                                        <p:tgtEl>
                                          <p:spTgt spid="118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5" fill="hold">
                      <p:stCondLst>
                        <p:cond delay="indefinite"/>
                      </p:stCondLst>
                      <p:childTnLst>
                        <p:par>
                          <p:cTn id="3076" fill="hold">
                            <p:stCondLst>
                              <p:cond delay="0"/>
                            </p:stCondLst>
                            <p:childTnLst>
                              <p:par>
                                <p:cTn id="307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79" dur="500"/>
                                        <p:tgtEl>
                                          <p:spTgt spid="118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0" fill="hold">
                      <p:stCondLst>
                        <p:cond delay="indefinite"/>
                      </p:stCondLst>
                      <p:childTnLst>
                        <p:par>
                          <p:cTn id="3081" fill="hold">
                            <p:stCondLst>
                              <p:cond delay="0"/>
                            </p:stCondLst>
                            <p:childTnLst>
                              <p:par>
                                <p:cTn id="308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84" dur="500"/>
                                        <p:tgtEl>
                                          <p:spTgt spid="118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5" fill="hold">
                      <p:stCondLst>
                        <p:cond delay="indefinite"/>
                      </p:stCondLst>
                      <p:childTnLst>
                        <p:par>
                          <p:cTn id="3086" fill="hold">
                            <p:stCondLst>
                              <p:cond delay="0"/>
                            </p:stCondLst>
                            <p:childTnLst>
                              <p:par>
                                <p:cTn id="308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89" dur="500"/>
                                        <p:tgtEl>
                                          <p:spTgt spid="1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0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Network layer, control plane:  </a:t>
            </a:r>
            <a:r>
              <a:rPr lang="en-US" sz="4400" b="1" u="none" strike="noStrike">
                <a:solidFill>
                  <a:srgbClr val="C00000"/>
                </a:solidFill>
                <a:effectLst/>
                <a:uFillTx/>
                <a:latin typeface="Calibri Light"/>
              </a:rPr>
              <a:t>Done!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851" name="Rectangle 4"/>
          <p:cNvSpPr/>
          <p:nvPr/>
        </p:nvSpPr>
        <p:spPr>
          <a:xfrm>
            <a:off x="6761520" y="4144680"/>
            <a:ext cx="5066280" cy="19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09680" indent="-29376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network management, configuration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SNMP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192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NETCONF/YANG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2" name="Rectangle 4"/>
          <p:cNvSpPr/>
          <p:nvPr/>
        </p:nvSpPr>
        <p:spPr>
          <a:xfrm>
            <a:off x="1199520" y="141588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link state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6280" lvl="1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distance vector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3" name="PlaceHolder 2"/>
          <p:cNvSpPr>
            <a:spLocks noGrp="1"/>
          </p:cNvSpPr>
          <p:nvPr>
            <p:ph type="sldNum" idx="10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5D5BCAEA-C3BF-443A-90A8-8EFA9D8BF55C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118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854" name="Picture 2"/>
          <p:cNvPicPr/>
          <p:nvPr/>
        </p:nvPicPr>
        <p:blipFill>
          <a:blip r:embed="rId1"/>
          <a:stretch/>
        </p:blipFill>
        <p:spPr>
          <a:xfrm>
            <a:off x="6931440" y="1649160"/>
            <a:ext cx="3360960" cy="214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5" name="PlaceHolder 1"/>
          <p:cNvSpPr>
            <a:spLocks noGrp="1"/>
          </p:cNvSpPr>
          <p:nvPr>
            <p:ph type="title"/>
          </p:nvPr>
        </p:nvSpPr>
        <p:spPr>
          <a:xfrm>
            <a:off x="838080" y="298152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  <a:ea typeface="ＭＳ Ｐゴシック"/>
              </a:rPr>
              <a:t>Additional Chapter 5 slides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856" name="PlaceHolder 2"/>
          <p:cNvSpPr>
            <a:spLocks noGrp="1"/>
          </p:cNvSpPr>
          <p:nvPr>
            <p:ph type="sldNum" idx="10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2DF4C7BB-8190-405D-BA20-7682700BF0F8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7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893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vector: another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858" name="PlaceHolder 2"/>
          <p:cNvSpPr>
            <a:spLocks noGrp="1"/>
          </p:cNvSpPr>
          <p:nvPr>
            <p:ph type="sldNum" idx="10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0F9D5E5-BC5F-4318-96B5-3EB0197F21BC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9" name="Line 3"/>
          <p:cNvSpPr/>
          <p:nvPr/>
        </p:nvSpPr>
        <p:spPr>
          <a:xfrm>
            <a:off x="2196000" y="1648080"/>
            <a:ext cx="360" cy="1219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0" name="Line 4"/>
          <p:cNvSpPr/>
          <p:nvPr/>
        </p:nvSpPr>
        <p:spPr>
          <a:xfrm>
            <a:off x="1891080" y="1876680"/>
            <a:ext cx="13716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1" name="Text Box 5"/>
          <p:cNvSpPr/>
          <p:nvPr/>
        </p:nvSpPr>
        <p:spPr>
          <a:xfrm>
            <a:off x="2196360" y="1491120"/>
            <a:ext cx="90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   y 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2" name="Text Box 6"/>
          <p:cNvSpPr/>
          <p:nvPr/>
        </p:nvSpPr>
        <p:spPr>
          <a:xfrm>
            <a:off x="1891440" y="187200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3" name="Text Box 7"/>
          <p:cNvSpPr/>
          <p:nvPr/>
        </p:nvSpPr>
        <p:spPr>
          <a:xfrm>
            <a:off x="1891440" y="217692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4" name="Text Box 8"/>
          <p:cNvSpPr/>
          <p:nvPr/>
        </p:nvSpPr>
        <p:spPr>
          <a:xfrm>
            <a:off x="1891440" y="248148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5" name="Text Box 9"/>
          <p:cNvSpPr/>
          <p:nvPr/>
        </p:nvSpPr>
        <p:spPr>
          <a:xfrm>
            <a:off x="2196360" y="1872000"/>
            <a:ext cx="879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0  2   7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6" name="Text Box 10"/>
          <p:cNvSpPr/>
          <p:nvPr/>
        </p:nvSpPr>
        <p:spPr>
          <a:xfrm>
            <a:off x="2196360" y="22528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7" name="Text Box 11"/>
          <p:cNvSpPr/>
          <p:nvPr/>
        </p:nvSpPr>
        <p:spPr>
          <a:xfrm>
            <a:off x="2424960" y="22528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8" name="Text Box 12"/>
          <p:cNvSpPr/>
          <p:nvPr/>
        </p:nvSpPr>
        <p:spPr>
          <a:xfrm>
            <a:off x="2805840" y="22528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9" name="Text Box 13"/>
          <p:cNvSpPr/>
          <p:nvPr/>
        </p:nvSpPr>
        <p:spPr>
          <a:xfrm>
            <a:off x="2196360" y="255780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0" name="Text Box 14"/>
          <p:cNvSpPr/>
          <p:nvPr/>
        </p:nvSpPr>
        <p:spPr>
          <a:xfrm>
            <a:off x="2424960" y="255780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1" name="Text Box 15"/>
          <p:cNvSpPr/>
          <p:nvPr/>
        </p:nvSpPr>
        <p:spPr>
          <a:xfrm>
            <a:off x="2805840" y="255780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2" name="Text Box 16"/>
          <p:cNvSpPr/>
          <p:nvPr/>
        </p:nvSpPr>
        <p:spPr>
          <a:xfrm rot="16200000">
            <a:off x="3627000" y="2228040"/>
            <a:ext cx="537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from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3" name="Text Box 17"/>
          <p:cNvSpPr/>
          <p:nvPr/>
        </p:nvSpPr>
        <p:spPr>
          <a:xfrm>
            <a:off x="2329560" y="1359360"/>
            <a:ext cx="705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cost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4" name="Text Box 18"/>
          <p:cNvSpPr/>
          <p:nvPr/>
        </p:nvSpPr>
        <p:spPr>
          <a:xfrm rot="16200000">
            <a:off x="1495080" y="4012200"/>
            <a:ext cx="537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from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5" name="Text Box 19"/>
          <p:cNvSpPr/>
          <p:nvPr/>
        </p:nvSpPr>
        <p:spPr>
          <a:xfrm rot="16200000">
            <a:off x="1495080" y="5820480"/>
            <a:ext cx="537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from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6" name="Line 20"/>
          <p:cNvSpPr/>
          <p:nvPr/>
        </p:nvSpPr>
        <p:spPr>
          <a:xfrm>
            <a:off x="4253400" y="1648080"/>
            <a:ext cx="360" cy="1219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7" name="Line 21"/>
          <p:cNvSpPr/>
          <p:nvPr/>
        </p:nvSpPr>
        <p:spPr>
          <a:xfrm>
            <a:off x="3948480" y="1876680"/>
            <a:ext cx="13716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8" name="Text Box 22"/>
          <p:cNvSpPr/>
          <p:nvPr/>
        </p:nvSpPr>
        <p:spPr>
          <a:xfrm>
            <a:off x="4253760" y="1491120"/>
            <a:ext cx="90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   y 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9" name="Text Box 23"/>
          <p:cNvSpPr/>
          <p:nvPr/>
        </p:nvSpPr>
        <p:spPr>
          <a:xfrm>
            <a:off x="3948840" y="187200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0" name="Text Box 24"/>
          <p:cNvSpPr/>
          <p:nvPr/>
        </p:nvSpPr>
        <p:spPr>
          <a:xfrm>
            <a:off x="3948840" y="217692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1" name="Text Box 25"/>
          <p:cNvSpPr/>
          <p:nvPr/>
        </p:nvSpPr>
        <p:spPr>
          <a:xfrm>
            <a:off x="3948840" y="248148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2" name="Text Box 26"/>
          <p:cNvSpPr/>
          <p:nvPr/>
        </p:nvSpPr>
        <p:spPr>
          <a:xfrm>
            <a:off x="4274280" y="1872000"/>
            <a:ext cx="30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3" name="Line 29"/>
          <p:cNvSpPr/>
          <p:nvPr/>
        </p:nvSpPr>
        <p:spPr>
          <a:xfrm>
            <a:off x="2196000" y="3400560"/>
            <a:ext cx="360" cy="1219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4" name="Line 30"/>
          <p:cNvSpPr/>
          <p:nvPr/>
        </p:nvSpPr>
        <p:spPr>
          <a:xfrm>
            <a:off x="1891080" y="3629160"/>
            <a:ext cx="13716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5" name="Text Box 31"/>
          <p:cNvSpPr/>
          <p:nvPr/>
        </p:nvSpPr>
        <p:spPr>
          <a:xfrm>
            <a:off x="2196360" y="3243600"/>
            <a:ext cx="90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   y 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6" name="Text Box 32"/>
          <p:cNvSpPr/>
          <p:nvPr/>
        </p:nvSpPr>
        <p:spPr>
          <a:xfrm>
            <a:off x="1891440" y="362448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7" name="Text Box 33"/>
          <p:cNvSpPr/>
          <p:nvPr/>
        </p:nvSpPr>
        <p:spPr>
          <a:xfrm>
            <a:off x="1891440" y="392940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8" name="Text Box 34"/>
          <p:cNvSpPr/>
          <p:nvPr/>
        </p:nvSpPr>
        <p:spPr>
          <a:xfrm>
            <a:off x="1891440" y="423432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9" name="Text Box 35"/>
          <p:cNvSpPr/>
          <p:nvPr/>
        </p:nvSpPr>
        <p:spPr>
          <a:xfrm>
            <a:off x="2500920" y="36244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0" name="Text Box 36"/>
          <p:cNvSpPr/>
          <p:nvPr/>
        </p:nvSpPr>
        <p:spPr>
          <a:xfrm>
            <a:off x="2805840" y="36244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1" name="Text Box 37"/>
          <p:cNvSpPr/>
          <p:nvPr/>
        </p:nvSpPr>
        <p:spPr>
          <a:xfrm>
            <a:off x="2196360" y="43102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2" name="Text Box 38"/>
          <p:cNvSpPr/>
          <p:nvPr/>
        </p:nvSpPr>
        <p:spPr>
          <a:xfrm>
            <a:off x="2424960" y="43102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3" name="Text Box 39"/>
          <p:cNvSpPr/>
          <p:nvPr/>
        </p:nvSpPr>
        <p:spPr>
          <a:xfrm>
            <a:off x="2805840" y="43102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4" name="Text Box 40"/>
          <p:cNvSpPr/>
          <p:nvPr/>
        </p:nvSpPr>
        <p:spPr>
          <a:xfrm>
            <a:off x="2318400" y="3134160"/>
            <a:ext cx="705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cost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5" name="Line 41"/>
          <p:cNvSpPr/>
          <p:nvPr/>
        </p:nvSpPr>
        <p:spPr>
          <a:xfrm>
            <a:off x="2196000" y="5229360"/>
            <a:ext cx="360" cy="1219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6" name="Line 42"/>
          <p:cNvSpPr/>
          <p:nvPr/>
        </p:nvSpPr>
        <p:spPr>
          <a:xfrm>
            <a:off x="1891080" y="5457960"/>
            <a:ext cx="13716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7" name="Text Box 43"/>
          <p:cNvSpPr/>
          <p:nvPr/>
        </p:nvSpPr>
        <p:spPr>
          <a:xfrm>
            <a:off x="2196360" y="5072400"/>
            <a:ext cx="90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   y 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8" name="Text Box 44"/>
          <p:cNvSpPr/>
          <p:nvPr/>
        </p:nvSpPr>
        <p:spPr>
          <a:xfrm>
            <a:off x="1891440" y="545328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9" name="Text Box 45"/>
          <p:cNvSpPr/>
          <p:nvPr/>
        </p:nvSpPr>
        <p:spPr>
          <a:xfrm>
            <a:off x="1891440" y="575820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0" name="Text Box 46"/>
          <p:cNvSpPr/>
          <p:nvPr/>
        </p:nvSpPr>
        <p:spPr>
          <a:xfrm>
            <a:off x="1891440" y="606312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1" name="Text Box 47"/>
          <p:cNvSpPr/>
          <p:nvPr/>
        </p:nvSpPr>
        <p:spPr>
          <a:xfrm>
            <a:off x="2196360" y="5839200"/>
            <a:ext cx="990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2" name="Text Box 48"/>
          <p:cNvSpPr/>
          <p:nvPr/>
        </p:nvSpPr>
        <p:spPr>
          <a:xfrm>
            <a:off x="2424960" y="583452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3" name="Text Box 49"/>
          <p:cNvSpPr/>
          <p:nvPr/>
        </p:nvSpPr>
        <p:spPr>
          <a:xfrm>
            <a:off x="2805840" y="583452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4" name="Text Box 50"/>
          <p:cNvSpPr/>
          <p:nvPr/>
        </p:nvSpPr>
        <p:spPr>
          <a:xfrm>
            <a:off x="2196360" y="6139080"/>
            <a:ext cx="30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5" name="Text Box 51"/>
          <p:cNvSpPr/>
          <p:nvPr/>
        </p:nvSpPr>
        <p:spPr>
          <a:xfrm>
            <a:off x="2424960" y="6139080"/>
            <a:ext cx="30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6" name="Text Box 52"/>
          <p:cNvSpPr/>
          <p:nvPr/>
        </p:nvSpPr>
        <p:spPr>
          <a:xfrm>
            <a:off x="2805840" y="6139080"/>
            <a:ext cx="30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7" name="Text Box 53"/>
          <p:cNvSpPr/>
          <p:nvPr/>
        </p:nvSpPr>
        <p:spPr>
          <a:xfrm>
            <a:off x="2340720" y="4940640"/>
            <a:ext cx="705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cost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8" name="Text Box 54"/>
          <p:cNvSpPr/>
          <p:nvPr/>
        </p:nvSpPr>
        <p:spPr>
          <a:xfrm>
            <a:off x="2196360" y="3700800"/>
            <a:ext cx="943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2   0   1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9" name="Text Box 55"/>
          <p:cNvSpPr/>
          <p:nvPr/>
        </p:nvSpPr>
        <p:spPr>
          <a:xfrm>
            <a:off x="2196360" y="5458320"/>
            <a:ext cx="990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 ∞  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0" name="Text Box 56"/>
          <p:cNvSpPr/>
          <p:nvPr/>
        </p:nvSpPr>
        <p:spPr>
          <a:xfrm>
            <a:off x="4237920" y="2207160"/>
            <a:ext cx="943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2   0   1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1" name="Text Box 57"/>
          <p:cNvSpPr/>
          <p:nvPr/>
        </p:nvSpPr>
        <p:spPr>
          <a:xfrm>
            <a:off x="4237920" y="2522880"/>
            <a:ext cx="943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7   1   0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2" name="Line 58"/>
          <p:cNvSpPr/>
          <p:nvPr/>
        </p:nvSpPr>
        <p:spPr>
          <a:xfrm>
            <a:off x="3186720" y="2181600"/>
            <a:ext cx="685800" cy="152388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3" name="Line 59"/>
          <p:cNvSpPr/>
          <p:nvPr/>
        </p:nvSpPr>
        <p:spPr>
          <a:xfrm>
            <a:off x="3110400" y="2257560"/>
            <a:ext cx="685800" cy="312444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4" name="Line 60"/>
          <p:cNvSpPr/>
          <p:nvPr/>
        </p:nvSpPr>
        <p:spPr>
          <a:xfrm flipV="1">
            <a:off x="3110400" y="2714760"/>
            <a:ext cx="762120" cy="129564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5" name="Line 61"/>
          <p:cNvSpPr/>
          <p:nvPr/>
        </p:nvSpPr>
        <p:spPr>
          <a:xfrm>
            <a:off x="3110400" y="4314960"/>
            <a:ext cx="609480" cy="114300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6" name="Line 62"/>
          <p:cNvSpPr/>
          <p:nvPr/>
        </p:nvSpPr>
        <p:spPr>
          <a:xfrm flipV="1">
            <a:off x="3110400" y="2791080"/>
            <a:ext cx="838080" cy="342900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7" name="Line 63"/>
          <p:cNvSpPr/>
          <p:nvPr/>
        </p:nvSpPr>
        <p:spPr>
          <a:xfrm flipV="1">
            <a:off x="3186720" y="4543560"/>
            <a:ext cx="761760" cy="175284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8" name="Line 64"/>
          <p:cNvSpPr/>
          <p:nvPr/>
        </p:nvSpPr>
        <p:spPr>
          <a:xfrm>
            <a:off x="1586520" y="6545520"/>
            <a:ext cx="6417360" cy="360"/>
          </a:xfrm>
          <a:prstGeom prst="line">
            <a:avLst/>
          </a:prstGeom>
          <a:ln w="15875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9" name="Text Box 65"/>
          <p:cNvSpPr/>
          <p:nvPr/>
        </p:nvSpPr>
        <p:spPr>
          <a:xfrm>
            <a:off x="7960320" y="6337800"/>
            <a:ext cx="628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20" name="Group 66"/>
          <p:cNvGrpSpPr/>
          <p:nvPr/>
        </p:nvGrpSpPr>
        <p:grpSpPr>
          <a:xfrm>
            <a:off x="9037440" y="2949120"/>
            <a:ext cx="2184120" cy="1212480"/>
            <a:chOff x="9037440" y="2949120"/>
            <a:chExt cx="2184120" cy="1212480"/>
          </a:xfrm>
        </p:grpSpPr>
        <p:sp>
          <p:nvSpPr>
            <p:cNvPr id="11921" name="Freeform 67"/>
            <p:cNvSpPr/>
            <p:nvPr/>
          </p:nvSpPr>
          <p:spPr>
            <a:xfrm>
              <a:off x="9037440" y="2949120"/>
              <a:ext cx="2184120" cy="1212480"/>
            </a:xfrm>
            <a:custGeom>
              <a:avLst/>
              <a:gdLst>
                <a:gd name="textAreaLeft" fmla="*/ 0 w 2184120"/>
                <a:gd name="textAreaRight" fmla="*/ 2184480 w 2184120"/>
                <a:gd name="textAreaTop" fmla="*/ 0 h 1212480"/>
                <a:gd name="textAreaBottom" fmla="*/ 1212840 h 1212480"/>
                <a:gd name="GluePoint1X" fmla="*/ 113 w 1376"/>
                <a:gd name="GluePoint1Y" fmla="*/ 348 h 764"/>
                <a:gd name="GluePoint2X" fmla="*/ 395 w 1376"/>
                <a:gd name="GluePoint2Y" fmla="*/ 162 h 764"/>
                <a:gd name="GluePoint3X" fmla="*/ 710 w 1376"/>
                <a:gd name="GluePoint3Y" fmla="*/ 9 h 764"/>
                <a:gd name="GluePoint4X" fmla="*/ 1160 w 1376"/>
                <a:gd name="GluePoint4Y" fmla="*/ 219 h 764"/>
                <a:gd name="GluePoint5X" fmla="*/ 1367 w 1376"/>
                <a:gd name="GluePoint5Y" fmla="*/ 510 h 764"/>
                <a:gd name="GluePoint6X" fmla="*/ 1103 w 1376"/>
                <a:gd name="GluePoint6Y" fmla="*/ 726 h 764"/>
                <a:gd name="GluePoint7X" fmla="*/ 578 w 1376"/>
                <a:gd name="GluePoint7Y" fmla="*/ 738 h 764"/>
                <a:gd name="GluePoint8X" fmla="*/ 77 w 1376"/>
                <a:gd name="GluePoint8Y" fmla="*/ 630 h 764"/>
                <a:gd name="GluePoint9X" fmla="*/ 113 w 1376"/>
                <a:gd name="GluePoint9Y" fmla="*/ 348 h 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22" name="Group 68"/>
            <p:cNvGrpSpPr/>
            <p:nvPr/>
          </p:nvGrpSpPr>
          <p:grpSpPr>
            <a:xfrm>
              <a:off x="9190080" y="3060000"/>
              <a:ext cx="1843200" cy="1071360"/>
              <a:chOff x="9190080" y="3060000"/>
              <a:chExt cx="1843200" cy="1071360"/>
            </a:xfrm>
          </p:grpSpPr>
          <p:sp>
            <p:nvSpPr>
              <p:cNvPr id="11923" name="Freeform 69"/>
              <p:cNvSpPr/>
              <p:nvPr/>
            </p:nvSpPr>
            <p:spPr>
              <a:xfrm>
                <a:off x="9607320" y="3368160"/>
                <a:ext cx="352080" cy="285480"/>
              </a:xfrm>
              <a:custGeom>
                <a:avLst/>
                <a:gdLst>
                  <a:gd name="textAreaLeft" fmla="*/ 0 w 352080"/>
                  <a:gd name="textAreaRight" fmla="*/ 352440 w 352080"/>
                  <a:gd name="textAreaTop" fmla="*/ 0 h 285480"/>
                  <a:gd name="textAreaBottom" fmla="*/ 285840 h 285480"/>
                  <a:gd name="GluePoint1X" fmla="*/ 0 w 222"/>
                  <a:gd name="GluePoint1Y" fmla="*/ 180 h 180"/>
                  <a:gd name="GluePoint2X" fmla="*/ 222 w 222"/>
                  <a:gd name="GluePoint2Y" fmla="*/ 0 h 1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4" name="Oval 70"/>
              <p:cNvSpPr/>
              <p:nvPr/>
            </p:nvSpPr>
            <p:spPr>
              <a:xfrm>
                <a:off x="9194760" y="374292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5" name="Line 71"/>
              <p:cNvSpPr/>
              <p:nvPr/>
            </p:nvSpPr>
            <p:spPr>
              <a:xfrm>
                <a:off x="9194400" y="3731400"/>
                <a:ext cx="180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6" name="Line 72"/>
              <p:cNvSpPr/>
              <p:nvPr/>
            </p:nvSpPr>
            <p:spPr>
              <a:xfrm>
                <a:off x="9691560" y="3731400"/>
                <a:ext cx="144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7" name="Rectangle 73"/>
              <p:cNvSpPr/>
              <p:nvPr/>
            </p:nvSpPr>
            <p:spPr>
              <a:xfrm>
                <a:off x="9194760" y="373176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8" name="Oval 74"/>
              <p:cNvSpPr/>
              <p:nvPr/>
            </p:nvSpPr>
            <p:spPr>
              <a:xfrm>
                <a:off x="9190080" y="363816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9" name="Freeform 75"/>
              <p:cNvSpPr/>
              <p:nvPr/>
            </p:nvSpPr>
            <p:spPr>
              <a:xfrm>
                <a:off x="10250280" y="3368160"/>
                <a:ext cx="342720" cy="299520"/>
              </a:xfrm>
              <a:custGeom>
                <a:avLst/>
                <a:gdLst>
                  <a:gd name="textAreaLeft" fmla="*/ 0 w 342720"/>
                  <a:gd name="textAreaRight" fmla="*/ 343080 w 342720"/>
                  <a:gd name="textAreaTop" fmla="*/ 0 h 299520"/>
                  <a:gd name="textAreaBottom" fmla="*/ 299880 h 299520"/>
                  <a:gd name="GluePoint1X" fmla="*/ 0 w 216"/>
                  <a:gd name="GluePoint1Y" fmla="*/ 0 h 189"/>
                  <a:gd name="GluePoint2X" fmla="*/ 216 w 216"/>
                  <a:gd name="GluePoint2Y" fmla="*/ 189 h 18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0" name="Freeform 76"/>
              <p:cNvSpPr/>
              <p:nvPr/>
            </p:nvSpPr>
            <p:spPr>
              <a:xfrm>
                <a:off x="9698040" y="3787200"/>
                <a:ext cx="856800" cy="4320"/>
              </a:xfrm>
              <a:custGeom>
                <a:avLst/>
                <a:gdLst>
                  <a:gd name="textAreaLeft" fmla="*/ 0 w 856800"/>
                  <a:gd name="textAreaRight" fmla="*/ 857160 w 856800"/>
                  <a:gd name="textAreaTop" fmla="*/ 0 h 4320"/>
                  <a:gd name="textAreaBottom" fmla="*/ 4680 h 4320"/>
                  <a:gd name="GluePoint1X" fmla="*/ 540 w 540"/>
                  <a:gd name="GluePoint1Y" fmla="*/ 3 h 3"/>
                  <a:gd name="GluePoint2X" fmla="*/ 0 w 540"/>
                  <a:gd name="GluePoint2Y" fmla="*/ 0 h 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40320" rIns="90000" bIns="-403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931" name="Group 77"/>
              <p:cNvGrpSpPr/>
              <p:nvPr/>
            </p:nvGrpSpPr>
            <p:grpSpPr>
              <a:xfrm>
                <a:off x="9280080" y="3555360"/>
                <a:ext cx="308160" cy="395280"/>
                <a:chOff x="9280080" y="3555360"/>
                <a:chExt cx="308160" cy="395280"/>
              </a:xfrm>
            </p:grpSpPr>
            <p:sp>
              <p:nvSpPr>
                <p:cNvPr id="11932" name="Rectangle 78"/>
                <p:cNvSpPr/>
                <p:nvPr/>
              </p:nvSpPr>
              <p:spPr>
                <a:xfrm>
                  <a:off x="9315360" y="3658680"/>
                  <a:ext cx="22716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33" name="Text Box 79"/>
                <p:cNvSpPr/>
                <p:nvPr/>
              </p:nvSpPr>
              <p:spPr>
                <a:xfrm>
                  <a:off x="9280080" y="3555360"/>
                  <a:ext cx="30816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x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934" name="Group 80"/>
              <p:cNvGrpSpPr/>
              <p:nvPr/>
            </p:nvGrpSpPr>
            <p:grpSpPr>
              <a:xfrm>
                <a:off x="10531440" y="3526920"/>
                <a:ext cx="501840" cy="456120"/>
                <a:chOff x="10531440" y="3526920"/>
                <a:chExt cx="501840" cy="456120"/>
              </a:xfrm>
            </p:grpSpPr>
            <p:sp>
              <p:nvSpPr>
                <p:cNvPr id="11935" name="Oval 81"/>
                <p:cNvSpPr/>
                <p:nvPr/>
              </p:nvSpPr>
              <p:spPr>
                <a:xfrm>
                  <a:off x="10536120" y="3762000"/>
                  <a:ext cx="496440" cy="12816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36" name="Line 82"/>
                <p:cNvSpPr/>
                <p:nvPr/>
              </p:nvSpPr>
              <p:spPr>
                <a:xfrm>
                  <a:off x="10536120" y="375048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37" name="Line 83"/>
                <p:cNvSpPr/>
                <p:nvPr/>
              </p:nvSpPr>
              <p:spPr>
                <a:xfrm>
                  <a:off x="11032920" y="375048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38" name="Rectangle 84"/>
                <p:cNvSpPr/>
                <p:nvPr/>
              </p:nvSpPr>
              <p:spPr>
                <a:xfrm>
                  <a:off x="10536120" y="3750840"/>
                  <a:ext cx="491760" cy="7740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32760" rIns="90000" bIns="3276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39" name="Oval 85"/>
                <p:cNvSpPr/>
                <p:nvPr/>
              </p:nvSpPr>
              <p:spPr>
                <a:xfrm>
                  <a:off x="10531440" y="3657240"/>
                  <a:ext cx="496440" cy="15048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940" name="Group 86"/>
                <p:cNvGrpSpPr/>
                <p:nvPr/>
              </p:nvGrpSpPr>
              <p:grpSpPr>
                <a:xfrm>
                  <a:off x="10620000" y="3526920"/>
                  <a:ext cx="333360" cy="456120"/>
                  <a:chOff x="10620000" y="3526920"/>
                  <a:chExt cx="333360" cy="456120"/>
                </a:xfrm>
              </p:grpSpPr>
              <p:sp>
                <p:nvSpPr>
                  <p:cNvPr id="11941" name="Rectangle 87"/>
                  <p:cNvSpPr/>
                  <p:nvPr/>
                </p:nvSpPr>
                <p:spPr>
                  <a:xfrm>
                    <a:off x="10667880" y="3677760"/>
                    <a:ext cx="227160" cy="2091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942" name="Text Box 88"/>
                  <p:cNvSpPr/>
                  <p:nvPr/>
                </p:nvSpPr>
                <p:spPr>
                  <a:xfrm>
                    <a:off x="10620000" y="3526920"/>
                    <a:ext cx="333360" cy="456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z</a:t>
                    </a:r>
                    <a:endPara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11943" name="Text Box 89"/>
              <p:cNvSpPr/>
              <p:nvPr/>
            </p:nvSpPr>
            <p:spPr>
              <a:xfrm>
                <a:off x="10367280" y="3242880"/>
                <a:ext cx="308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1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4" name="Text Box 90"/>
              <p:cNvSpPr/>
              <p:nvPr/>
            </p:nvSpPr>
            <p:spPr>
              <a:xfrm>
                <a:off x="9529200" y="3237840"/>
                <a:ext cx="308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2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5" name="Text Box 91"/>
              <p:cNvSpPr/>
              <p:nvPr/>
            </p:nvSpPr>
            <p:spPr>
              <a:xfrm>
                <a:off x="9981720" y="3766680"/>
                <a:ext cx="308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7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946" name="Group 92"/>
              <p:cNvGrpSpPr/>
              <p:nvPr/>
            </p:nvGrpSpPr>
            <p:grpSpPr>
              <a:xfrm>
                <a:off x="9864720" y="3060000"/>
                <a:ext cx="501840" cy="395280"/>
                <a:chOff x="9864720" y="3060000"/>
                <a:chExt cx="501840" cy="395280"/>
              </a:xfrm>
            </p:grpSpPr>
            <p:sp>
              <p:nvSpPr>
                <p:cNvPr id="11947" name="Oval 93"/>
                <p:cNvSpPr/>
                <p:nvPr/>
              </p:nvSpPr>
              <p:spPr>
                <a:xfrm>
                  <a:off x="9869400" y="3247560"/>
                  <a:ext cx="496440" cy="12816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48" name="Line 94"/>
                <p:cNvSpPr/>
                <p:nvPr/>
              </p:nvSpPr>
              <p:spPr>
                <a:xfrm>
                  <a:off x="9869400" y="323604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49" name="Line 95"/>
                <p:cNvSpPr/>
                <p:nvPr/>
              </p:nvSpPr>
              <p:spPr>
                <a:xfrm>
                  <a:off x="10366200" y="323604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50" name="Rectangle 96"/>
                <p:cNvSpPr/>
                <p:nvPr/>
              </p:nvSpPr>
              <p:spPr>
                <a:xfrm>
                  <a:off x="9869400" y="3236400"/>
                  <a:ext cx="491760" cy="7740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32760" rIns="90000" bIns="3276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51" name="Oval 97"/>
                <p:cNvSpPr/>
                <p:nvPr/>
              </p:nvSpPr>
              <p:spPr>
                <a:xfrm>
                  <a:off x="9864720" y="3142800"/>
                  <a:ext cx="496440" cy="15048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1952" name="Group 98"/>
                <p:cNvGrpSpPr/>
                <p:nvPr/>
              </p:nvGrpSpPr>
              <p:grpSpPr>
                <a:xfrm>
                  <a:off x="9965880" y="3060000"/>
                  <a:ext cx="308160" cy="395280"/>
                  <a:chOff x="9965880" y="3060000"/>
                  <a:chExt cx="308160" cy="395280"/>
                </a:xfrm>
              </p:grpSpPr>
              <p:sp>
                <p:nvSpPr>
                  <p:cNvPr id="11953" name="Rectangle 99"/>
                  <p:cNvSpPr/>
                  <p:nvPr/>
                </p:nvSpPr>
                <p:spPr>
                  <a:xfrm>
                    <a:off x="10002240" y="3163320"/>
                    <a:ext cx="222840" cy="2091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1954" name="Text Box 100"/>
                  <p:cNvSpPr/>
                  <p:nvPr/>
                </p:nvSpPr>
                <p:spPr>
                  <a:xfrm>
                    <a:off x="9965880" y="3060000"/>
                    <a:ext cx="30816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y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</p:grpSp>
      </p:grpSp>
      <p:sp>
        <p:nvSpPr>
          <p:cNvPr id="11955" name="Text Box 101"/>
          <p:cNvSpPr/>
          <p:nvPr/>
        </p:nvSpPr>
        <p:spPr>
          <a:xfrm>
            <a:off x="1493640" y="1455480"/>
            <a:ext cx="692280" cy="4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D</a:t>
            </a:r>
            <a:r>
              <a:rPr lang="en-US" sz="2400" b="0" u="none" strike="noStrike" baseline="-25000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()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6" name="Oval 104"/>
          <p:cNvSpPr/>
          <p:nvPr/>
        </p:nvSpPr>
        <p:spPr>
          <a:xfrm>
            <a:off x="2196360" y="1876680"/>
            <a:ext cx="1066320" cy="38052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7" name="Oval 105"/>
          <p:cNvSpPr/>
          <p:nvPr/>
        </p:nvSpPr>
        <p:spPr>
          <a:xfrm>
            <a:off x="2196360" y="3934080"/>
            <a:ext cx="1066320" cy="38052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8" name="Oval 106"/>
          <p:cNvSpPr/>
          <p:nvPr/>
        </p:nvSpPr>
        <p:spPr>
          <a:xfrm>
            <a:off x="2196360" y="6144120"/>
            <a:ext cx="1066320" cy="38052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9" name="Oval 107"/>
          <p:cNvSpPr/>
          <p:nvPr/>
        </p:nvSpPr>
        <p:spPr>
          <a:xfrm>
            <a:off x="4274280" y="1876680"/>
            <a:ext cx="1066320" cy="38052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0" name="Rectangle 108"/>
          <p:cNvSpPr/>
          <p:nvPr/>
        </p:nvSpPr>
        <p:spPr>
          <a:xfrm>
            <a:off x="4987080" y="3401640"/>
            <a:ext cx="364572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pPr algn="just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</a:t>
            </a:r>
            <a:r>
              <a:rPr lang="fr-FR" sz="18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(y) = min{c</a:t>
            </a:r>
            <a:r>
              <a:rPr lang="fr-FR" sz="18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x,y 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+ D</a:t>
            </a:r>
            <a:r>
              <a:rPr lang="fr-FR" sz="18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(y), c</a:t>
            </a:r>
            <a:r>
              <a:rPr lang="fr-FR" sz="18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x,z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+ D</a:t>
            </a:r>
            <a:r>
              <a:rPr lang="fr-FR" sz="18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(y)} </a:t>
            </a:r>
            <a:br>
              <a:rPr sz="1800"/>
            </a:b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            = min{2+0 , 7+1} =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1" name="Line 109"/>
          <p:cNvSpPr/>
          <p:nvPr/>
        </p:nvSpPr>
        <p:spPr>
          <a:xfrm flipH="1" flipV="1">
            <a:off x="4737600" y="2139480"/>
            <a:ext cx="310320" cy="1305000"/>
          </a:xfrm>
          <a:prstGeom prst="line">
            <a:avLst/>
          </a:prstGeom>
          <a:ln w="12700">
            <a:solidFill>
              <a:srgbClr val="0000A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2" name="Rectangle 110"/>
          <p:cNvSpPr/>
          <p:nvPr/>
        </p:nvSpPr>
        <p:spPr>
          <a:xfrm>
            <a:off x="5921640" y="2227680"/>
            <a:ext cx="366048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20000"/>
              </a:lnSpc>
            </a:pPr>
            <a:r>
              <a:rPr lang="fr-FR" sz="1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</a:t>
            </a:r>
            <a:r>
              <a:rPr lang="fr-FR" sz="18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r>
              <a:rPr lang="fr-FR" sz="1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(z) = 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min{</a:t>
            </a:r>
            <a:r>
              <a:rPr lang="fr-FR" sz="1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</a:t>
            </a:r>
            <a:r>
              <a:rPr lang="fr-FR" sz="18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x,y</a:t>
            </a:r>
            <a:r>
              <a:rPr lang="fr-FR" sz="1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+ D</a:t>
            </a:r>
            <a:r>
              <a:rPr lang="fr-FR" sz="18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r>
              <a:rPr lang="fr-FR" sz="1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(z), c</a:t>
            </a:r>
            <a:r>
              <a:rPr lang="fr-FR" sz="18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x,z</a:t>
            </a:r>
            <a:r>
              <a:rPr lang="fr-FR" sz="1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+ D</a:t>
            </a:r>
            <a:r>
              <a:rPr lang="fr-FR" sz="18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r>
              <a:rPr lang="fr-FR" sz="1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(z)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}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= min{2+1 , 7+0} =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3" name="Line 111"/>
          <p:cNvSpPr/>
          <p:nvPr/>
        </p:nvSpPr>
        <p:spPr>
          <a:xfrm flipH="1" flipV="1">
            <a:off x="5106600" y="2116440"/>
            <a:ext cx="805680" cy="338400"/>
          </a:xfrm>
          <a:prstGeom prst="line">
            <a:avLst/>
          </a:prstGeom>
          <a:ln w="9525">
            <a:solidFill>
              <a:srgbClr val="0000A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4" name="Text Box 112"/>
          <p:cNvSpPr/>
          <p:nvPr/>
        </p:nvSpPr>
        <p:spPr>
          <a:xfrm>
            <a:off x="4899600" y="1875240"/>
            <a:ext cx="30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5" name="Text Box 113"/>
          <p:cNvSpPr/>
          <p:nvPr/>
        </p:nvSpPr>
        <p:spPr>
          <a:xfrm>
            <a:off x="4556880" y="1879920"/>
            <a:ext cx="342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6" name="Text Box 114"/>
          <p:cNvSpPr/>
          <p:nvPr/>
        </p:nvSpPr>
        <p:spPr>
          <a:xfrm>
            <a:off x="1522440" y="3214440"/>
            <a:ext cx="692280" cy="4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D</a:t>
            </a:r>
            <a:r>
              <a:rPr lang="en-US" sz="2400" b="0" u="none" strike="noStrike" baseline="-25000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()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7" name="Text Box 115"/>
          <p:cNvSpPr/>
          <p:nvPr/>
        </p:nvSpPr>
        <p:spPr>
          <a:xfrm>
            <a:off x="1503720" y="5037120"/>
            <a:ext cx="692280" cy="4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D</a:t>
            </a:r>
            <a:r>
              <a:rPr lang="en-US" sz="2400" b="0" u="none" strike="noStrike" baseline="-25000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()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8" name="Text Box 117"/>
          <p:cNvSpPr/>
          <p:nvPr/>
        </p:nvSpPr>
        <p:spPr>
          <a:xfrm>
            <a:off x="4390200" y="1343520"/>
            <a:ext cx="705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cost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9" name="Text Box 118"/>
          <p:cNvSpPr/>
          <p:nvPr/>
        </p:nvSpPr>
        <p:spPr>
          <a:xfrm rot="16200000">
            <a:off x="1537920" y="2269080"/>
            <a:ext cx="537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from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70" name="Group 3"/>
          <p:cNvGrpSpPr/>
          <p:nvPr/>
        </p:nvGrpSpPr>
        <p:grpSpPr>
          <a:xfrm>
            <a:off x="2743200" y="1891440"/>
            <a:ext cx="2490840" cy="351720"/>
            <a:chOff x="2743200" y="1891440"/>
            <a:chExt cx="2490840" cy="351720"/>
          </a:xfrm>
        </p:grpSpPr>
        <p:sp>
          <p:nvSpPr>
            <p:cNvPr id="11971" name="Oval 2"/>
            <p:cNvSpPr/>
            <p:nvPr/>
          </p:nvSpPr>
          <p:spPr>
            <a:xfrm>
              <a:off x="2743200" y="1891440"/>
              <a:ext cx="350280" cy="350280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972" name="Oval 555"/>
            <p:cNvSpPr/>
            <p:nvPr/>
          </p:nvSpPr>
          <p:spPr>
            <a:xfrm>
              <a:off x="4883760" y="1892880"/>
              <a:ext cx="350280" cy="350280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090" dur="indefinite" restart="never" nodeType="tmRoot">
          <p:childTnLst>
            <p:seq>
              <p:cTn id="3091" dur="indefinite" nodeType="mainSeq">
                <p:childTnLst>
                  <p:par>
                    <p:cTn id="3092" fill="hold">
                      <p:stCondLst>
                        <p:cond delay="indefinite"/>
                      </p:stCondLst>
                      <p:childTnLst>
                        <p:par>
                          <p:cTn id="3093" fill="hold">
                            <p:stCondLst>
                              <p:cond delay="0"/>
                            </p:stCondLst>
                            <p:childTnLst>
                              <p:par>
                                <p:cTn id="309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8" fill="hold">
                      <p:stCondLst>
                        <p:cond delay="indefinite"/>
                      </p:stCondLst>
                      <p:childTnLst>
                        <p:par>
                          <p:cTn id="3099" fill="hold">
                            <p:stCondLst>
                              <p:cond delay="0"/>
                            </p:stCondLst>
                            <p:childTnLst>
                              <p:par>
                                <p:cTn id="310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2" fill="hold">
                      <p:stCondLst>
                        <p:cond delay="indefinite"/>
                      </p:stCondLst>
                      <p:childTnLst>
                        <p:par>
                          <p:cTn id="3103" fill="hold">
                            <p:stCondLst>
                              <p:cond delay="0"/>
                            </p:stCondLst>
                            <p:childTnLst>
                              <p:par>
                                <p:cTn id="310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8" fill="hold">
                      <p:stCondLst>
                        <p:cond delay="indefinite"/>
                      </p:stCondLst>
                      <p:childTnLst>
                        <p:par>
                          <p:cTn id="3109" fill="hold">
                            <p:stCondLst>
                              <p:cond delay="0"/>
                            </p:stCondLst>
                            <p:childTnLst>
                              <p:par>
                                <p:cTn id="311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2" fill="hold">
                            <p:stCondLst>
                              <p:cond delay="0"/>
                            </p:stCondLst>
                            <p:childTnLst>
                              <p:par>
                                <p:cTn id="3113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115" dur="500"/>
                                        <p:tgtEl>
                                          <p:spTgt spid="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3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10893240" cy="89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0000A3"/>
                </a:solidFill>
                <a:effectLst/>
                <a:uFillTx/>
                <a:latin typeface="Calibri Light"/>
              </a:rPr>
              <a:t>Distance vector: another example</a:t>
            </a:r>
            <a:endParaRPr lang="en-US" sz="4400" b="1" u="none" strike="noStrike">
              <a:solidFill>
                <a:srgbClr val="0000A3"/>
              </a:solidFill>
              <a:effectLst/>
              <a:uFillTx/>
              <a:latin typeface="Calibri Light"/>
            </a:endParaRPr>
          </a:p>
        </p:txBody>
      </p:sp>
      <p:sp>
        <p:nvSpPr>
          <p:cNvPr id="11974" name="PlaceHolder 2"/>
          <p:cNvSpPr>
            <a:spLocks noGrp="1"/>
          </p:cNvSpPr>
          <p:nvPr>
            <p:ph type="sldNum" idx="11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48AB4649-66DF-4E3B-A00F-43686A1F0D1A}" type="slidenum">
              <a:rPr lang="en-US" sz="11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119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5" name="Line 3"/>
          <p:cNvSpPr/>
          <p:nvPr/>
        </p:nvSpPr>
        <p:spPr>
          <a:xfrm>
            <a:off x="2196000" y="1648080"/>
            <a:ext cx="360" cy="1219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6" name="Line 4"/>
          <p:cNvSpPr/>
          <p:nvPr/>
        </p:nvSpPr>
        <p:spPr>
          <a:xfrm>
            <a:off x="1891080" y="1876680"/>
            <a:ext cx="13716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7" name="Text Box 5"/>
          <p:cNvSpPr/>
          <p:nvPr/>
        </p:nvSpPr>
        <p:spPr>
          <a:xfrm>
            <a:off x="2196360" y="1491120"/>
            <a:ext cx="90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   y 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8" name="Text Box 6"/>
          <p:cNvSpPr/>
          <p:nvPr/>
        </p:nvSpPr>
        <p:spPr>
          <a:xfrm>
            <a:off x="1891440" y="187200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9" name="Text Box 7"/>
          <p:cNvSpPr/>
          <p:nvPr/>
        </p:nvSpPr>
        <p:spPr>
          <a:xfrm>
            <a:off x="1891440" y="217692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0" name="Text Box 8"/>
          <p:cNvSpPr/>
          <p:nvPr/>
        </p:nvSpPr>
        <p:spPr>
          <a:xfrm>
            <a:off x="1891440" y="248148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1" name="Text Box 9"/>
          <p:cNvSpPr/>
          <p:nvPr/>
        </p:nvSpPr>
        <p:spPr>
          <a:xfrm>
            <a:off x="2196360" y="1872000"/>
            <a:ext cx="879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0  2   7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2" name="Text Box 10"/>
          <p:cNvSpPr/>
          <p:nvPr/>
        </p:nvSpPr>
        <p:spPr>
          <a:xfrm>
            <a:off x="2196360" y="22528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3" name="Text Box 11"/>
          <p:cNvSpPr/>
          <p:nvPr/>
        </p:nvSpPr>
        <p:spPr>
          <a:xfrm>
            <a:off x="2424960" y="22528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4" name="Text Box 12"/>
          <p:cNvSpPr/>
          <p:nvPr/>
        </p:nvSpPr>
        <p:spPr>
          <a:xfrm>
            <a:off x="2805840" y="22528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5" name="Text Box 13"/>
          <p:cNvSpPr/>
          <p:nvPr/>
        </p:nvSpPr>
        <p:spPr>
          <a:xfrm>
            <a:off x="2196360" y="255780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6" name="Text Box 14"/>
          <p:cNvSpPr/>
          <p:nvPr/>
        </p:nvSpPr>
        <p:spPr>
          <a:xfrm>
            <a:off x="2424960" y="255780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7" name="Text Box 15"/>
          <p:cNvSpPr/>
          <p:nvPr/>
        </p:nvSpPr>
        <p:spPr>
          <a:xfrm>
            <a:off x="2805840" y="255780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8" name="Text Box 17"/>
          <p:cNvSpPr/>
          <p:nvPr/>
        </p:nvSpPr>
        <p:spPr>
          <a:xfrm>
            <a:off x="2329560" y="1359360"/>
            <a:ext cx="705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cost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9" name="Text Box 18"/>
          <p:cNvSpPr/>
          <p:nvPr/>
        </p:nvSpPr>
        <p:spPr>
          <a:xfrm rot="16200000">
            <a:off x="1495080" y="4012200"/>
            <a:ext cx="537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from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0" name="Text Box 19"/>
          <p:cNvSpPr/>
          <p:nvPr/>
        </p:nvSpPr>
        <p:spPr>
          <a:xfrm rot="16200000">
            <a:off x="1495080" y="5820480"/>
            <a:ext cx="537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from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1" name="Line 29"/>
          <p:cNvSpPr/>
          <p:nvPr/>
        </p:nvSpPr>
        <p:spPr>
          <a:xfrm>
            <a:off x="2196000" y="3400560"/>
            <a:ext cx="360" cy="1219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2" name="Line 30"/>
          <p:cNvSpPr/>
          <p:nvPr/>
        </p:nvSpPr>
        <p:spPr>
          <a:xfrm>
            <a:off x="1891080" y="3629160"/>
            <a:ext cx="13716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3" name="Text Box 31"/>
          <p:cNvSpPr/>
          <p:nvPr/>
        </p:nvSpPr>
        <p:spPr>
          <a:xfrm>
            <a:off x="2196360" y="3243600"/>
            <a:ext cx="90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   y 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4" name="Text Box 32"/>
          <p:cNvSpPr/>
          <p:nvPr/>
        </p:nvSpPr>
        <p:spPr>
          <a:xfrm>
            <a:off x="1891440" y="362448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5" name="Text Box 33"/>
          <p:cNvSpPr/>
          <p:nvPr/>
        </p:nvSpPr>
        <p:spPr>
          <a:xfrm>
            <a:off x="1891440" y="392940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6" name="Text Box 34"/>
          <p:cNvSpPr/>
          <p:nvPr/>
        </p:nvSpPr>
        <p:spPr>
          <a:xfrm>
            <a:off x="1891440" y="423432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7" name="Text Box 35"/>
          <p:cNvSpPr/>
          <p:nvPr/>
        </p:nvSpPr>
        <p:spPr>
          <a:xfrm>
            <a:off x="2500920" y="36244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8" name="Text Box 36"/>
          <p:cNvSpPr/>
          <p:nvPr/>
        </p:nvSpPr>
        <p:spPr>
          <a:xfrm>
            <a:off x="2805840" y="36244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9" name="Text Box 37"/>
          <p:cNvSpPr/>
          <p:nvPr/>
        </p:nvSpPr>
        <p:spPr>
          <a:xfrm>
            <a:off x="2196360" y="43102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0" name="Text Box 38"/>
          <p:cNvSpPr/>
          <p:nvPr/>
        </p:nvSpPr>
        <p:spPr>
          <a:xfrm>
            <a:off x="2424960" y="43102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1" name="Text Box 39"/>
          <p:cNvSpPr/>
          <p:nvPr/>
        </p:nvSpPr>
        <p:spPr>
          <a:xfrm>
            <a:off x="2805840" y="431028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2" name="Text Box 40"/>
          <p:cNvSpPr/>
          <p:nvPr/>
        </p:nvSpPr>
        <p:spPr>
          <a:xfrm>
            <a:off x="2318400" y="3134160"/>
            <a:ext cx="705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cost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3" name="Line 41"/>
          <p:cNvSpPr/>
          <p:nvPr/>
        </p:nvSpPr>
        <p:spPr>
          <a:xfrm>
            <a:off x="2196000" y="5229360"/>
            <a:ext cx="360" cy="1219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4" name="Line 42"/>
          <p:cNvSpPr/>
          <p:nvPr/>
        </p:nvSpPr>
        <p:spPr>
          <a:xfrm>
            <a:off x="1891080" y="5457960"/>
            <a:ext cx="13716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5" name="Text Box 43"/>
          <p:cNvSpPr/>
          <p:nvPr/>
        </p:nvSpPr>
        <p:spPr>
          <a:xfrm>
            <a:off x="2196360" y="5072400"/>
            <a:ext cx="90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   y   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6" name="Text Box 44"/>
          <p:cNvSpPr/>
          <p:nvPr/>
        </p:nvSpPr>
        <p:spPr>
          <a:xfrm>
            <a:off x="1891440" y="545328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7" name="Text Box 45"/>
          <p:cNvSpPr/>
          <p:nvPr/>
        </p:nvSpPr>
        <p:spPr>
          <a:xfrm>
            <a:off x="1891440" y="575820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8" name="Text Box 46"/>
          <p:cNvSpPr/>
          <p:nvPr/>
        </p:nvSpPr>
        <p:spPr>
          <a:xfrm>
            <a:off x="1891440" y="6063120"/>
            <a:ext cx="295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9" name="Text Box 47"/>
          <p:cNvSpPr/>
          <p:nvPr/>
        </p:nvSpPr>
        <p:spPr>
          <a:xfrm>
            <a:off x="2196360" y="5839200"/>
            <a:ext cx="990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0" name="Text Box 48"/>
          <p:cNvSpPr/>
          <p:nvPr/>
        </p:nvSpPr>
        <p:spPr>
          <a:xfrm>
            <a:off x="2424960" y="583452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1" name="Text Box 49"/>
          <p:cNvSpPr/>
          <p:nvPr/>
        </p:nvSpPr>
        <p:spPr>
          <a:xfrm>
            <a:off x="2805840" y="5834520"/>
            <a:ext cx="34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2" name="Text Box 50"/>
          <p:cNvSpPr/>
          <p:nvPr/>
        </p:nvSpPr>
        <p:spPr>
          <a:xfrm>
            <a:off x="2196360" y="6139080"/>
            <a:ext cx="30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3" name="Text Box 51"/>
          <p:cNvSpPr/>
          <p:nvPr/>
        </p:nvSpPr>
        <p:spPr>
          <a:xfrm>
            <a:off x="2424960" y="6139080"/>
            <a:ext cx="30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4" name="Text Box 52"/>
          <p:cNvSpPr/>
          <p:nvPr/>
        </p:nvSpPr>
        <p:spPr>
          <a:xfrm>
            <a:off x="2805840" y="6139080"/>
            <a:ext cx="307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5" name="Text Box 53"/>
          <p:cNvSpPr/>
          <p:nvPr/>
        </p:nvSpPr>
        <p:spPr>
          <a:xfrm>
            <a:off x="2340720" y="4940640"/>
            <a:ext cx="705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cost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6" name="Text Box 54"/>
          <p:cNvSpPr/>
          <p:nvPr/>
        </p:nvSpPr>
        <p:spPr>
          <a:xfrm>
            <a:off x="2200320" y="3659040"/>
            <a:ext cx="943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2   0   1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7" name="Text Box 55"/>
          <p:cNvSpPr/>
          <p:nvPr/>
        </p:nvSpPr>
        <p:spPr>
          <a:xfrm>
            <a:off x="2196360" y="5458320"/>
            <a:ext cx="990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∞ ∞  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8" name="Line 58"/>
          <p:cNvSpPr/>
          <p:nvPr/>
        </p:nvSpPr>
        <p:spPr>
          <a:xfrm>
            <a:off x="3186720" y="2181600"/>
            <a:ext cx="685800" cy="152388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9" name="Line 59"/>
          <p:cNvSpPr/>
          <p:nvPr/>
        </p:nvSpPr>
        <p:spPr>
          <a:xfrm>
            <a:off x="3110400" y="2257560"/>
            <a:ext cx="685800" cy="312444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0" name="Line 60"/>
          <p:cNvSpPr/>
          <p:nvPr/>
        </p:nvSpPr>
        <p:spPr>
          <a:xfrm flipV="1">
            <a:off x="3110400" y="2714760"/>
            <a:ext cx="762120" cy="129564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1" name="Line 61"/>
          <p:cNvSpPr/>
          <p:nvPr/>
        </p:nvSpPr>
        <p:spPr>
          <a:xfrm>
            <a:off x="3110400" y="4314960"/>
            <a:ext cx="609480" cy="114300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2" name="Line 62"/>
          <p:cNvSpPr/>
          <p:nvPr/>
        </p:nvSpPr>
        <p:spPr>
          <a:xfrm flipV="1">
            <a:off x="3110400" y="2791080"/>
            <a:ext cx="838080" cy="342900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3" name="Line 63"/>
          <p:cNvSpPr/>
          <p:nvPr/>
        </p:nvSpPr>
        <p:spPr>
          <a:xfrm flipV="1">
            <a:off x="3186720" y="4543560"/>
            <a:ext cx="761760" cy="1752840"/>
          </a:xfrm>
          <a:prstGeom prst="line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024" name="Group 66"/>
          <p:cNvGrpSpPr/>
          <p:nvPr/>
        </p:nvGrpSpPr>
        <p:grpSpPr>
          <a:xfrm>
            <a:off x="9037440" y="2949120"/>
            <a:ext cx="2184120" cy="1212480"/>
            <a:chOff x="9037440" y="2949120"/>
            <a:chExt cx="2184120" cy="1212480"/>
          </a:xfrm>
        </p:grpSpPr>
        <p:sp>
          <p:nvSpPr>
            <p:cNvPr id="12025" name="Freeform 67"/>
            <p:cNvSpPr/>
            <p:nvPr/>
          </p:nvSpPr>
          <p:spPr>
            <a:xfrm>
              <a:off x="9037440" y="2949120"/>
              <a:ext cx="2184120" cy="1212480"/>
            </a:xfrm>
            <a:custGeom>
              <a:avLst/>
              <a:gdLst>
                <a:gd name="textAreaLeft" fmla="*/ 0 w 2184120"/>
                <a:gd name="textAreaRight" fmla="*/ 2184480 w 2184120"/>
                <a:gd name="textAreaTop" fmla="*/ 0 h 1212480"/>
                <a:gd name="textAreaBottom" fmla="*/ 1212840 h 1212480"/>
                <a:gd name="GluePoint1X" fmla="*/ 113 w 1376"/>
                <a:gd name="GluePoint1Y" fmla="*/ 348 h 764"/>
                <a:gd name="GluePoint2X" fmla="*/ 395 w 1376"/>
                <a:gd name="GluePoint2Y" fmla="*/ 162 h 764"/>
                <a:gd name="GluePoint3X" fmla="*/ 710 w 1376"/>
                <a:gd name="GluePoint3Y" fmla="*/ 9 h 764"/>
                <a:gd name="GluePoint4X" fmla="*/ 1160 w 1376"/>
                <a:gd name="GluePoint4Y" fmla="*/ 219 h 764"/>
                <a:gd name="GluePoint5X" fmla="*/ 1367 w 1376"/>
                <a:gd name="GluePoint5Y" fmla="*/ 510 h 764"/>
                <a:gd name="GluePoint6X" fmla="*/ 1103 w 1376"/>
                <a:gd name="GluePoint6Y" fmla="*/ 726 h 764"/>
                <a:gd name="GluePoint7X" fmla="*/ 578 w 1376"/>
                <a:gd name="GluePoint7Y" fmla="*/ 738 h 764"/>
                <a:gd name="GluePoint8X" fmla="*/ 77 w 1376"/>
                <a:gd name="GluePoint8Y" fmla="*/ 630 h 764"/>
                <a:gd name="GluePoint9X" fmla="*/ 113 w 1376"/>
                <a:gd name="GluePoint9Y" fmla="*/ 348 h 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026" name="Group 68"/>
            <p:cNvGrpSpPr/>
            <p:nvPr/>
          </p:nvGrpSpPr>
          <p:grpSpPr>
            <a:xfrm>
              <a:off x="9190080" y="3060000"/>
              <a:ext cx="1843200" cy="1071360"/>
              <a:chOff x="9190080" y="3060000"/>
              <a:chExt cx="1843200" cy="1071360"/>
            </a:xfrm>
          </p:grpSpPr>
          <p:sp>
            <p:nvSpPr>
              <p:cNvPr id="12027" name="Freeform 69"/>
              <p:cNvSpPr/>
              <p:nvPr/>
            </p:nvSpPr>
            <p:spPr>
              <a:xfrm>
                <a:off x="9607320" y="3368160"/>
                <a:ext cx="352080" cy="285480"/>
              </a:xfrm>
              <a:custGeom>
                <a:avLst/>
                <a:gdLst>
                  <a:gd name="textAreaLeft" fmla="*/ 0 w 352080"/>
                  <a:gd name="textAreaRight" fmla="*/ 352440 w 352080"/>
                  <a:gd name="textAreaTop" fmla="*/ 0 h 285480"/>
                  <a:gd name="textAreaBottom" fmla="*/ 285840 h 285480"/>
                  <a:gd name="GluePoint1X" fmla="*/ 0 w 222"/>
                  <a:gd name="GluePoint1Y" fmla="*/ 180 h 180"/>
                  <a:gd name="GluePoint2X" fmla="*/ 222 w 222"/>
                  <a:gd name="GluePoint2Y" fmla="*/ 0 h 1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8" name="Oval 70"/>
              <p:cNvSpPr/>
              <p:nvPr/>
            </p:nvSpPr>
            <p:spPr>
              <a:xfrm>
                <a:off x="9194760" y="374292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9" name="Line 71"/>
              <p:cNvSpPr/>
              <p:nvPr/>
            </p:nvSpPr>
            <p:spPr>
              <a:xfrm>
                <a:off x="9194400" y="3731400"/>
                <a:ext cx="180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0" name="Line 72"/>
              <p:cNvSpPr/>
              <p:nvPr/>
            </p:nvSpPr>
            <p:spPr>
              <a:xfrm>
                <a:off x="9691560" y="3731400"/>
                <a:ext cx="144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34560" rIns="90000" bIns="345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1" name="Rectangle 73"/>
              <p:cNvSpPr/>
              <p:nvPr/>
            </p:nvSpPr>
            <p:spPr>
              <a:xfrm>
                <a:off x="9194760" y="373176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2760" rIns="90000" bIns="3276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2" name="Oval 74"/>
              <p:cNvSpPr/>
              <p:nvPr/>
            </p:nvSpPr>
            <p:spPr>
              <a:xfrm>
                <a:off x="9190080" y="363816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3" name="Freeform 75"/>
              <p:cNvSpPr/>
              <p:nvPr/>
            </p:nvSpPr>
            <p:spPr>
              <a:xfrm>
                <a:off x="10250280" y="3368160"/>
                <a:ext cx="342720" cy="299520"/>
              </a:xfrm>
              <a:custGeom>
                <a:avLst/>
                <a:gdLst>
                  <a:gd name="textAreaLeft" fmla="*/ 0 w 342720"/>
                  <a:gd name="textAreaRight" fmla="*/ 343080 w 342720"/>
                  <a:gd name="textAreaTop" fmla="*/ 0 h 299520"/>
                  <a:gd name="textAreaBottom" fmla="*/ 299880 h 299520"/>
                  <a:gd name="GluePoint1X" fmla="*/ 0 w 216"/>
                  <a:gd name="GluePoint1Y" fmla="*/ 0 h 189"/>
                  <a:gd name="GluePoint2X" fmla="*/ 216 w 216"/>
                  <a:gd name="GluePoint2Y" fmla="*/ 189 h 18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4" name="Freeform 76"/>
              <p:cNvSpPr/>
              <p:nvPr/>
            </p:nvSpPr>
            <p:spPr>
              <a:xfrm>
                <a:off x="9698040" y="3787200"/>
                <a:ext cx="856800" cy="4320"/>
              </a:xfrm>
              <a:custGeom>
                <a:avLst/>
                <a:gdLst>
                  <a:gd name="textAreaLeft" fmla="*/ 0 w 856800"/>
                  <a:gd name="textAreaRight" fmla="*/ 857160 w 856800"/>
                  <a:gd name="textAreaTop" fmla="*/ 0 h 4320"/>
                  <a:gd name="textAreaBottom" fmla="*/ 4680 h 4320"/>
                  <a:gd name="GluePoint1X" fmla="*/ 540 w 540"/>
                  <a:gd name="GluePoint1Y" fmla="*/ 3 h 3"/>
                  <a:gd name="GluePoint2X" fmla="*/ 0 w 540"/>
                  <a:gd name="GluePoint2Y" fmla="*/ 0 h 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-40320" rIns="90000" bIns="-4032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035" name="Group 77"/>
              <p:cNvGrpSpPr/>
              <p:nvPr/>
            </p:nvGrpSpPr>
            <p:grpSpPr>
              <a:xfrm>
                <a:off x="9280080" y="3555360"/>
                <a:ext cx="308160" cy="395280"/>
                <a:chOff x="9280080" y="3555360"/>
                <a:chExt cx="308160" cy="395280"/>
              </a:xfrm>
            </p:grpSpPr>
            <p:sp>
              <p:nvSpPr>
                <p:cNvPr id="12036" name="Rectangle 78"/>
                <p:cNvSpPr/>
                <p:nvPr/>
              </p:nvSpPr>
              <p:spPr>
                <a:xfrm>
                  <a:off x="9315360" y="3658680"/>
                  <a:ext cx="227160" cy="2091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37" name="Text Box 79"/>
                <p:cNvSpPr/>
                <p:nvPr/>
              </p:nvSpPr>
              <p:spPr>
                <a:xfrm>
                  <a:off x="9280080" y="3555360"/>
                  <a:ext cx="30816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x</a:t>
                  </a:r>
                  <a:endPara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2038" name="Group 80"/>
              <p:cNvGrpSpPr/>
              <p:nvPr/>
            </p:nvGrpSpPr>
            <p:grpSpPr>
              <a:xfrm>
                <a:off x="10531440" y="3526920"/>
                <a:ext cx="501840" cy="456120"/>
                <a:chOff x="10531440" y="3526920"/>
                <a:chExt cx="501840" cy="456120"/>
              </a:xfrm>
            </p:grpSpPr>
            <p:sp>
              <p:nvSpPr>
                <p:cNvPr id="12039" name="Oval 81"/>
                <p:cNvSpPr/>
                <p:nvPr/>
              </p:nvSpPr>
              <p:spPr>
                <a:xfrm>
                  <a:off x="10536120" y="3762000"/>
                  <a:ext cx="496440" cy="12816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40" name="Line 82"/>
                <p:cNvSpPr/>
                <p:nvPr/>
              </p:nvSpPr>
              <p:spPr>
                <a:xfrm>
                  <a:off x="10536120" y="375048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41" name="Line 83"/>
                <p:cNvSpPr/>
                <p:nvPr/>
              </p:nvSpPr>
              <p:spPr>
                <a:xfrm>
                  <a:off x="11032920" y="375048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42" name="Rectangle 84"/>
                <p:cNvSpPr/>
                <p:nvPr/>
              </p:nvSpPr>
              <p:spPr>
                <a:xfrm>
                  <a:off x="10536120" y="3750840"/>
                  <a:ext cx="491760" cy="7740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32760" rIns="90000" bIns="3276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43" name="Oval 85"/>
                <p:cNvSpPr/>
                <p:nvPr/>
              </p:nvSpPr>
              <p:spPr>
                <a:xfrm>
                  <a:off x="10531440" y="3657240"/>
                  <a:ext cx="496440" cy="15048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2044" name="Group 86"/>
                <p:cNvGrpSpPr/>
                <p:nvPr/>
              </p:nvGrpSpPr>
              <p:grpSpPr>
                <a:xfrm>
                  <a:off x="10620000" y="3526920"/>
                  <a:ext cx="333360" cy="456120"/>
                  <a:chOff x="10620000" y="3526920"/>
                  <a:chExt cx="333360" cy="456120"/>
                </a:xfrm>
              </p:grpSpPr>
              <p:sp>
                <p:nvSpPr>
                  <p:cNvPr id="12045" name="Rectangle 87"/>
                  <p:cNvSpPr/>
                  <p:nvPr/>
                </p:nvSpPr>
                <p:spPr>
                  <a:xfrm>
                    <a:off x="10667880" y="3677760"/>
                    <a:ext cx="227160" cy="2091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2046" name="Text Box 88"/>
                  <p:cNvSpPr/>
                  <p:nvPr/>
                </p:nvSpPr>
                <p:spPr>
                  <a:xfrm>
                    <a:off x="10620000" y="3526920"/>
                    <a:ext cx="333360" cy="456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z</a:t>
                    </a:r>
                    <a:endPara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12047" name="Text Box 89"/>
              <p:cNvSpPr/>
              <p:nvPr/>
            </p:nvSpPr>
            <p:spPr>
              <a:xfrm>
                <a:off x="10367280" y="3242880"/>
                <a:ext cx="308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1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48" name="Text Box 90"/>
              <p:cNvSpPr/>
              <p:nvPr/>
            </p:nvSpPr>
            <p:spPr>
              <a:xfrm>
                <a:off x="9529200" y="3237840"/>
                <a:ext cx="308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2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49" name="Text Box 91"/>
              <p:cNvSpPr/>
              <p:nvPr/>
            </p:nvSpPr>
            <p:spPr>
              <a:xfrm>
                <a:off x="9981720" y="3766680"/>
                <a:ext cx="308160" cy="364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7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050" name="Group 92"/>
              <p:cNvGrpSpPr/>
              <p:nvPr/>
            </p:nvGrpSpPr>
            <p:grpSpPr>
              <a:xfrm>
                <a:off x="9864720" y="3060000"/>
                <a:ext cx="501840" cy="395280"/>
                <a:chOff x="9864720" y="3060000"/>
                <a:chExt cx="501840" cy="395280"/>
              </a:xfrm>
            </p:grpSpPr>
            <p:sp>
              <p:nvSpPr>
                <p:cNvPr id="12051" name="Oval 93"/>
                <p:cNvSpPr/>
                <p:nvPr/>
              </p:nvSpPr>
              <p:spPr>
                <a:xfrm>
                  <a:off x="9869400" y="3247560"/>
                  <a:ext cx="496440" cy="12816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52" name="Line 94"/>
                <p:cNvSpPr/>
                <p:nvPr/>
              </p:nvSpPr>
              <p:spPr>
                <a:xfrm>
                  <a:off x="9869400" y="323604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53" name="Line 95"/>
                <p:cNvSpPr/>
                <p:nvPr/>
              </p:nvSpPr>
              <p:spPr>
                <a:xfrm>
                  <a:off x="10366200" y="3236040"/>
                  <a:ext cx="360" cy="7956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34560" rIns="90000" bIns="3456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54" name="Rectangle 96"/>
                <p:cNvSpPr/>
                <p:nvPr/>
              </p:nvSpPr>
              <p:spPr>
                <a:xfrm>
                  <a:off x="9869400" y="3236400"/>
                  <a:ext cx="491760" cy="7740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32760" rIns="90000" bIns="3276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55" name="Oval 97"/>
                <p:cNvSpPr/>
                <p:nvPr/>
              </p:nvSpPr>
              <p:spPr>
                <a:xfrm>
                  <a:off x="9864720" y="3142800"/>
                  <a:ext cx="496440" cy="15048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12056" name="Group 98"/>
                <p:cNvGrpSpPr/>
                <p:nvPr/>
              </p:nvGrpSpPr>
              <p:grpSpPr>
                <a:xfrm>
                  <a:off x="9965880" y="3060000"/>
                  <a:ext cx="308160" cy="395280"/>
                  <a:chOff x="9965880" y="3060000"/>
                  <a:chExt cx="308160" cy="395280"/>
                </a:xfrm>
              </p:grpSpPr>
              <p:sp>
                <p:nvSpPr>
                  <p:cNvPr id="12057" name="Rectangle 99"/>
                  <p:cNvSpPr/>
                  <p:nvPr/>
                </p:nvSpPr>
                <p:spPr>
                  <a:xfrm>
                    <a:off x="10002240" y="3163320"/>
                    <a:ext cx="222840" cy="209160"/>
                  </a:xfrm>
                  <a:prstGeom prst="rect">
                    <a:avLst/>
                  </a:prstGeom>
                  <a:solidFill>
                    <a:srgbClr val="CCCCF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ctr">
                    <a:noAutofit/>
                  </a:bodyPr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12058" name="Text Box 100"/>
                  <p:cNvSpPr/>
                  <p:nvPr/>
                </p:nvSpPr>
                <p:spPr>
                  <a:xfrm>
                    <a:off x="9965880" y="3060000"/>
                    <a:ext cx="308160" cy="395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ＭＳ Ｐゴシック"/>
                      </a:rPr>
                      <a:t>y</a:t>
                    </a:r>
                    <a:endParaRPr lang="en-US" sz="20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</p:grpSp>
      </p:grpSp>
      <p:sp>
        <p:nvSpPr>
          <p:cNvPr id="12059" name="Text Box 101"/>
          <p:cNvSpPr/>
          <p:nvPr/>
        </p:nvSpPr>
        <p:spPr>
          <a:xfrm>
            <a:off x="1493640" y="1455480"/>
            <a:ext cx="692280" cy="4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D</a:t>
            </a:r>
            <a:r>
              <a:rPr lang="en-US" sz="2400" b="0" u="none" strike="noStrike" baseline="-25000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x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()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0" name="Oval 104"/>
          <p:cNvSpPr/>
          <p:nvPr/>
        </p:nvSpPr>
        <p:spPr>
          <a:xfrm>
            <a:off x="2196360" y="1876680"/>
            <a:ext cx="1066320" cy="38052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1" name="Oval 105"/>
          <p:cNvSpPr/>
          <p:nvPr/>
        </p:nvSpPr>
        <p:spPr>
          <a:xfrm>
            <a:off x="2196360" y="3934080"/>
            <a:ext cx="1066320" cy="38052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2" name="Oval 106"/>
          <p:cNvSpPr/>
          <p:nvPr/>
        </p:nvSpPr>
        <p:spPr>
          <a:xfrm>
            <a:off x="2196360" y="6144120"/>
            <a:ext cx="1066320" cy="38052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3" name="Text Box 114"/>
          <p:cNvSpPr/>
          <p:nvPr/>
        </p:nvSpPr>
        <p:spPr>
          <a:xfrm>
            <a:off x="1522440" y="3214440"/>
            <a:ext cx="692280" cy="4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D</a:t>
            </a:r>
            <a:r>
              <a:rPr lang="en-US" sz="2400" b="0" u="none" strike="noStrike" baseline="-25000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y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()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4" name="Text Box 115"/>
          <p:cNvSpPr/>
          <p:nvPr/>
        </p:nvSpPr>
        <p:spPr>
          <a:xfrm>
            <a:off x="1503720" y="5037120"/>
            <a:ext cx="692280" cy="4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D</a:t>
            </a:r>
            <a:r>
              <a:rPr lang="en-US" sz="2400" b="0" u="none" strike="noStrike" baseline="-25000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z</a:t>
            </a:r>
            <a:r>
              <a:rPr lang="en-US" sz="2400" b="0" u="none" strike="noStrike">
                <a:solidFill>
                  <a:srgbClr val="0000A8"/>
                </a:solidFill>
                <a:effectLst/>
                <a:uFillTx/>
                <a:latin typeface="Arial"/>
                <a:ea typeface="ＭＳ Ｐゴシック"/>
              </a:rPr>
              <a:t>()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5" name="Text Box 118"/>
          <p:cNvSpPr/>
          <p:nvPr/>
        </p:nvSpPr>
        <p:spPr>
          <a:xfrm rot="16200000">
            <a:off x="1537920" y="2269080"/>
            <a:ext cx="537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from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066" name="Group 114"/>
          <p:cNvGrpSpPr/>
          <p:nvPr/>
        </p:nvGrpSpPr>
        <p:grpSpPr>
          <a:xfrm>
            <a:off x="3737520" y="1343520"/>
            <a:ext cx="3792600" cy="5104800"/>
            <a:chOff x="3737520" y="1343520"/>
            <a:chExt cx="3792600" cy="5104800"/>
          </a:xfrm>
        </p:grpSpPr>
        <p:sp>
          <p:nvSpPr>
            <p:cNvPr id="12067" name="Line 20"/>
            <p:cNvSpPr/>
            <p:nvPr/>
          </p:nvSpPr>
          <p:spPr>
            <a:xfrm>
              <a:off x="6463080" y="1724400"/>
              <a:ext cx="360" cy="12189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68" name="Line 21"/>
            <p:cNvSpPr/>
            <p:nvPr/>
          </p:nvSpPr>
          <p:spPr>
            <a:xfrm>
              <a:off x="6158520" y="1953000"/>
              <a:ext cx="137160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69" name="Text Box 22"/>
            <p:cNvSpPr/>
            <p:nvPr/>
          </p:nvSpPr>
          <p:spPr>
            <a:xfrm>
              <a:off x="6463440" y="1567080"/>
              <a:ext cx="904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  y   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0" name="Text Box 23"/>
            <p:cNvSpPr/>
            <p:nvPr/>
          </p:nvSpPr>
          <p:spPr>
            <a:xfrm>
              <a:off x="6158520" y="194832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1" name="Text Box 24"/>
            <p:cNvSpPr/>
            <p:nvPr/>
          </p:nvSpPr>
          <p:spPr>
            <a:xfrm>
              <a:off x="6158520" y="225288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2" name="Text Box 25"/>
            <p:cNvSpPr/>
            <p:nvPr/>
          </p:nvSpPr>
          <p:spPr>
            <a:xfrm>
              <a:off x="6158520" y="255780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3" name="Text Box 26"/>
            <p:cNvSpPr/>
            <p:nvPr/>
          </p:nvSpPr>
          <p:spPr>
            <a:xfrm>
              <a:off x="6463440" y="194832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0  2   3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4" name="Text Box 27"/>
            <p:cNvSpPr/>
            <p:nvPr/>
          </p:nvSpPr>
          <p:spPr>
            <a:xfrm rot="16200000">
              <a:off x="5797080" y="2369160"/>
              <a:ext cx="537480" cy="30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from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5" name="Text Box 28"/>
            <p:cNvSpPr/>
            <p:nvPr/>
          </p:nvSpPr>
          <p:spPr>
            <a:xfrm>
              <a:off x="6585840" y="1424520"/>
              <a:ext cx="70596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cost to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6" name="Line 50"/>
            <p:cNvSpPr/>
            <p:nvPr/>
          </p:nvSpPr>
          <p:spPr>
            <a:xfrm>
              <a:off x="4253400" y="3400560"/>
              <a:ext cx="360" cy="121932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77" name="Line 51"/>
            <p:cNvSpPr/>
            <p:nvPr/>
          </p:nvSpPr>
          <p:spPr>
            <a:xfrm>
              <a:off x="3948480" y="3629160"/>
              <a:ext cx="137160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78" name="Text Box 52"/>
            <p:cNvSpPr/>
            <p:nvPr/>
          </p:nvSpPr>
          <p:spPr>
            <a:xfrm>
              <a:off x="4253760" y="3243600"/>
              <a:ext cx="904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  y   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9" name="Text Box 53"/>
            <p:cNvSpPr/>
            <p:nvPr/>
          </p:nvSpPr>
          <p:spPr>
            <a:xfrm>
              <a:off x="3948840" y="362448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0" name="Text Box 54"/>
            <p:cNvSpPr/>
            <p:nvPr/>
          </p:nvSpPr>
          <p:spPr>
            <a:xfrm>
              <a:off x="3948840" y="392940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1" name="Text Box 55"/>
            <p:cNvSpPr/>
            <p:nvPr/>
          </p:nvSpPr>
          <p:spPr>
            <a:xfrm>
              <a:off x="3948840" y="423432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2" name="Text Box 56"/>
            <p:cNvSpPr/>
            <p:nvPr/>
          </p:nvSpPr>
          <p:spPr>
            <a:xfrm>
              <a:off x="4253760" y="362448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0  2   7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3" name="Text Box 57"/>
            <p:cNvSpPr/>
            <p:nvPr/>
          </p:nvSpPr>
          <p:spPr>
            <a:xfrm rot="16200000">
              <a:off x="3620520" y="4023360"/>
              <a:ext cx="537480" cy="30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from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4" name="Text Box 58"/>
            <p:cNvSpPr/>
            <p:nvPr/>
          </p:nvSpPr>
          <p:spPr>
            <a:xfrm>
              <a:off x="4398120" y="3100680"/>
              <a:ext cx="70596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cost to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5" name="Line 59"/>
            <p:cNvSpPr/>
            <p:nvPr/>
          </p:nvSpPr>
          <p:spPr>
            <a:xfrm>
              <a:off x="6463080" y="3476880"/>
              <a:ext cx="360" cy="121932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86" name="Line 60"/>
            <p:cNvSpPr/>
            <p:nvPr/>
          </p:nvSpPr>
          <p:spPr>
            <a:xfrm>
              <a:off x="6158520" y="3705480"/>
              <a:ext cx="137160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87" name="Text Box 61"/>
            <p:cNvSpPr/>
            <p:nvPr/>
          </p:nvSpPr>
          <p:spPr>
            <a:xfrm>
              <a:off x="6463440" y="3319920"/>
              <a:ext cx="904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  y   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8" name="Text Box 62"/>
            <p:cNvSpPr/>
            <p:nvPr/>
          </p:nvSpPr>
          <p:spPr>
            <a:xfrm>
              <a:off x="6158520" y="370080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9" name="Text Box 63"/>
            <p:cNvSpPr/>
            <p:nvPr/>
          </p:nvSpPr>
          <p:spPr>
            <a:xfrm>
              <a:off x="6158520" y="400572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0" name="Text Box 64"/>
            <p:cNvSpPr/>
            <p:nvPr/>
          </p:nvSpPr>
          <p:spPr>
            <a:xfrm>
              <a:off x="6158520" y="431028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1" name="Text Box 65"/>
            <p:cNvSpPr/>
            <p:nvPr/>
          </p:nvSpPr>
          <p:spPr>
            <a:xfrm>
              <a:off x="6463440" y="370080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0  2   3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2" name="Text Box 66"/>
            <p:cNvSpPr/>
            <p:nvPr/>
          </p:nvSpPr>
          <p:spPr>
            <a:xfrm rot="16200000">
              <a:off x="5797080" y="4099680"/>
              <a:ext cx="537480" cy="30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from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3" name="Text Box 67"/>
            <p:cNvSpPr/>
            <p:nvPr/>
          </p:nvSpPr>
          <p:spPr>
            <a:xfrm>
              <a:off x="6574680" y="3165840"/>
              <a:ext cx="70596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cost to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4" name="Line 68"/>
            <p:cNvSpPr/>
            <p:nvPr/>
          </p:nvSpPr>
          <p:spPr>
            <a:xfrm>
              <a:off x="6387120" y="5153400"/>
              <a:ext cx="360" cy="12189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95" name="Line 69"/>
            <p:cNvSpPr/>
            <p:nvPr/>
          </p:nvSpPr>
          <p:spPr>
            <a:xfrm>
              <a:off x="6082200" y="5382000"/>
              <a:ext cx="137160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96" name="Text Box 70"/>
            <p:cNvSpPr/>
            <p:nvPr/>
          </p:nvSpPr>
          <p:spPr>
            <a:xfrm>
              <a:off x="6387120" y="4996080"/>
              <a:ext cx="904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  y   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7" name="Text Box 71"/>
            <p:cNvSpPr/>
            <p:nvPr/>
          </p:nvSpPr>
          <p:spPr>
            <a:xfrm>
              <a:off x="6082560" y="537732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8" name="Text Box 72"/>
            <p:cNvSpPr/>
            <p:nvPr/>
          </p:nvSpPr>
          <p:spPr>
            <a:xfrm>
              <a:off x="6082560" y="568188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9" name="Text Box 73"/>
            <p:cNvSpPr/>
            <p:nvPr/>
          </p:nvSpPr>
          <p:spPr>
            <a:xfrm>
              <a:off x="6082560" y="598680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0" name="Text Box 74"/>
            <p:cNvSpPr/>
            <p:nvPr/>
          </p:nvSpPr>
          <p:spPr>
            <a:xfrm>
              <a:off x="6387120" y="537732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0  2   3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1" name="Text Box 75"/>
            <p:cNvSpPr/>
            <p:nvPr/>
          </p:nvSpPr>
          <p:spPr>
            <a:xfrm rot="16200000">
              <a:off x="5731920" y="5764680"/>
              <a:ext cx="537480" cy="30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from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2" name="Text Box 76"/>
            <p:cNvSpPr/>
            <p:nvPr/>
          </p:nvSpPr>
          <p:spPr>
            <a:xfrm>
              <a:off x="6498360" y="4864320"/>
              <a:ext cx="70596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cost to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3" name="Line 77"/>
            <p:cNvSpPr/>
            <p:nvPr/>
          </p:nvSpPr>
          <p:spPr>
            <a:xfrm>
              <a:off x="4253400" y="5153400"/>
              <a:ext cx="360" cy="12189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04" name="Line 78"/>
            <p:cNvSpPr/>
            <p:nvPr/>
          </p:nvSpPr>
          <p:spPr>
            <a:xfrm>
              <a:off x="3948480" y="5382000"/>
              <a:ext cx="137160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05" name="Text Box 79"/>
            <p:cNvSpPr/>
            <p:nvPr/>
          </p:nvSpPr>
          <p:spPr>
            <a:xfrm>
              <a:off x="4253760" y="4996080"/>
              <a:ext cx="904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  y   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6" name="Text Box 80"/>
            <p:cNvSpPr/>
            <p:nvPr/>
          </p:nvSpPr>
          <p:spPr>
            <a:xfrm>
              <a:off x="3948840" y="537732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7" name="Text Box 81"/>
            <p:cNvSpPr/>
            <p:nvPr/>
          </p:nvSpPr>
          <p:spPr>
            <a:xfrm>
              <a:off x="3948840" y="568188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8" name="Text Box 82"/>
            <p:cNvSpPr/>
            <p:nvPr/>
          </p:nvSpPr>
          <p:spPr>
            <a:xfrm>
              <a:off x="3948840" y="598680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9" name="Text Box 83"/>
            <p:cNvSpPr/>
            <p:nvPr/>
          </p:nvSpPr>
          <p:spPr>
            <a:xfrm>
              <a:off x="4253760" y="537732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0  2   7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0" name="Text Box 84"/>
            <p:cNvSpPr/>
            <p:nvPr/>
          </p:nvSpPr>
          <p:spPr>
            <a:xfrm rot="16200000">
              <a:off x="3620520" y="5733000"/>
              <a:ext cx="537480" cy="30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from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1" name="Text Box 85"/>
            <p:cNvSpPr/>
            <p:nvPr/>
          </p:nvSpPr>
          <p:spPr>
            <a:xfrm>
              <a:off x="4386960" y="4864320"/>
              <a:ext cx="70596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cost to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2" name="Text Box 103"/>
            <p:cNvSpPr/>
            <p:nvPr/>
          </p:nvSpPr>
          <p:spPr>
            <a:xfrm>
              <a:off x="4253760" y="397224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2  0   1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3" name="Text Box 104"/>
            <p:cNvSpPr/>
            <p:nvPr/>
          </p:nvSpPr>
          <p:spPr>
            <a:xfrm>
              <a:off x="4253760" y="4310280"/>
              <a:ext cx="943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7   1   0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4" name="Text Box 105"/>
            <p:cNvSpPr/>
            <p:nvPr/>
          </p:nvSpPr>
          <p:spPr>
            <a:xfrm>
              <a:off x="4253760" y="575820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2  0   1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5" name="Text Box 106"/>
            <p:cNvSpPr/>
            <p:nvPr/>
          </p:nvSpPr>
          <p:spPr>
            <a:xfrm>
              <a:off x="4253760" y="606312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3  1   0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6" name="Text Box 107"/>
            <p:cNvSpPr/>
            <p:nvPr/>
          </p:nvSpPr>
          <p:spPr>
            <a:xfrm>
              <a:off x="6463440" y="2296080"/>
              <a:ext cx="943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2   0   1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7" name="Text Box 108"/>
            <p:cNvSpPr/>
            <p:nvPr/>
          </p:nvSpPr>
          <p:spPr>
            <a:xfrm>
              <a:off x="6463440" y="263412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3  1   0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8" name="Text Box 109"/>
            <p:cNvSpPr/>
            <p:nvPr/>
          </p:nvSpPr>
          <p:spPr>
            <a:xfrm>
              <a:off x="6463440" y="402624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2  0   1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9" name="Text Box 110"/>
            <p:cNvSpPr/>
            <p:nvPr/>
          </p:nvSpPr>
          <p:spPr>
            <a:xfrm>
              <a:off x="6387120" y="606312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3  1   0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0" name="Text Box 111"/>
            <p:cNvSpPr/>
            <p:nvPr/>
          </p:nvSpPr>
          <p:spPr>
            <a:xfrm>
              <a:off x="6387120" y="568188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2  0   1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1" name="Text Box 112"/>
            <p:cNvSpPr/>
            <p:nvPr/>
          </p:nvSpPr>
          <p:spPr>
            <a:xfrm>
              <a:off x="6463440" y="4310280"/>
              <a:ext cx="8798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3  1   0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2" name="Line 119"/>
            <p:cNvSpPr/>
            <p:nvPr/>
          </p:nvSpPr>
          <p:spPr>
            <a:xfrm>
              <a:off x="5244120" y="2181600"/>
              <a:ext cx="761760" cy="1600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23" name="Line 120"/>
            <p:cNvSpPr/>
            <p:nvPr/>
          </p:nvSpPr>
          <p:spPr>
            <a:xfrm>
              <a:off x="5167800" y="2257560"/>
              <a:ext cx="838080" cy="29718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24" name="Line 121"/>
            <p:cNvSpPr/>
            <p:nvPr/>
          </p:nvSpPr>
          <p:spPr>
            <a:xfrm flipV="1">
              <a:off x="5091480" y="2943360"/>
              <a:ext cx="1143000" cy="32004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25" name="Line 122"/>
            <p:cNvSpPr/>
            <p:nvPr/>
          </p:nvSpPr>
          <p:spPr>
            <a:xfrm flipV="1">
              <a:off x="5091480" y="4619880"/>
              <a:ext cx="1067040" cy="167652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26" name="Oval 167"/>
            <p:cNvSpPr/>
            <p:nvPr/>
          </p:nvSpPr>
          <p:spPr>
            <a:xfrm>
              <a:off x="4177440" y="6067800"/>
              <a:ext cx="1066320" cy="38052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27" name="Text Box 187"/>
            <p:cNvSpPr/>
            <p:nvPr/>
          </p:nvSpPr>
          <p:spPr>
            <a:xfrm rot="16200000">
              <a:off x="3627000" y="2228040"/>
              <a:ext cx="537480" cy="30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from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8" name="Line 191"/>
            <p:cNvSpPr/>
            <p:nvPr/>
          </p:nvSpPr>
          <p:spPr>
            <a:xfrm>
              <a:off x="4253400" y="1648080"/>
              <a:ext cx="360" cy="121932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29" name="Line 192"/>
            <p:cNvSpPr/>
            <p:nvPr/>
          </p:nvSpPr>
          <p:spPr>
            <a:xfrm>
              <a:off x="3948480" y="1876680"/>
              <a:ext cx="137160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30" name="Text Box 193"/>
            <p:cNvSpPr/>
            <p:nvPr/>
          </p:nvSpPr>
          <p:spPr>
            <a:xfrm>
              <a:off x="4253760" y="1491120"/>
              <a:ext cx="904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  y   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1" name="Text Box 194"/>
            <p:cNvSpPr/>
            <p:nvPr/>
          </p:nvSpPr>
          <p:spPr>
            <a:xfrm>
              <a:off x="3948840" y="187200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2" name="Text Box 195"/>
            <p:cNvSpPr/>
            <p:nvPr/>
          </p:nvSpPr>
          <p:spPr>
            <a:xfrm>
              <a:off x="3948840" y="217692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3" name="Text Box 196"/>
            <p:cNvSpPr/>
            <p:nvPr/>
          </p:nvSpPr>
          <p:spPr>
            <a:xfrm>
              <a:off x="3948840" y="2481480"/>
              <a:ext cx="295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4" name="Text Box 197"/>
            <p:cNvSpPr/>
            <p:nvPr/>
          </p:nvSpPr>
          <p:spPr>
            <a:xfrm>
              <a:off x="4274280" y="1872000"/>
              <a:ext cx="307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5" name="Text Box 225"/>
            <p:cNvSpPr/>
            <p:nvPr/>
          </p:nvSpPr>
          <p:spPr>
            <a:xfrm>
              <a:off x="4237920" y="2207160"/>
              <a:ext cx="943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2   0   1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6" name="Text Box 226"/>
            <p:cNvSpPr/>
            <p:nvPr/>
          </p:nvSpPr>
          <p:spPr>
            <a:xfrm>
              <a:off x="4237920" y="2522880"/>
              <a:ext cx="943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7   1   0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7" name="Oval 274"/>
            <p:cNvSpPr/>
            <p:nvPr/>
          </p:nvSpPr>
          <p:spPr>
            <a:xfrm>
              <a:off x="4274280" y="1876680"/>
              <a:ext cx="1066320" cy="38052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38" name="Text Box 279"/>
            <p:cNvSpPr/>
            <p:nvPr/>
          </p:nvSpPr>
          <p:spPr>
            <a:xfrm>
              <a:off x="4899600" y="1875240"/>
              <a:ext cx="3078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9" name="Text Box 280"/>
            <p:cNvSpPr/>
            <p:nvPr/>
          </p:nvSpPr>
          <p:spPr>
            <a:xfrm>
              <a:off x="4556880" y="1879920"/>
              <a:ext cx="34272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2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0" name="Text Box 283"/>
            <p:cNvSpPr/>
            <p:nvPr/>
          </p:nvSpPr>
          <p:spPr>
            <a:xfrm>
              <a:off x="4390200" y="1343520"/>
              <a:ext cx="70596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US" sz="1400" b="0" i="1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cost to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41" name="Line 64"/>
          <p:cNvSpPr/>
          <p:nvPr/>
        </p:nvSpPr>
        <p:spPr>
          <a:xfrm>
            <a:off x="1586520" y="6545520"/>
            <a:ext cx="6417360" cy="360"/>
          </a:xfrm>
          <a:prstGeom prst="line">
            <a:avLst/>
          </a:prstGeom>
          <a:ln w="15875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2" name="Text Box 65"/>
          <p:cNvSpPr/>
          <p:nvPr/>
        </p:nvSpPr>
        <p:spPr>
          <a:xfrm>
            <a:off x="7960320" y="6337800"/>
            <a:ext cx="628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21511</TotalTime>
  <Application>LibreOffice/26.2.5.2$Linux_X86_64 LibreOffice_project/620$Build-2</Application>
  <AppVersion>15.0000</AppVersion>
  <Words>13466</Words>
  <Paragraphs>3487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2020-01-18T07:24:59Z</dcterms:created>
  <dc:creator>James Kurose</dc:creator>
  <dc:description/>
  <dc:language>en-US</dc:language>
  <cp:lastModifiedBy/>
  <dcterms:modified xsi:type="dcterms:W3CDTF">2026-09-14T13:42:30Z</dcterms:modified>
  <cp:revision>731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76</vt:i4>
  </property>
  <property fmtid="{D5CDD505-2E9C-101B-9397-08002B2CF9AE}" pid="4" name="PresentationFormat">
    <vt:lpwstr>Widescreen</vt:lpwstr>
  </property>
  <property fmtid="{D5CDD505-2E9C-101B-9397-08002B2CF9AE}" pid="5" name="Slides">
    <vt:i4>121</vt:i4>
  </property>
</Properties>
</file>