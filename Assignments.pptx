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53F3-C6F0-6237-9456-927ECE7AA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B74E6-DF51-A9D2-57B2-91F0CFD4D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F2749-B135-E8FD-BFF7-0C5A702D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3A24-7345-8A77-A9D3-BD73622F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CAD85-2633-AC2F-25F8-5B3F06D7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4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ADF4-1B80-F7E9-6170-C7472679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CFD4D-77E1-06DA-9DFC-7E6D5F4D9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29720-14E3-CEAA-A851-7DE242E1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CFC8-9BA0-8B16-BD61-7D7E3708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72221-C9AA-A1B4-B737-A0AD1FFA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0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E9D1-91D4-361B-6955-BEF6C7145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105CE-6507-603D-ABB2-71385BC63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E288C-DFC4-8304-01E9-8699D2CC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45E27-C8D4-BBDC-B61C-BFF05DE6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4A03-AC4E-2141-F597-04295986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3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0F90-E43E-F261-514D-4394565A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B94B-88AA-BD8B-81C7-DBAB02B8D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182A0-E6CB-5BD8-8154-5645FFAEB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69BDC-99FF-CECC-E75D-2E986B61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F04C3-B948-0028-0B7E-4E51ECFB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1631C-0965-3D2B-A6E5-C7D6C2D7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1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D944-D229-D465-D55A-5356B179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C3860-79E1-53FE-86A2-4F8F06870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D0E64-9B4E-32F8-7695-2C68C7A90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F6AC-351A-DB83-A81D-665AC977C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B7204-89C4-ED2A-616D-0A4186B15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A6711-6742-F007-1D06-60A75C08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FE352-C83E-2775-5AA8-6B16630B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319DE-674C-8012-A3B5-508BF259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2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850A-1F77-89F7-636F-F4F5805E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4538B-075E-87D2-1523-565B5743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5FF9F-B8F8-D3FA-8F0E-7E8517FE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6F98C-1B50-8245-4FD8-76C811DE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6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6CC4F-05FB-3EDA-55B1-10B28CD5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994C2-BCB5-CFD1-AACA-ECCE6F27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A388E-66C4-8BE3-0DE6-B5FA7D09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A193-EE67-05D2-3D1B-A3141BAD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C653-6AE2-91D4-C6E3-FE5BCDF64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C2D40-E6EF-2763-3B71-10B344F70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512CF-22A4-A058-9C8D-F69489B3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618D2-2A10-A0ED-2954-3A75D685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BB988-B5CC-BF0B-31C4-A087618F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5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A2CE-1357-0785-D928-E734F161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CF88F-88BD-0161-105D-983C30841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2F40A-A3B0-135D-8868-A30E5D398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F41C9-CC25-E34D-5EEF-B2FFCA7E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B0A5A-11C6-5F09-6358-9E53BFFF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D89DF-A106-FF20-089E-FBEB1F03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6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D7C7-9383-A9DE-191D-1152EB61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04FE-B3F9-B6AA-944D-D515FFF3E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417A-C23A-47A5-9DD0-62FDA7FA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84C09-C4BD-83E2-39E6-E5AA7BC0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538E3-6C7D-B6A9-A495-75425BC9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3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EB3F5-703D-837B-4315-5F212BD12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6263D-EF1F-0AB8-AF54-D514BFB3E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2A568-860F-CDAC-124B-EDCEE0D8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EE627-55E4-87AA-E0E8-232BD694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35E77-DC2D-CAC3-479E-FBFB28AF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4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44135-04B3-F3B2-8002-329B8744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445E-7138-F911-D1C0-53C140E4A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6564B-96F3-C0EE-35D0-DCA7A662B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CB62D-A82E-450B-B6D9-C8EED583CB6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E9C5E-113F-A483-DAA2-1B87ED391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35C58-E8AB-EBF5-51FC-67F2B6AE7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A3A01-F731-42CF-8BA1-D754B74BE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57F6-2424-4EB8-51D6-C2FDCE32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AEF5-2702-8ABF-AF23-9150C0BE4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198"/>
            <a:ext cx="10515600" cy="4644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th-TH" dirty="0"/>
              <a:t>จงคำนวณ </a:t>
            </a:r>
            <a:r>
              <a:rPr lang="en-US" dirty="0"/>
              <a:t>Internet Checksum </a:t>
            </a:r>
            <a:r>
              <a:rPr lang="th-TH" dirty="0"/>
              <a:t>ของข้อมูลต่อไปนี้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1) 0001 0010 0011 0100 </a:t>
            </a:r>
            <a:r>
              <a:rPr lang="th-TH" dirty="0"/>
              <a:t>และ  </a:t>
            </a:r>
            <a:r>
              <a:rPr lang="en-US" dirty="0"/>
              <a:t>0101 0110 0111 1000</a:t>
            </a:r>
          </a:p>
          <a:p>
            <a:pPr marL="0" indent="0">
              <a:buNone/>
            </a:pPr>
            <a:r>
              <a:rPr lang="en-US" dirty="0"/>
              <a:t>	2) 1010 1011 1100 1101 </a:t>
            </a:r>
            <a:r>
              <a:rPr lang="th-TH" dirty="0"/>
              <a:t>และ </a:t>
            </a:r>
            <a:r>
              <a:rPr lang="en-US" dirty="0"/>
              <a:t>0101 0110 0111 1000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จงวาด</a:t>
            </a:r>
            <a:r>
              <a:rPr lang="en-US" dirty="0"/>
              <a:t> TCP 3-way handshake </a:t>
            </a:r>
            <a:r>
              <a:rPr lang="en-US" dirty="0" err="1"/>
              <a:t>พร้อมการส่งข้อมูล</a:t>
            </a:r>
            <a:r>
              <a:rPr lang="en-US" dirty="0"/>
              <a:t> “hello” </a:t>
            </a:r>
            <a:br>
              <a:rPr lang="en-US" dirty="0"/>
            </a:br>
            <a:r>
              <a:rPr lang="en-US" dirty="0" err="1"/>
              <a:t>โดยกำหนดค่า</a:t>
            </a:r>
            <a:r>
              <a:rPr lang="en-US" dirty="0"/>
              <a:t> ISN (Initial Sequence Number) </a:t>
            </a:r>
            <a:r>
              <a:rPr lang="en-US" dirty="0" err="1"/>
              <a:t>ดังนี้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1) Client = 300, Server = 500</a:t>
            </a:r>
          </a:p>
          <a:p>
            <a:pPr marL="0" lvl="0" indent="0">
              <a:buNone/>
            </a:pPr>
            <a:r>
              <a:rPr lang="en-US" dirty="0"/>
              <a:t>	2) Client = 1000, Server = 2000</a:t>
            </a:r>
          </a:p>
          <a:p>
            <a:pPr marL="0" indent="0">
              <a:buNone/>
            </a:pPr>
            <a:r>
              <a:rPr lang="en-US" dirty="0" err="1"/>
              <a:t>ระบุค่า</a:t>
            </a:r>
            <a:r>
              <a:rPr lang="en-US" dirty="0"/>
              <a:t> Seq, Ack </a:t>
            </a:r>
            <a:r>
              <a:rPr lang="en-US" dirty="0" err="1"/>
              <a:t>และ</a:t>
            </a:r>
            <a:r>
              <a:rPr lang="en-US" dirty="0"/>
              <a:t> Flags </a:t>
            </a:r>
            <a:r>
              <a:rPr lang="en-US" dirty="0" err="1"/>
              <a:t>ในแต่ละขั้นตอน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0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Pitpimon Choorod</dc:creator>
  <cp:lastModifiedBy>Pitpimon Choorod</cp:lastModifiedBy>
  <cp:revision>1</cp:revision>
  <dcterms:created xsi:type="dcterms:W3CDTF">2026-08-03T05:24:59Z</dcterms:created>
  <dcterms:modified xsi:type="dcterms:W3CDTF">2026-08-03T05:41:24Z</dcterms:modified>
</cp:coreProperties>
</file>